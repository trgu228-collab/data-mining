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08" r:id="rId2"/>
    <p:sldId id="295" r:id="rId3"/>
    <p:sldId id="679" r:id="rId4"/>
    <p:sldId id="270" r:id="rId5"/>
    <p:sldId id="267" r:id="rId6"/>
    <p:sldId id="657" r:id="rId7"/>
    <p:sldId id="456" r:id="rId8"/>
    <p:sldId id="256" r:id="rId9"/>
    <p:sldId id="680" r:id="rId10"/>
    <p:sldId id="283" r:id="rId11"/>
    <p:sldId id="681" r:id="rId12"/>
    <p:sldId id="291" r:id="rId13"/>
    <p:sldId id="682" r:id="rId14"/>
    <p:sldId id="446" r:id="rId15"/>
    <p:sldId id="6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32" autoAdjust="0"/>
    <p:restoredTop sz="94660"/>
  </p:normalViewPr>
  <p:slideViewPr>
    <p:cSldViewPr snapToGrid="0">
      <p:cViewPr varScale="1">
        <p:scale>
          <a:sx n="117" d="100"/>
          <a:sy n="117"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38E04-E1DC-47F9-A5E9-6731BD3062E5}"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C6A56-934D-4855-8C5A-11D7B34C18BD}" type="slidenum">
              <a:rPr lang="zh-CN" altLang="en-US" smtClean="0"/>
              <a:t>‹#›</a:t>
            </a:fld>
            <a:endParaRPr lang="zh-CN" altLang="en-US"/>
          </a:p>
        </p:txBody>
      </p:sp>
    </p:spTree>
    <p:extLst>
      <p:ext uri="{BB962C8B-B14F-4D97-AF65-F5344CB8AC3E}">
        <p14:creationId xmlns:p14="http://schemas.microsoft.com/office/powerpoint/2010/main" val="3942069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a:t>
            </a:fld>
            <a:endParaRPr lang="zh-CN" altLang="en-US"/>
          </a:p>
        </p:txBody>
      </p:sp>
    </p:spTree>
    <p:extLst>
      <p:ext uri="{BB962C8B-B14F-4D97-AF65-F5344CB8AC3E}">
        <p14:creationId xmlns:p14="http://schemas.microsoft.com/office/powerpoint/2010/main" val="145062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4CB7435-BF1A-4315-8545-5359AA5D568B}" type="slidenum">
              <a:rPr lang="zh-CN" altLang="en-US" smtClean="0"/>
              <a:t>3</a:t>
            </a:fld>
            <a:endParaRPr lang="zh-CN" altLang="en-US"/>
          </a:p>
        </p:txBody>
      </p:sp>
    </p:spTree>
    <p:extLst>
      <p:ext uri="{BB962C8B-B14F-4D97-AF65-F5344CB8AC3E}">
        <p14:creationId xmlns:p14="http://schemas.microsoft.com/office/powerpoint/2010/main" val="8666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4</a:t>
            </a:fld>
            <a:endParaRPr lang="zh-CN" altLang="en-US"/>
          </a:p>
        </p:txBody>
      </p:sp>
    </p:spTree>
    <p:extLst>
      <p:ext uri="{BB962C8B-B14F-4D97-AF65-F5344CB8AC3E}">
        <p14:creationId xmlns:p14="http://schemas.microsoft.com/office/powerpoint/2010/main" val="1700252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https://www.ypppt.com/</a:t>
            </a:r>
            <a:endParaRPr lang="zh-CN" altLang="en-US"/>
          </a:p>
        </p:txBody>
      </p:sp>
      <p:sp>
        <p:nvSpPr>
          <p:cNvPr id="4" name="灯片编号占位符 3"/>
          <p:cNvSpPr>
            <a:spLocks noGrp="1"/>
          </p:cNvSpPr>
          <p:nvPr>
            <p:ph type="sldNum" sz="quarter" idx="10"/>
          </p:nvPr>
        </p:nvSpPr>
        <p:spPr/>
        <p:txBody>
          <a:bodyPr/>
          <a:lstStyle/>
          <a:p>
            <a:fld id="{46ADECD8-244A-4910-B187-CBC0FD45BE18}" type="slidenum">
              <a:rPr lang="zh-CN" altLang="en-US" smtClean="0"/>
              <a:t>5</a:t>
            </a:fld>
            <a:endParaRPr lang="zh-CN" altLang="en-US"/>
          </a:p>
        </p:txBody>
      </p:sp>
    </p:spTree>
    <p:extLst>
      <p:ext uri="{BB962C8B-B14F-4D97-AF65-F5344CB8AC3E}">
        <p14:creationId xmlns:p14="http://schemas.microsoft.com/office/powerpoint/2010/main" val="476139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4CB7435-BF1A-4315-8545-5359AA5D568B}" type="slidenum">
              <a:rPr lang="zh-CN" altLang="en-US" smtClean="0"/>
              <a:t>6</a:t>
            </a:fld>
            <a:endParaRPr lang="zh-CN" altLang="en-US"/>
          </a:p>
        </p:txBody>
      </p:sp>
    </p:spTree>
    <p:extLst>
      <p:ext uri="{BB962C8B-B14F-4D97-AF65-F5344CB8AC3E}">
        <p14:creationId xmlns:p14="http://schemas.microsoft.com/office/powerpoint/2010/main" val="82297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
        <p:nvSpPr>
          <p:cNvPr id="4" name="灯片编号占位符 3"/>
          <p:cNvSpPr>
            <a:spLocks noGrp="1"/>
          </p:cNvSpPr>
          <p:nvPr>
            <p:ph type="sldNum" sz="quarter" idx="10"/>
          </p:nvPr>
        </p:nvSpPr>
        <p:spPr/>
        <p:txBody>
          <a:bodyPr/>
          <a:lstStyle/>
          <a:p>
            <a:fld id="{D50DEE79-D6A9-404B-B2E7-14B1D3548937}" type="slidenum">
              <a:rPr lang="zh-CN" altLang="en-US" smtClean="0"/>
              <a:pPr/>
              <a:t>7</a:t>
            </a:fld>
            <a:endParaRPr lang="zh-CN" altLang="en-US"/>
          </a:p>
        </p:txBody>
      </p:sp>
    </p:spTree>
    <p:extLst>
      <p:ext uri="{BB962C8B-B14F-4D97-AF65-F5344CB8AC3E}">
        <p14:creationId xmlns:p14="http://schemas.microsoft.com/office/powerpoint/2010/main" val="3120200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4CB7435-BF1A-4315-8545-5359AA5D568B}" type="slidenum">
              <a:rPr lang="zh-CN" altLang="en-US" smtClean="0"/>
              <a:t>11</a:t>
            </a:fld>
            <a:endParaRPr lang="zh-CN" altLang="en-US"/>
          </a:p>
        </p:txBody>
      </p:sp>
    </p:spTree>
    <p:extLst>
      <p:ext uri="{BB962C8B-B14F-4D97-AF65-F5344CB8AC3E}">
        <p14:creationId xmlns:p14="http://schemas.microsoft.com/office/powerpoint/2010/main" val="82297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
        <p:nvSpPr>
          <p:cNvPr id="4" name="灯片编号占位符 3"/>
          <p:cNvSpPr>
            <a:spLocks noGrp="1"/>
          </p:cNvSpPr>
          <p:nvPr>
            <p:ph type="sldNum" sz="quarter" idx="10"/>
          </p:nvPr>
        </p:nvSpPr>
        <p:spPr/>
        <p:txBody>
          <a:bodyPr/>
          <a:lstStyle/>
          <a:p>
            <a:fld id="{D50DEE79-D6A9-404B-B2E7-14B1D3548937}" type="slidenum">
              <a:rPr lang="zh-CN" altLang="en-US" smtClean="0"/>
              <a:pPr/>
              <a:t>14</a:t>
            </a:fld>
            <a:endParaRPr lang="zh-CN" altLang="en-US"/>
          </a:p>
        </p:txBody>
      </p:sp>
    </p:spTree>
    <p:extLst>
      <p:ext uri="{BB962C8B-B14F-4D97-AF65-F5344CB8AC3E}">
        <p14:creationId xmlns:p14="http://schemas.microsoft.com/office/powerpoint/2010/main" val="3349559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24AE9D-D291-4F5D-9187-55AF910091E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511319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24AE9D-D291-4F5D-9187-55AF910091E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1647145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24AE9D-D291-4F5D-9187-55AF910091E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4052500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24AE9D-D291-4F5D-9187-55AF910091EB}"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90622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24AE9D-D291-4F5D-9187-55AF910091EB}"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2917959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24AE9D-D291-4F5D-9187-55AF910091EB}"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3100917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24AE9D-D291-4F5D-9187-55AF910091EB}"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533936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24AE9D-D291-4F5D-9187-55AF910091EB}"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186237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24AE9D-D291-4F5D-9187-55AF910091EB}"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2176519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24AE9D-D291-4F5D-9187-55AF910091E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1183416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24AE9D-D291-4F5D-9187-55AF910091E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67520C-C48D-4296-A14C-514CDC0DE014}" type="slidenum">
              <a:rPr lang="en-US" smtClean="0"/>
              <a:t>‹#›</a:t>
            </a:fld>
            <a:endParaRPr lang="en-US"/>
          </a:p>
        </p:txBody>
      </p:sp>
    </p:spTree>
    <p:extLst>
      <p:ext uri="{BB962C8B-B14F-4D97-AF65-F5344CB8AC3E}">
        <p14:creationId xmlns:p14="http://schemas.microsoft.com/office/powerpoint/2010/main" val="1552774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08011" y="164638"/>
            <a:ext cx="3655808" cy="369524"/>
          </a:xfrm>
        </p:spPr>
        <p:txBody>
          <a:bodyPr/>
          <a:lstStyle>
            <a:lvl1pPr algn="l">
              <a:defRPr sz="2133" b="0">
                <a:solidFill>
                  <a:schemeClr val="bg1"/>
                </a:solidFill>
                <a:latin typeface="微软雅黑" pitchFamily="34" charset="-122"/>
                <a:ea typeface="微软雅黑"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2846824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163507"/>
      </p:ext>
    </p:extLst>
  </p:cSld>
  <p:clrMapOvr>
    <a:masterClrMapping/>
  </p:clrMapOvr>
  <mc:AlternateContent xmlns:mc="http://schemas.openxmlformats.org/markup-compatibility/2006" xmlns:p14="http://schemas.microsoft.com/office/powerpoint/2010/main">
    <mc:Choice Requires="p14">
      <p:transition spd="med">
        <p14:pan/>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16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4AE9D-D291-4F5D-9187-55AF910091EB}"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7520C-C48D-4296-A14C-514CDC0DE014}" type="slidenum">
              <a:rPr lang="en-US" smtClean="0"/>
              <a:t>‹#›</a:t>
            </a:fld>
            <a:endParaRPr lang="en-US"/>
          </a:p>
        </p:txBody>
      </p:sp>
    </p:spTree>
    <p:extLst>
      <p:ext uri="{BB962C8B-B14F-4D97-AF65-F5344CB8AC3E}">
        <p14:creationId xmlns:p14="http://schemas.microsoft.com/office/powerpoint/2010/main" val="1003377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907774" y="177008"/>
            <a:ext cx="10515600" cy="69763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d-ID" sz="3200">
                <a:solidFill>
                  <a:schemeClr val="tx2"/>
                </a:solidFill>
                <a:latin typeface="Roboto" panose="02000000000000000000" pitchFamily="2" charset="0"/>
                <a:ea typeface="Roboto" panose="02000000000000000000" pitchFamily="2" charset="0"/>
                <a:cs typeface="Lato" panose="020F0502020204030203" pitchFamily="34" charset="0"/>
              </a:rPr>
              <a:t>Callout Puzzle</a:t>
            </a:r>
            <a:endParaRPr lang="en-US" sz="3200">
              <a:solidFill>
                <a:schemeClr val="tx2"/>
              </a:solidFill>
              <a:latin typeface="Roboto" panose="02000000000000000000" pitchFamily="2" charset="0"/>
              <a:ea typeface="Roboto" panose="02000000000000000000" pitchFamily="2" charset="0"/>
              <a:cs typeface="Lato" panose="020F0502020204030203" pitchFamily="34" charset="0"/>
            </a:endParaRPr>
          </a:p>
        </p:txBody>
      </p:sp>
      <p:sp>
        <p:nvSpPr>
          <p:cNvPr id="4" name="Text Placeholder 2"/>
          <p:cNvSpPr txBox="1">
            <a:spLocks/>
          </p:cNvSpPr>
          <p:nvPr/>
        </p:nvSpPr>
        <p:spPr>
          <a:xfrm>
            <a:off x="907774" y="821635"/>
            <a:ext cx="10515600" cy="5035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a:solidFill>
                  <a:schemeClr val="bg1">
                    <a:lumMod val="65000"/>
                  </a:schemeClr>
                </a:solidFill>
                <a:latin typeface="Roboto" panose="02000000000000000000" pitchFamily="2" charset="0"/>
                <a:ea typeface="Roboto" panose="02000000000000000000" pitchFamily="2" charset="0"/>
                <a:cs typeface="Lato" panose="020F0502020204030203" pitchFamily="34" charset="0"/>
              </a:rPr>
              <a:t>Put a relevant subtitle in </a:t>
            </a:r>
            <a:r>
              <a:rPr lang="en-US" sz="1400">
                <a:solidFill>
                  <a:schemeClr val="accent4"/>
                </a:solidFill>
                <a:latin typeface="Roboto" panose="02000000000000000000" pitchFamily="2" charset="0"/>
                <a:ea typeface="Roboto" panose="02000000000000000000" pitchFamily="2" charset="0"/>
                <a:cs typeface="Lato" panose="020F0502020204030203" pitchFamily="34" charset="0"/>
              </a:rPr>
              <a:t>this line</a:t>
            </a:r>
          </a:p>
          <a:p>
            <a:endParaRPr lang="en-US" sz="1400">
              <a:solidFill>
                <a:schemeClr val="accent4"/>
              </a:solidFill>
              <a:latin typeface="Roboto" panose="02000000000000000000" pitchFamily="2" charset="0"/>
              <a:ea typeface="Roboto" panose="02000000000000000000" pitchFamily="2" charset="0"/>
              <a:cs typeface="Lato" panose="020F0502020204030203" pitchFamily="34" charset="0"/>
            </a:endParaRPr>
          </a:p>
        </p:txBody>
      </p:sp>
      <p:grpSp>
        <p:nvGrpSpPr>
          <p:cNvPr id="18" name="Group 17"/>
          <p:cNvGrpSpPr/>
          <p:nvPr/>
        </p:nvGrpSpPr>
        <p:grpSpPr>
          <a:xfrm>
            <a:off x="3815043" y="1391687"/>
            <a:ext cx="5019676" cy="5021794"/>
            <a:chOff x="3626784" y="709519"/>
            <a:chExt cx="4841876" cy="4375150"/>
          </a:xfrm>
        </p:grpSpPr>
        <p:sp>
          <p:nvSpPr>
            <p:cNvPr id="19" name="Freeform 7"/>
            <p:cNvSpPr>
              <a:spLocks/>
            </p:cNvSpPr>
            <p:nvPr/>
          </p:nvSpPr>
          <p:spPr bwMode="auto">
            <a:xfrm>
              <a:off x="3626784" y="709519"/>
              <a:ext cx="2851150" cy="2085975"/>
            </a:xfrm>
            <a:custGeom>
              <a:avLst/>
              <a:gdLst>
                <a:gd name="T0" fmla="*/ 316 w 1014"/>
                <a:gd name="T1" fmla="*/ 733 h 742"/>
                <a:gd name="T2" fmla="*/ 354 w 1014"/>
                <a:gd name="T3" fmla="*/ 701 h 742"/>
                <a:gd name="T4" fmla="*/ 354 w 1014"/>
                <a:gd name="T5" fmla="*/ 700 h 742"/>
                <a:gd name="T6" fmla="*/ 336 w 1014"/>
                <a:gd name="T7" fmla="*/ 666 h 742"/>
                <a:gd name="T8" fmla="*/ 325 w 1014"/>
                <a:gd name="T9" fmla="*/ 641 h 742"/>
                <a:gd name="T10" fmla="*/ 323 w 1014"/>
                <a:gd name="T11" fmla="*/ 629 h 742"/>
                <a:gd name="T12" fmla="*/ 409 w 1014"/>
                <a:gd name="T13" fmla="*/ 563 h 742"/>
                <a:gd name="T14" fmla="*/ 499 w 1014"/>
                <a:gd name="T15" fmla="*/ 593 h 742"/>
                <a:gd name="T16" fmla="*/ 505 w 1014"/>
                <a:gd name="T17" fmla="*/ 634 h 742"/>
                <a:gd name="T18" fmla="*/ 479 w 1014"/>
                <a:gd name="T19" fmla="*/ 684 h 742"/>
                <a:gd name="T20" fmla="*/ 472 w 1014"/>
                <a:gd name="T21" fmla="*/ 704 h 742"/>
                <a:gd name="T22" fmla="*/ 475 w 1014"/>
                <a:gd name="T23" fmla="*/ 718 h 742"/>
                <a:gd name="T24" fmla="*/ 503 w 1014"/>
                <a:gd name="T25" fmla="*/ 734 h 742"/>
                <a:gd name="T26" fmla="*/ 851 w 1014"/>
                <a:gd name="T27" fmla="*/ 728 h 742"/>
                <a:gd name="T28" fmla="*/ 851 w 1014"/>
                <a:gd name="T29" fmla="*/ 728 h 742"/>
                <a:gd name="T30" fmla="*/ 851 w 1014"/>
                <a:gd name="T31" fmla="*/ 728 h 742"/>
                <a:gd name="T32" fmla="*/ 843 w 1014"/>
                <a:gd name="T33" fmla="*/ 617 h 742"/>
                <a:gd name="T34" fmla="*/ 840 w 1014"/>
                <a:gd name="T35" fmla="*/ 492 h 742"/>
                <a:gd name="T36" fmla="*/ 848 w 1014"/>
                <a:gd name="T37" fmla="*/ 446 h 742"/>
                <a:gd name="T38" fmla="*/ 872 w 1014"/>
                <a:gd name="T39" fmla="*/ 432 h 742"/>
                <a:gd name="T40" fmla="*/ 873 w 1014"/>
                <a:gd name="T41" fmla="*/ 432 h 742"/>
                <a:gd name="T42" fmla="*/ 907 w 1014"/>
                <a:gd name="T43" fmla="*/ 449 h 742"/>
                <a:gd name="T44" fmla="*/ 959 w 1014"/>
                <a:gd name="T45" fmla="*/ 467 h 742"/>
                <a:gd name="T46" fmla="*/ 1000 w 1014"/>
                <a:gd name="T47" fmla="*/ 440 h 742"/>
                <a:gd name="T48" fmla="*/ 994 w 1014"/>
                <a:gd name="T49" fmla="*/ 307 h 742"/>
                <a:gd name="T50" fmla="*/ 946 w 1014"/>
                <a:gd name="T51" fmla="*/ 283 h 742"/>
                <a:gd name="T52" fmla="*/ 933 w 1014"/>
                <a:gd name="T53" fmla="*/ 286 h 742"/>
                <a:gd name="T54" fmla="*/ 894 w 1014"/>
                <a:gd name="T55" fmla="*/ 308 h 742"/>
                <a:gd name="T56" fmla="*/ 876 w 1014"/>
                <a:gd name="T57" fmla="*/ 314 h 742"/>
                <a:gd name="T58" fmla="*/ 859 w 1014"/>
                <a:gd name="T59" fmla="*/ 310 h 742"/>
                <a:gd name="T60" fmla="*/ 839 w 1014"/>
                <a:gd name="T61" fmla="*/ 277 h 742"/>
                <a:gd name="T62" fmla="*/ 852 w 1014"/>
                <a:gd name="T63" fmla="*/ 0 h 742"/>
                <a:gd name="T64" fmla="*/ 0 w 1014"/>
                <a:gd name="T65" fmla="*/ 73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4" h="742">
                  <a:moveTo>
                    <a:pt x="274" y="736"/>
                  </a:moveTo>
                  <a:cubicBezTo>
                    <a:pt x="290" y="736"/>
                    <a:pt x="304" y="735"/>
                    <a:pt x="316" y="733"/>
                  </a:cubicBezTo>
                  <a:cubicBezTo>
                    <a:pt x="323" y="731"/>
                    <a:pt x="342" y="728"/>
                    <a:pt x="350" y="718"/>
                  </a:cubicBezTo>
                  <a:cubicBezTo>
                    <a:pt x="354" y="713"/>
                    <a:pt x="354" y="707"/>
                    <a:pt x="354" y="701"/>
                  </a:cubicBezTo>
                  <a:cubicBezTo>
                    <a:pt x="354" y="701"/>
                    <a:pt x="354" y="701"/>
                    <a:pt x="354" y="701"/>
                  </a:cubicBezTo>
                  <a:cubicBezTo>
                    <a:pt x="354" y="701"/>
                    <a:pt x="354" y="701"/>
                    <a:pt x="354" y="700"/>
                  </a:cubicBezTo>
                  <a:cubicBezTo>
                    <a:pt x="354" y="693"/>
                    <a:pt x="351" y="687"/>
                    <a:pt x="348" y="682"/>
                  </a:cubicBezTo>
                  <a:cubicBezTo>
                    <a:pt x="344" y="675"/>
                    <a:pt x="340" y="671"/>
                    <a:pt x="336" y="666"/>
                  </a:cubicBezTo>
                  <a:cubicBezTo>
                    <a:pt x="332" y="660"/>
                    <a:pt x="328" y="654"/>
                    <a:pt x="326" y="644"/>
                  </a:cubicBezTo>
                  <a:cubicBezTo>
                    <a:pt x="325" y="643"/>
                    <a:pt x="325" y="642"/>
                    <a:pt x="325" y="641"/>
                  </a:cubicBezTo>
                  <a:cubicBezTo>
                    <a:pt x="324" y="638"/>
                    <a:pt x="323" y="634"/>
                    <a:pt x="323" y="630"/>
                  </a:cubicBezTo>
                  <a:cubicBezTo>
                    <a:pt x="323" y="630"/>
                    <a:pt x="323" y="629"/>
                    <a:pt x="323" y="629"/>
                  </a:cubicBezTo>
                  <a:cubicBezTo>
                    <a:pt x="323" y="611"/>
                    <a:pt x="332" y="595"/>
                    <a:pt x="347" y="583"/>
                  </a:cubicBezTo>
                  <a:cubicBezTo>
                    <a:pt x="362" y="571"/>
                    <a:pt x="383" y="563"/>
                    <a:pt x="409" y="563"/>
                  </a:cubicBezTo>
                  <a:cubicBezTo>
                    <a:pt x="438" y="563"/>
                    <a:pt x="464" y="567"/>
                    <a:pt x="480" y="576"/>
                  </a:cubicBezTo>
                  <a:cubicBezTo>
                    <a:pt x="489" y="581"/>
                    <a:pt x="495" y="586"/>
                    <a:pt x="499" y="593"/>
                  </a:cubicBezTo>
                  <a:cubicBezTo>
                    <a:pt x="504" y="599"/>
                    <a:pt x="506" y="607"/>
                    <a:pt x="507" y="618"/>
                  </a:cubicBezTo>
                  <a:cubicBezTo>
                    <a:pt x="507" y="623"/>
                    <a:pt x="506" y="628"/>
                    <a:pt x="505" y="634"/>
                  </a:cubicBezTo>
                  <a:cubicBezTo>
                    <a:pt x="502" y="651"/>
                    <a:pt x="495" y="661"/>
                    <a:pt x="489" y="670"/>
                  </a:cubicBezTo>
                  <a:cubicBezTo>
                    <a:pt x="486" y="674"/>
                    <a:pt x="482" y="679"/>
                    <a:pt x="479" y="684"/>
                  </a:cubicBezTo>
                  <a:cubicBezTo>
                    <a:pt x="476" y="689"/>
                    <a:pt x="472" y="696"/>
                    <a:pt x="472" y="704"/>
                  </a:cubicBezTo>
                  <a:cubicBezTo>
                    <a:pt x="472" y="704"/>
                    <a:pt x="472" y="704"/>
                    <a:pt x="472" y="704"/>
                  </a:cubicBezTo>
                  <a:cubicBezTo>
                    <a:pt x="472" y="705"/>
                    <a:pt x="472" y="705"/>
                    <a:pt x="472" y="705"/>
                  </a:cubicBezTo>
                  <a:cubicBezTo>
                    <a:pt x="472" y="709"/>
                    <a:pt x="473" y="714"/>
                    <a:pt x="475" y="718"/>
                  </a:cubicBezTo>
                  <a:cubicBezTo>
                    <a:pt x="478" y="724"/>
                    <a:pt x="482" y="727"/>
                    <a:pt x="486" y="729"/>
                  </a:cubicBezTo>
                  <a:cubicBezTo>
                    <a:pt x="492" y="732"/>
                    <a:pt x="497" y="733"/>
                    <a:pt x="503" y="734"/>
                  </a:cubicBezTo>
                  <a:cubicBezTo>
                    <a:pt x="511" y="736"/>
                    <a:pt x="555" y="742"/>
                    <a:pt x="851" y="728"/>
                  </a:cubicBezTo>
                  <a:cubicBezTo>
                    <a:pt x="851" y="728"/>
                    <a:pt x="851" y="728"/>
                    <a:pt x="851" y="728"/>
                  </a:cubicBezTo>
                  <a:cubicBezTo>
                    <a:pt x="851" y="728"/>
                    <a:pt x="850" y="728"/>
                    <a:pt x="849" y="728"/>
                  </a:cubicBezTo>
                  <a:cubicBezTo>
                    <a:pt x="850" y="728"/>
                    <a:pt x="851" y="728"/>
                    <a:pt x="851" y="728"/>
                  </a:cubicBezTo>
                  <a:cubicBezTo>
                    <a:pt x="851" y="727"/>
                    <a:pt x="851" y="727"/>
                    <a:pt x="851" y="727"/>
                  </a:cubicBezTo>
                  <a:cubicBezTo>
                    <a:pt x="851" y="727"/>
                    <a:pt x="851" y="727"/>
                    <a:pt x="851" y="728"/>
                  </a:cubicBezTo>
                  <a:cubicBezTo>
                    <a:pt x="852" y="728"/>
                    <a:pt x="852" y="728"/>
                    <a:pt x="852" y="728"/>
                  </a:cubicBezTo>
                  <a:cubicBezTo>
                    <a:pt x="850" y="703"/>
                    <a:pt x="845" y="648"/>
                    <a:pt x="843" y="617"/>
                  </a:cubicBezTo>
                  <a:cubicBezTo>
                    <a:pt x="841" y="587"/>
                    <a:pt x="840" y="556"/>
                    <a:pt x="840" y="528"/>
                  </a:cubicBezTo>
                  <a:cubicBezTo>
                    <a:pt x="840" y="515"/>
                    <a:pt x="840" y="503"/>
                    <a:pt x="840" y="492"/>
                  </a:cubicBezTo>
                  <a:cubicBezTo>
                    <a:pt x="841" y="480"/>
                    <a:pt x="841" y="471"/>
                    <a:pt x="843" y="463"/>
                  </a:cubicBezTo>
                  <a:cubicBezTo>
                    <a:pt x="844" y="457"/>
                    <a:pt x="845" y="452"/>
                    <a:pt x="848" y="446"/>
                  </a:cubicBezTo>
                  <a:cubicBezTo>
                    <a:pt x="850" y="442"/>
                    <a:pt x="853" y="438"/>
                    <a:pt x="859" y="435"/>
                  </a:cubicBezTo>
                  <a:cubicBezTo>
                    <a:pt x="863" y="433"/>
                    <a:pt x="867" y="432"/>
                    <a:pt x="872" y="432"/>
                  </a:cubicBezTo>
                  <a:cubicBezTo>
                    <a:pt x="872" y="432"/>
                    <a:pt x="872" y="432"/>
                    <a:pt x="872" y="432"/>
                  </a:cubicBezTo>
                  <a:cubicBezTo>
                    <a:pt x="873" y="432"/>
                    <a:pt x="873" y="432"/>
                    <a:pt x="873" y="432"/>
                  </a:cubicBezTo>
                  <a:cubicBezTo>
                    <a:pt x="881" y="432"/>
                    <a:pt x="888" y="436"/>
                    <a:pt x="893" y="439"/>
                  </a:cubicBezTo>
                  <a:cubicBezTo>
                    <a:pt x="898" y="442"/>
                    <a:pt x="902" y="446"/>
                    <a:pt x="907" y="449"/>
                  </a:cubicBezTo>
                  <a:cubicBezTo>
                    <a:pt x="916" y="455"/>
                    <a:pt x="926" y="462"/>
                    <a:pt x="943" y="465"/>
                  </a:cubicBezTo>
                  <a:cubicBezTo>
                    <a:pt x="949" y="466"/>
                    <a:pt x="954" y="467"/>
                    <a:pt x="959" y="467"/>
                  </a:cubicBezTo>
                  <a:cubicBezTo>
                    <a:pt x="969" y="466"/>
                    <a:pt x="977" y="464"/>
                    <a:pt x="984" y="459"/>
                  </a:cubicBezTo>
                  <a:cubicBezTo>
                    <a:pt x="991" y="455"/>
                    <a:pt x="996" y="449"/>
                    <a:pt x="1000" y="440"/>
                  </a:cubicBezTo>
                  <a:cubicBezTo>
                    <a:pt x="1009" y="424"/>
                    <a:pt x="1014" y="398"/>
                    <a:pt x="1014" y="369"/>
                  </a:cubicBezTo>
                  <a:cubicBezTo>
                    <a:pt x="1013" y="343"/>
                    <a:pt x="1006" y="322"/>
                    <a:pt x="994" y="307"/>
                  </a:cubicBezTo>
                  <a:cubicBezTo>
                    <a:pt x="982" y="292"/>
                    <a:pt x="966" y="283"/>
                    <a:pt x="948" y="283"/>
                  </a:cubicBezTo>
                  <a:cubicBezTo>
                    <a:pt x="947" y="283"/>
                    <a:pt x="947" y="283"/>
                    <a:pt x="946" y="283"/>
                  </a:cubicBezTo>
                  <a:cubicBezTo>
                    <a:pt x="943" y="283"/>
                    <a:pt x="939" y="284"/>
                    <a:pt x="935" y="285"/>
                  </a:cubicBezTo>
                  <a:cubicBezTo>
                    <a:pt x="935" y="285"/>
                    <a:pt x="934" y="285"/>
                    <a:pt x="933" y="286"/>
                  </a:cubicBezTo>
                  <a:cubicBezTo>
                    <a:pt x="923" y="288"/>
                    <a:pt x="917" y="292"/>
                    <a:pt x="911" y="296"/>
                  </a:cubicBezTo>
                  <a:cubicBezTo>
                    <a:pt x="906" y="300"/>
                    <a:pt x="901" y="304"/>
                    <a:pt x="894" y="308"/>
                  </a:cubicBezTo>
                  <a:cubicBezTo>
                    <a:pt x="890" y="311"/>
                    <a:pt x="884" y="314"/>
                    <a:pt x="876" y="314"/>
                  </a:cubicBezTo>
                  <a:cubicBezTo>
                    <a:pt x="876" y="314"/>
                    <a:pt x="876" y="314"/>
                    <a:pt x="876" y="314"/>
                  </a:cubicBezTo>
                  <a:cubicBezTo>
                    <a:pt x="876" y="314"/>
                    <a:pt x="875" y="314"/>
                    <a:pt x="875" y="314"/>
                  </a:cubicBezTo>
                  <a:cubicBezTo>
                    <a:pt x="870" y="314"/>
                    <a:pt x="864" y="313"/>
                    <a:pt x="859" y="310"/>
                  </a:cubicBezTo>
                  <a:cubicBezTo>
                    <a:pt x="852" y="307"/>
                    <a:pt x="847" y="301"/>
                    <a:pt x="844" y="295"/>
                  </a:cubicBezTo>
                  <a:cubicBezTo>
                    <a:pt x="842" y="289"/>
                    <a:pt x="840" y="284"/>
                    <a:pt x="839" y="277"/>
                  </a:cubicBezTo>
                  <a:cubicBezTo>
                    <a:pt x="836" y="265"/>
                    <a:pt x="834" y="251"/>
                    <a:pt x="835" y="235"/>
                  </a:cubicBezTo>
                  <a:cubicBezTo>
                    <a:pt x="838" y="139"/>
                    <a:pt x="848" y="41"/>
                    <a:pt x="852" y="0"/>
                  </a:cubicBezTo>
                  <a:cubicBezTo>
                    <a:pt x="381" y="4"/>
                    <a:pt x="0" y="326"/>
                    <a:pt x="0" y="722"/>
                  </a:cubicBezTo>
                  <a:cubicBezTo>
                    <a:pt x="0" y="725"/>
                    <a:pt x="0" y="727"/>
                    <a:pt x="0" y="730"/>
                  </a:cubicBezTo>
                  <a:cubicBezTo>
                    <a:pt x="72" y="732"/>
                    <a:pt x="239" y="737"/>
                    <a:pt x="274" y="736"/>
                  </a:cubicBezTo>
                  <a:close/>
                </a:path>
              </a:pathLst>
            </a:custGeom>
            <a:solidFill>
              <a:schemeClr val="accent4"/>
            </a:solidFill>
            <a:ln w="381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9"/>
            <p:cNvSpPr>
              <a:spLocks/>
            </p:cNvSpPr>
            <p:nvPr/>
          </p:nvSpPr>
          <p:spPr bwMode="auto">
            <a:xfrm>
              <a:off x="5971522" y="709519"/>
              <a:ext cx="2497138" cy="2503488"/>
            </a:xfrm>
            <a:custGeom>
              <a:avLst/>
              <a:gdLst>
                <a:gd name="T0" fmla="*/ 10 w 888"/>
                <a:gd name="T1" fmla="*/ 295 h 890"/>
                <a:gd name="T2" fmla="*/ 41 w 888"/>
                <a:gd name="T3" fmla="*/ 314 h 890"/>
                <a:gd name="T4" fmla="*/ 42 w 888"/>
                <a:gd name="T5" fmla="*/ 314 h 890"/>
                <a:gd name="T6" fmla="*/ 77 w 888"/>
                <a:gd name="T7" fmla="*/ 296 h 890"/>
                <a:gd name="T8" fmla="*/ 101 w 888"/>
                <a:gd name="T9" fmla="*/ 285 h 890"/>
                <a:gd name="T10" fmla="*/ 114 w 888"/>
                <a:gd name="T11" fmla="*/ 283 h 890"/>
                <a:gd name="T12" fmla="*/ 180 w 888"/>
                <a:gd name="T13" fmla="*/ 369 h 890"/>
                <a:gd name="T14" fmla="*/ 150 w 888"/>
                <a:gd name="T15" fmla="*/ 459 h 890"/>
                <a:gd name="T16" fmla="*/ 109 w 888"/>
                <a:gd name="T17" fmla="*/ 465 h 890"/>
                <a:gd name="T18" fmla="*/ 59 w 888"/>
                <a:gd name="T19" fmla="*/ 439 h 890"/>
                <a:gd name="T20" fmla="*/ 38 w 888"/>
                <a:gd name="T21" fmla="*/ 432 h 890"/>
                <a:gd name="T22" fmla="*/ 25 w 888"/>
                <a:gd name="T23" fmla="*/ 435 h 890"/>
                <a:gd name="T24" fmla="*/ 9 w 888"/>
                <a:gd name="T25" fmla="*/ 463 h 890"/>
                <a:gd name="T26" fmla="*/ 6 w 888"/>
                <a:gd name="T27" fmla="*/ 528 h 890"/>
                <a:gd name="T28" fmla="*/ 18 w 888"/>
                <a:gd name="T29" fmla="*/ 728 h 890"/>
                <a:gd name="T30" fmla="*/ 265 w 888"/>
                <a:gd name="T31" fmla="*/ 715 h 890"/>
                <a:gd name="T32" fmla="*/ 331 w 888"/>
                <a:gd name="T33" fmla="*/ 718 h 890"/>
                <a:gd name="T34" fmla="*/ 358 w 888"/>
                <a:gd name="T35" fmla="*/ 734 h 890"/>
                <a:gd name="T36" fmla="*/ 361 w 888"/>
                <a:gd name="T37" fmla="*/ 748 h 890"/>
                <a:gd name="T38" fmla="*/ 354 w 888"/>
                <a:gd name="T39" fmla="*/ 768 h 890"/>
                <a:gd name="T40" fmla="*/ 328 w 888"/>
                <a:gd name="T41" fmla="*/ 818 h 890"/>
                <a:gd name="T42" fmla="*/ 334 w 888"/>
                <a:gd name="T43" fmla="*/ 859 h 890"/>
                <a:gd name="T44" fmla="*/ 424 w 888"/>
                <a:gd name="T45" fmla="*/ 889 h 890"/>
                <a:gd name="T46" fmla="*/ 510 w 888"/>
                <a:gd name="T47" fmla="*/ 823 h 890"/>
                <a:gd name="T48" fmla="*/ 508 w 888"/>
                <a:gd name="T49" fmla="*/ 811 h 890"/>
                <a:gd name="T50" fmla="*/ 497 w 888"/>
                <a:gd name="T51" fmla="*/ 787 h 890"/>
                <a:gd name="T52" fmla="*/ 479 w 888"/>
                <a:gd name="T53" fmla="*/ 752 h 890"/>
                <a:gd name="T54" fmla="*/ 479 w 888"/>
                <a:gd name="T55" fmla="*/ 751 h 890"/>
                <a:gd name="T56" fmla="*/ 513 w 888"/>
                <a:gd name="T57" fmla="*/ 717 h 890"/>
                <a:gd name="T58" fmla="*/ 888 w 888"/>
                <a:gd name="T59" fmla="*/ 722 h 890"/>
                <a:gd name="T60" fmla="*/ 18 w 888"/>
                <a:gd name="T61" fmla="*/ 0 h 890"/>
                <a:gd name="T62" fmla="*/ 5 w 888"/>
                <a:gd name="T63" fmla="*/ 277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8" h="890">
                  <a:moveTo>
                    <a:pt x="5" y="277"/>
                  </a:moveTo>
                  <a:cubicBezTo>
                    <a:pt x="6" y="284"/>
                    <a:pt x="8" y="289"/>
                    <a:pt x="10" y="295"/>
                  </a:cubicBezTo>
                  <a:cubicBezTo>
                    <a:pt x="13" y="301"/>
                    <a:pt x="18" y="307"/>
                    <a:pt x="25" y="310"/>
                  </a:cubicBezTo>
                  <a:cubicBezTo>
                    <a:pt x="30" y="313"/>
                    <a:pt x="36" y="314"/>
                    <a:pt x="41" y="314"/>
                  </a:cubicBezTo>
                  <a:cubicBezTo>
                    <a:pt x="41" y="314"/>
                    <a:pt x="42" y="314"/>
                    <a:pt x="42" y="314"/>
                  </a:cubicBezTo>
                  <a:cubicBezTo>
                    <a:pt x="42" y="314"/>
                    <a:pt x="42" y="314"/>
                    <a:pt x="42" y="314"/>
                  </a:cubicBezTo>
                  <a:cubicBezTo>
                    <a:pt x="50" y="314"/>
                    <a:pt x="56" y="311"/>
                    <a:pt x="60" y="308"/>
                  </a:cubicBezTo>
                  <a:cubicBezTo>
                    <a:pt x="67" y="304"/>
                    <a:pt x="72" y="300"/>
                    <a:pt x="77" y="296"/>
                  </a:cubicBezTo>
                  <a:cubicBezTo>
                    <a:pt x="83" y="292"/>
                    <a:pt x="89" y="288"/>
                    <a:pt x="99" y="286"/>
                  </a:cubicBezTo>
                  <a:cubicBezTo>
                    <a:pt x="100" y="285"/>
                    <a:pt x="101" y="285"/>
                    <a:pt x="101" y="285"/>
                  </a:cubicBezTo>
                  <a:cubicBezTo>
                    <a:pt x="105" y="284"/>
                    <a:pt x="109" y="283"/>
                    <a:pt x="112" y="283"/>
                  </a:cubicBezTo>
                  <a:cubicBezTo>
                    <a:pt x="113" y="283"/>
                    <a:pt x="113" y="283"/>
                    <a:pt x="114" y="283"/>
                  </a:cubicBezTo>
                  <a:cubicBezTo>
                    <a:pt x="132" y="283"/>
                    <a:pt x="148" y="292"/>
                    <a:pt x="160" y="307"/>
                  </a:cubicBezTo>
                  <a:cubicBezTo>
                    <a:pt x="172" y="322"/>
                    <a:pt x="179" y="343"/>
                    <a:pt x="180" y="369"/>
                  </a:cubicBezTo>
                  <a:cubicBezTo>
                    <a:pt x="180" y="398"/>
                    <a:pt x="175" y="424"/>
                    <a:pt x="166" y="440"/>
                  </a:cubicBezTo>
                  <a:cubicBezTo>
                    <a:pt x="162" y="449"/>
                    <a:pt x="157" y="455"/>
                    <a:pt x="150" y="459"/>
                  </a:cubicBezTo>
                  <a:cubicBezTo>
                    <a:pt x="143" y="464"/>
                    <a:pt x="135" y="466"/>
                    <a:pt x="125" y="467"/>
                  </a:cubicBezTo>
                  <a:cubicBezTo>
                    <a:pt x="120" y="467"/>
                    <a:pt x="115" y="466"/>
                    <a:pt x="109" y="465"/>
                  </a:cubicBezTo>
                  <a:cubicBezTo>
                    <a:pt x="92" y="462"/>
                    <a:pt x="82" y="455"/>
                    <a:pt x="73" y="449"/>
                  </a:cubicBezTo>
                  <a:cubicBezTo>
                    <a:pt x="68" y="446"/>
                    <a:pt x="64" y="442"/>
                    <a:pt x="59" y="439"/>
                  </a:cubicBezTo>
                  <a:cubicBezTo>
                    <a:pt x="54" y="436"/>
                    <a:pt x="47" y="432"/>
                    <a:pt x="39" y="432"/>
                  </a:cubicBezTo>
                  <a:cubicBezTo>
                    <a:pt x="39" y="432"/>
                    <a:pt x="39" y="432"/>
                    <a:pt x="38" y="432"/>
                  </a:cubicBezTo>
                  <a:cubicBezTo>
                    <a:pt x="38" y="432"/>
                    <a:pt x="38" y="432"/>
                    <a:pt x="38" y="432"/>
                  </a:cubicBezTo>
                  <a:cubicBezTo>
                    <a:pt x="33" y="432"/>
                    <a:pt x="29" y="433"/>
                    <a:pt x="25" y="435"/>
                  </a:cubicBezTo>
                  <a:cubicBezTo>
                    <a:pt x="19" y="438"/>
                    <a:pt x="16" y="442"/>
                    <a:pt x="14" y="446"/>
                  </a:cubicBezTo>
                  <a:cubicBezTo>
                    <a:pt x="11" y="452"/>
                    <a:pt x="10" y="457"/>
                    <a:pt x="9" y="463"/>
                  </a:cubicBezTo>
                  <a:cubicBezTo>
                    <a:pt x="7" y="471"/>
                    <a:pt x="7" y="480"/>
                    <a:pt x="6" y="492"/>
                  </a:cubicBezTo>
                  <a:cubicBezTo>
                    <a:pt x="6" y="503"/>
                    <a:pt x="6" y="515"/>
                    <a:pt x="6" y="528"/>
                  </a:cubicBezTo>
                  <a:cubicBezTo>
                    <a:pt x="6" y="556"/>
                    <a:pt x="7" y="587"/>
                    <a:pt x="9" y="617"/>
                  </a:cubicBezTo>
                  <a:cubicBezTo>
                    <a:pt x="11" y="648"/>
                    <a:pt x="16" y="703"/>
                    <a:pt x="18" y="728"/>
                  </a:cubicBezTo>
                  <a:cubicBezTo>
                    <a:pt x="47" y="725"/>
                    <a:pt x="147" y="720"/>
                    <a:pt x="176" y="719"/>
                  </a:cubicBezTo>
                  <a:cubicBezTo>
                    <a:pt x="206" y="717"/>
                    <a:pt x="237" y="715"/>
                    <a:pt x="265" y="715"/>
                  </a:cubicBezTo>
                  <a:cubicBezTo>
                    <a:pt x="278" y="715"/>
                    <a:pt x="291" y="715"/>
                    <a:pt x="302" y="715"/>
                  </a:cubicBezTo>
                  <a:cubicBezTo>
                    <a:pt x="313" y="716"/>
                    <a:pt x="322" y="717"/>
                    <a:pt x="331" y="718"/>
                  </a:cubicBezTo>
                  <a:cubicBezTo>
                    <a:pt x="336" y="719"/>
                    <a:pt x="341" y="720"/>
                    <a:pt x="348" y="724"/>
                  </a:cubicBezTo>
                  <a:cubicBezTo>
                    <a:pt x="351" y="725"/>
                    <a:pt x="355" y="729"/>
                    <a:pt x="358" y="734"/>
                  </a:cubicBezTo>
                  <a:cubicBezTo>
                    <a:pt x="360" y="738"/>
                    <a:pt x="361" y="743"/>
                    <a:pt x="361" y="747"/>
                  </a:cubicBezTo>
                  <a:cubicBezTo>
                    <a:pt x="361" y="747"/>
                    <a:pt x="361" y="748"/>
                    <a:pt x="361" y="748"/>
                  </a:cubicBezTo>
                  <a:cubicBezTo>
                    <a:pt x="361" y="748"/>
                    <a:pt x="361" y="748"/>
                    <a:pt x="361" y="748"/>
                  </a:cubicBezTo>
                  <a:cubicBezTo>
                    <a:pt x="361" y="756"/>
                    <a:pt x="358" y="763"/>
                    <a:pt x="354" y="768"/>
                  </a:cubicBezTo>
                  <a:cubicBezTo>
                    <a:pt x="351" y="774"/>
                    <a:pt x="348" y="778"/>
                    <a:pt x="344" y="782"/>
                  </a:cubicBezTo>
                  <a:cubicBezTo>
                    <a:pt x="338" y="791"/>
                    <a:pt x="331" y="801"/>
                    <a:pt x="328" y="818"/>
                  </a:cubicBezTo>
                  <a:cubicBezTo>
                    <a:pt x="327" y="824"/>
                    <a:pt x="326" y="829"/>
                    <a:pt x="326" y="834"/>
                  </a:cubicBezTo>
                  <a:cubicBezTo>
                    <a:pt x="327" y="845"/>
                    <a:pt x="329" y="853"/>
                    <a:pt x="334" y="859"/>
                  </a:cubicBezTo>
                  <a:cubicBezTo>
                    <a:pt x="338" y="866"/>
                    <a:pt x="344" y="871"/>
                    <a:pt x="353" y="876"/>
                  </a:cubicBezTo>
                  <a:cubicBezTo>
                    <a:pt x="369" y="885"/>
                    <a:pt x="395" y="890"/>
                    <a:pt x="424" y="889"/>
                  </a:cubicBezTo>
                  <a:cubicBezTo>
                    <a:pt x="450" y="889"/>
                    <a:pt x="471" y="881"/>
                    <a:pt x="486" y="869"/>
                  </a:cubicBezTo>
                  <a:cubicBezTo>
                    <a:pt x="501" y="857"/>
                    <a:pt x="510" y="841"/>
                    <a:pt x="510" y="823"/>
                  </a:cubicBezTo>
                  <a:cubicBezTo>
                    <a:pt x="510" y="823"/>
                    <a:pt x="510" y="822"/>
                    <a:pt x="510" y="822"/>
                  </a:cubicBezTo>
                  <a:cubicBezTo>
                    <a:pt x="510" y="818"/>
                    <a:pt x="509" y="815"/>
                    <a:pt x="508" y="811"/>
                  </a:cubicBezTo>
                  <a:cubicBezTo>
                    <a:pt x="508" y="810"/>
                    <a:pt x="508" y="809"/>
                    <a:pt x="508" y="809"/>
                  </a:cubicBezTo>
                  <a:cubicBezTo>
                    <a:pt x="505" y="798"/>
                    <a:pt x="501" y="792"/>
                    <a:pt x="497" y="787"/>
                  </a:cubicBezTo>
                  <a:cubicBezTo>
                    <a:pt x="494" y="781"/>
                    <a:pt x="489" y="777"/>
                    <a:pt x="485" y="770"/>
                  </a:cubicBezTo>
                  <a:cubicBezTo>
                    <a:pt x="482" y="765"/>
                    <a:pt x="479" y="759"/>
                    <a:pt x="479" y="752"/>
                  </a:cubicBezTo>
                  <a:cubicBezTo>
                    <a:pt x="479" y="752"/>
                    <a:pt x="479" y="751"/>
                    <a:pt x="479" y="751"/>
                  </a:cubicBezTo>
                  <a:cubicBezTo>
                    <a:pt x="479" y="751"/>
                    <a:pt x="479" y="751"/>
                    <a:pt x="479" y="751"/>
                  </a:cubicBezTo>
                  <a:cubicBezTo>
                    <a:pt x="479" y="745"/>
                    <a:pt x="481" y="740"/>
                    <a:pt x="483" y="735"/>
                  </a:cubicBezTo>
                  <a:cubicBezTo>
                    <a:pt x="486" y="727"/>
                    <a:pt x="504" y="718"/>
                    <a:pt x="513" y="717"/>
                  </a:cubicBezTo>
                  <a:cubicBezTo>
                    <a:pt x="570" y="708"/>
                    <a:pt x="811" y="719"/>
                    <a:pt x="888" y="724"/>
                  </a:cubicBezTo>
                  <a:cubicBezTo>
                    <a:pt x="888" y="724"/>
                    <a:pt x="888" y="723"/>
                    <a:pt x="888" y="722"/>
                  </a:cubicBezTo>
                  <a:cubicBezTo>
                    <a:pt x="888" y="323"/>
                    <a:pt x="502" y="0"/>
                    <a:pt x="27" y="0"/>
                  </a:cubicBezTo>
                  <a:cubicBezTo>
                    <a:pt x="24" y="0"/>
                    <a:pt x="21" y="0"/>
                    <a:pt x="18" y="0"/>
                  </a:cubicBezTo>
                  <a:cubicBezTo>
                    <a:pt x="14" y="41"/>
                    <a:pt x="4" y="139"/>
                    <a:pt x="1" y="235"/>
                  </a:cubicBezTo>
                  <a:cubicBezTo>
                    <a:pt x="0" y="251"/>
                    <a:pt x="2" y="265"/>
                    <a:pt x="5" y="277"/>
                  </a:cubicBezTo>
                  <a:close/>
                </a:path>
              </a:pathLst>
            </a:custGeom>
            <a:solidFill>
              <a:schemeClr val="accent3"/>
            </a:solidFill>
            <a:ln w="381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p:nvSpPr>
          <p:spPr bwMode="auto">
            <a:xfrm>
              <a:off x="3626784" y="2292257"/>
              <a:ext cx="2446338" cy="2481263"/>
            </a:xfrm>
            <a:custGeom>
              <a:avLst/>
              <a:gdLst>
                <a:gd name="T0" fmla="*/ 860 w 870"/>
                <a:gd name="T1" fmla="*/ 599 h 882"/>
                <a:gd name="T2" fmla="*/ 845 w 870"/>
                <a:gd name="T3" fmla="*/ 583 h 882"/>
                <a:gd name="T4" fmla="*/ 829 w 870"/>
                <a:gd name="T5" fmla="*/ 580 h 882"/>
                <a:gd name="T6" fmla="*/ 828 w 870"/>
                <a:gd name="T7" fmla="*/ 580 h 882"/>
                <a:gd name="T8" fmla="*/ 828 w 870"/>
                <a:gd name="T9" fmla="*/ 580 h 882"/>
                <a:gd name="T10" fmla="*/ 810 w 870"/>
                <a:gd name="T11" fmla="*/ 586 h 882"/>
                <a:gd name="T12" fmla="*/ 793 w 870"/>
                <a:gd name="T13" fmla="*/ 598 h 882"/>
                <a:gd name="T14" fmla="*/ 771 w 870"/>
                <a:gd name="T15" fmla="*/ 608 h 882"/>
                <a:gd name="T16" fmla="*/ 769 w 870"/>
                <a:gd name="T17" fmla="*/ 609 h 882"/>
                <a:gd name="T18" fmla="*/ 758 w 870"/>
                <a:gd name="T19" fmla="*/ 610 h 882"/>
                <a:gd name="T20" fmla="*/ 756 w 870"/>
                <a:gd name="T21" fmla="*/ 611 h 882"/>
                <a:gd name="T22" fmla="*/ 711 w 870"/>
                <a:gd name="T23" fmla="*/ 587 h 882"/>
                <a:gd name="T24" fmla="*/ 690 w 870"/>
                <a:gd name="T25" fmla="*/ 525 h 882"/>
                <a:gd name="T26" fmla="*/ 704 w 870"/>
                <a:gd name="T27" fmla="*/ 453 h 882"/>
                <a:gd name="T28" fmla="*/ 720 w 870"/>
                <a:gd name="T29" fmla="*/ 434 h 882"/>
                <a:gd name="T30" fmla="*/ 745 w 870"/>
                <a:gd name="T31" fmla="*/ 427 h 882"/>
                <a:gd name="T32" fmla="*/ 761 w 870"/>
                <a:gd name="T33" fmla="*/ 429 h 882"/>
                <a:gd name="T34" fmla="*/ 797 w 870"/>
                <a:gd name="T35" fmla="*/ 445 h 882"/>
                <a:gd name="T36" fmla="*/ 811 w 870"/>
                <a:gd name="T37" fmla="*/ 455 h 882"/>
                <a:gd name="T38" fmla="*/ 831 w 870"/>
                <a:gd name="T39" fmla="*/ 462 h 882"/>
                <a:gd name="T40" fmla="*/ 832 w 870"/>
                <a:gd name="T41" fmla="*/ 461 h 882"/>
                <a:gd name="T42" fmla="*/ 832 w 870"/>
                <a:gd name="T43" fmla="*/ 462 h 882"/>
                <a:gd name="T44" fmla="*/ 845 w 870"/>
                <a:gd name="T45" fmla="*/ 459 h 882"/>
                <a:gd name="T46" fmla="*/ 856 w 870"/>
                <a:gd name="T47" fmla="*/ 448 h 882"/>
                <a:gd name="T48" fmla="*/ 861 w 870"/>
                <a:gd name="T49" fmla="*/ 431 h 882"/>
                <a:gd name="T50" fmla="*/ 864 w 870"/>
                <a:gd name="T51" fmla="*/ 402 h 882"/>
                <a:gd name="T52" fmla="*/ 864 w 870"/>
                <a:gd name="T53" fmla="*/ 365 h 882"/>
                <a:gd name="T54" fmla="*/ 861 w 870"/>
                <a:gd name="T55" fmla="*/ 277 h 882"/>
                <a:gd name="T56" fmla="*/ 851 w 870"/>
                <a:gd name="T57" fmla="*/ 165 h 882"/>
                <a:gd name="T58" fmla="*/ 503 w 870"/>
                <a:gd name="T59" fmla="*/ 171 h 882"/>
                <a:gd name="T60" fmla="*/ 486 w 870"/>
                <a:gd name="T61" fmla="*/ 166 h 882"/>
                <a:gd name="T62" fmla="*/ 475 w 870"/>
                <a:gd name="T63" fmla="*/ 155 h 882"/>
                <a:gd name="T64" fmla="*/ 472 w 870"/>
                <a:gd name="T65" fmla="*/ 142 h 882"/>
                <a:gd name="T66" fmla="*/ 472 w 870"/>
                <a:gd name="T67" fmla="*/ 141 h 882"/>
                <a:gd name="T68" fmla="*/ 472 w 870"/>
                <a:gd name="T69" fmla="*/ 141 h 882"/>
                <a:gd name="T70" fmla="*/ 479 w 870"/>
                <a:gd name="T71" fmla="*/ 121 h 882"/>
                <a:gd name="T72" fmla="*/ 489 w 870"/>
                <a:gd name="T73" fmla="*/ 107 h 882"/>
                <a:gd name="T74" fmla="*/ 505 w 870"/>
                <a:gd name="T75" fmla="*/ 71 h 882"/>
                <a:gd name="T76" fmla="*/ 507 w 870"/>
                <a:gd name="T77" fmla="*/ 55 h 882"/>
                <a:gd name="T78" fmla="*/ 499 w 870"/>
                <a:gd name="T79" fmla="*/ 30 h 882"/>
                <a:gd name="T80" fmla="*/ 480 w 870"/>
                <a:gd name="T81" fmla="*/ 13 h 882"/>
                <a:gd name="T82" fmla="*/ 409 w 870"/>
                <a:gd name="T83" fmla="*/ 0 h 882"/>
                <a:gd name="T84" fmla="*/ 347 w 870"/>
                <a:gd name="T85" fmla="*/ 20 h 882"/>
                <a:gd name="T86" fmla="*/ 323 w 870"/>
                <a:gd name="T87" fmla="*/ 66 h 882"/>
                <a:gd name="T88" fmla="*/ 323 w 870"/>
                <a:gd name="T89" fmla="*/ 67 h 882"/>
                <a:gd name="T90" fmla="*/ 325 w 870"/>
                <a:gd name="T91" fmla="*/ 78 h 882"/>
                <a:gd name="T92" fmla="*/ 326 w 870"/>
                <a:gd name="T93" fmla="*/ 81 h 882"/>
                <a:gd name="T94" fmla="*/ 336 w 870"/>
                <a:gd name="T95" fmla="*/ 103 h 882"/>
                <a:gd name="T96" fmla="*/ 348 w 870"/>
                <a:gd name="T97" fmla="*/ 119 h 882"/>
                <a:gd name="T98" fmla="*/ 354 w 870"/>
                <a:gd name="T99" fmla="*/ 137 h 882"/>
                <a:gd name="T100" fmla="*/ 354 w 870"/>
                <a:gd name="T101" fmla="*/ 138 h 882"/>
                <a:gd name="T102" fmla="*/ 354 w 870"/>
                <a:gd name="T103" fmla="*/ 138 h 882"/>
                <a:gd name="T104" fmla="*/ 350 w 870"/>
                <a:gd name="T105" fmla="*/ 155 h 882"/>
                <a:gd name="T106" fmla="*/ 316 w 870"/>
                <a:gd name="T107" fmla="*/ 170 h 882"/>
                <a:gd name="T108" fmla="*/ 274 w 870"/>
                <a:gd name="T109" fmla="*/ 173 h 882"/>
                <a:gd name="T110" fmla="*/ 0 w 870"/>
                <a:gd name="T111" fmla="*/ 167 h 882"/>
                <a:gd name="T112" fmla="*/ 852 w 870"/>
                <a:gd name="T113" fmla="*/ 882 h 882"/>
                <a:gd name="T114" fmla="*/ 868 w 870"/>
                <a:gd name="T115" fmla="*/ 665 h 882"/>
                <a:gd name="T116" fmla="*/ 860 w 870"/>
                <a:gd name="T117" fmla="*/ 599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70" h="882">
                  <a:moveTo>
                    <a:pt x="860" y="599"/>
                  </a:moveTo>
                  <a:cubicBezTo>
                    <a:pt x="857" y="593"/>
                    <a:pt x="852" y="587"/>
                    <a:pt x="845" y="583"/>
                  </a:cubicBezTo>
                  <a:cubicBezTo>
                    <a:pt x="840" y="581"/>
                    <a:pt x="834" y="580"/>
                    <a:pt x="829" y="580"/>
                  </a:cubicBezTo>
                  <a:cubicBezTo>
                    <a:pt x="829" y="580"/>
                    <a:pt x="829" y="580"/>
                    <a:pt x="828" y="580"/>
                  </a:cubicBezTo>
                  <a:cubicBezTo>
                    <a:pt x="828" y="580"/>
                    <a:pt x="828" y="580"/>
                    <a:pt x="828" y="580"/>
                  </a:cubicBezTo>
                  <a:cubicBezTo>
                    <a:pt x="821" y="580"/>
                    <a:pt x="814" y="583"/>
                    <a:pt x="810" y="586"/>
                  </a:cubicBezTo>
                  <a:cubicBezTo>
                    <a:pt x="803" y="590"/>
                    <a:pt x="798" y="594"/>
                    <a:pt x="793" y="598"/>
                  </a:cubicBezTo>
                  <a:cubicBezTo>
                    <a:pt x="787" y="602"/>
                    <a:pt x="781" y="605"/>
                    <a:pt x="771" y="608"/>
                  </a:cubicBezTo>
                  <a:cubicBezTo>
                    <a:pt x="770" y="608"/>
                    <a:pt x="770" y="609"/>
                    <a:pt x="769" y="609"/>
                  </a:cubicBezTo>
                  <a:cubicBezTo>
                    <a:pt x="765" y="610"/>
                    <a:pt x="761" y="610"/>
                    <a:pt x="758" y="610"/>
                  </a:cubicBezTo>
                  <a:cubicBezTo>
                    <a:pt x="757" y="610"/>
                    <a:pt x="757" y="611"/>
                    <a:pt x="756" y="611"/>
                  </a:cubicBezTo>
                  <a:cubicBezTo>
                    <a:pt x="738" y="611"/>
                    <a:pt x="723" y="602"/>
                    <a:pt x="711" y="587"/>
                  </a:cubicBezTo>
                  <a:cubicBezTo>
                    <a:pt x="699" y="572"/>
                    <a:pt x="691" y="550"/>
                    <a:pt x="690" y="525"/>
                  </a:cubicBezTo>
                  <a:cubicBezTo>
                    <a:pt x="690" y="496"/>
                    <a:pt x="695" y="470"/>
                    <a:pt x="704" y="453"/>
                  </a:cubicBezTo>
                  <a:cubicBezTo>
                    <a:pt x="708" y="445"/>
                    <a:pt x="714" y="439"/>
                    <a:pt x="720" y="434"/>
                  </a:cubicBezTo>
                  <a:cubicBezTo>
                    <a:pt x="727" y="430"/>
                    <a:pt x="735" y="427"/>
                    <a:pt x="745" y="427"/>
                  </a:cubicBezTo>
                  <a:cubicBezTo>
                    <a:pt x="750" y="427"/>
                    <a:pt x="756" y="427"/>
                    <a:pt x="761" y="429"/>
                  </a:cubicBezTo>
                  <a:cubicBezTo>
                    <a:pt x="778" y="432"/>
                    <a:pt x="788" y="438"/>
                    <a:pt x="797" y="445"/>
                  </a:cubicBezTo>
                  <a:cubicBezTo>
                    <a:pt x="802" y="448"/>
                    <a:pt x="806" y="452"/>
                    <a:pt x="811" y="455"/>
                  </a:cubicBezTo>
                  <a:cubicBezTo>
                    <a:pt x="816" y="458"/>
                    <a:pt x="823" y="462"/>
                    <a:pt x="831" y="462"/>
                  </a:cubicBezTo>
                  <a:cubicBezTo>
                    <a:pt x="831" y="462"/>
                    <a:pt x="832" y="461"/>
                    <a:pt x="832" y="461"/>
                  </a:cubicBezTo>
                  <a:cubicBezTo>
                    <a:pt x="832" y="461"/>
                    <a:pt x="832" y="462"/>
                    <a:pt x="832" y="462"/>
                  </a:cubicBezTo>
                  <a:cubicBezTo>
                    <a:pt x="837" y="461"/>
                    <a:pt x="841" y="460"/>
                    <a:pt x="845" y="459"/>
                  </a:cubicBezTo>
                  <a:cubicBezTo>
                    <a:pt x="851" y="456"/>
                    <a:pt x="854" y="451"/>
                    <a:pt x="856" y="448"/>
                  </a:cubicBezTo>
                  <a:cubicBezTo>
                    <a:pt x="859" y="442"/>
                    <a:pt x="860" y="437"/>
                    <a:pt x="861" y="431"/>
                  </a:cubicBezTo>
                  <a:cubicBezTo>
                    <a:pt x="863" y="423"/>
                    <a:pt x="864" y="413"/>
                    <a:pt x="864" y="402"/>
                  </a:cubicBezTo>
                  <a:cubicBezTo>
                    <a:pt x="864" y="391"/>
                    <a:pt x="865" y="379"/>
                    <a:pt x="864" y="365"/>
                  </a:cubicBezTo>
                  <a:cubicBezTo>
                    <a:pt x="864" y="338"/>
                    <a:pt x="863" y="306"/>
                    <a:pt x="861" y="277"/>
                  </a:cubicBezTo>
                  <a:cubicBezTo>
                    <a:pt x="859" y="246"/>
                    <a:pt x="854" y="190"/>
                    <a:pt x="851" y="165"/>
                  </a:cubicBezTo>
                  <a:cubicBezTo>
                    <a:pt x="555" y="179"/>
                    <a:pt x="511" y="173"/>
                    <a:pt x="503" y="171"/>
                  </a:cubicBezTo>
                  <a:cubicBezTo>
                    <a:pt x="497" y="170"/>
                    <a:pt x="492" y="169"/>
                    <a:pt x="486" y="166"/>
                  </a:cubicBezTo>
                  <a:cubicBezTo>
                    <a:pt x="482" y="164"/>
                    <a:pt x="478" y="161"/>
                    <a:pt x="475" y="155"/>
                  </a:cubicBezTo>
                  <a:cubicBezTo>
                    <a:pt x="473" y="151"/>
                    <a:pt x="472" y="146"/>
                    <a:pt x="472" y="142"/>
                  </a:cubicBezTo>
                  <a:cubicBezTo>
                    <a:pt x="472" y="142"/>
                    <a:pt x="472" y="142"/>
                    <a:pt x="472" y="141"/>
                  </a:cubicBezTo>
                  <a:cubicBezTo>
                    <a:pt x="472" y="141"/>
                    <a:pt x="472" y="141"/>
                    <a:pt x="472" y="141"/>
                  </a:cubicBezTo>
                  <a:cubicBezTo>
                    <a:pt x="472" y="133"/>
                    <a:pt x="476" y="126"/>
                    <a:pt x="479" y="121"/>
                  </a:cubicBezTo>
                  <a:cubicBezTo>
                    <a:pt x="482" y="116"/>
                    <a:pt x="486" y="111"/>
                    <a:pt x="489" y="107"/>
                  </a:cubicBezTo>
                  <a:cubicBezTo>
                    <a:pt x="495" y="98"/>
                    <a:pt x="502" y="88"/>
                    <a:pt x="505" y="71"/>
                  </a:cubicBezTo>
                  <a:cubicBezTo>
                    <a:pt x="506" y="65"/>
                    <a:pt x="507" y="60"/>
                    <a:pt x="507" y="55"/>
                  </a:cubicBezTo>
                  <a:cubicBezTo>
                    <a:pt x="506" y="44"/>
                    <a:pt x="504" y="36"/>
                    <a:pt x="499" y="30"/>
                  </a:cubicBezTo>
                  <a:cubicBezTo>
                    <a:pt x="495" y="23"/>
                    <a:pt x="489" y="18"/>
                    <a:pt x="480" y="13"/>
                  </a:cubicBezTo>
                  <a:cubicBezTo>
                    <a:pt x="464" y="4"/>
                    <a:pt x="438" y="0"/>
                    <a:pt x="409" y="0"/>
                  </a:cubicBezTo>
                  <a:cubicBezTo>
                    <a:pt x="383" y="0"/>
                    <a:pt x="362" y="8"/>
                    <a:pt x="347" y="20"/>
                  </a:cubicBezTo>
                  <a:cubicBezTo>
                    <a:pt x="332" y="32"/>
                    <a:pt x="323" y="48"/>
                    <a:pt x="323" y="66"/>
                  </a:cubicBezTo>
                  <a:cubicBezTo>
                    <a:pt x="323" y="66"/>
                    <a:pt x="323" y="67"/>
                    <a:pt x="323" y="67"/>
                  </a:cubicBezTo>
                  <a:cubicBezTo>
                    <a:pt x="323" y="71"/>
                    <a:pt x="324" y="75"/>
                    <a:pt x="325" y="78"/>
                  </a:cubicBezTo>
                  <a:cubicBezTo>
                    <a:pt x="325" y="79"/>
                    <a:pt x="325" y="80"/>
                    <a:pt x="326" y="81"/>
                  </a:cubicBezTo>
                  <a:cubicBezTo>
                    <a:pt x="328" y="91"/>
                    <a:pt x="332" y="97"/>
                    <a:pt x="336" y="103"/>
                  </a:cubicBezTo>
                  <a:cubicBezTo>
                    <a:pt x="340" y="108"/>
                    <a:pt x="344" y="112"/>
                    <a:pt x="348" y="119"/>
                  </a:cubicBezTo>
                  <a:cubicBezTo>
                    <a:pt x="351" y="124"/>
                    <a:pt x="354" y="130"/>
                    <a:pt x="354" y="137"/>
                  </a:cubicBezTo>
                  <a:cubicBezTo>
                    <a:pt x="354" y="138"/>
                    <a:pt x="354" y="138"/>
                    <a:pt x="354" y="138"/>
                  </a:cubicBezTo>
                  <a:cubicBezTo>
                    <a:pt x="354" y="138"/>
                    <a:pt x="354" y="138"/>
                    <a:pt x="354" y="138"/>
                  </a:cubicBezTo>
                  <a:cubicBezTo>
                    <a:pt x="354" y="144"/>
                    <a:pt x="354" y="150"/>
                    <a:pt x="350" y="155"/>
                  </a:cubicBezTo>
                  <a:cubicBezTo>
                    <a:pt x="342" y="165"/>
                    <a:pt x="323" y="168"/>
                    <a:pt x="316" y="170"/>
                  </a:cubicBezTo>
                  <a:cubicBezTo>
                    <a:pt x="304" y="172"/>
                    <a:pt x="290" y="173"/>
                    <a:pt x="274" y="173"/>
                  </a:cubicBezTo>
                  <a:cubicBezTo>
                    <a:pt x="239" y="174"/>
                    <a:pt x="72" y="169"/>
                    <a:pt x="0" y="167"/>
                  </a:cubicBezTo>
                  <a:cubicBezTo>
                    <a:pt x="4" y="560"/>
                    <a:pt x="342" y="873"/>
                    <a:pt x="852" y="882"/>
                  </a:cubicBezTo>
                  <a:cubicBezTo>
                    <a:pt x="855" y="851"/>
                    <a:pt x="866" y="717"/>
                    <a:pt x="868" y="665"/>
                  </a:cubicBezTo>
                  <a:cubicBezTo>
                    <a:pt x="869" y="649"/>
                    <a:pt x="870" y="625"/>
                    <a:pt x="860" y="599"/>
                  </a:cubicBezTo>
                  <a:close/>
                </a:path>
              </a:pathLst>
            </a:custGeom>
            <a:solidFill>
              <a:schemeClr val="accent2"/>
            </a:solidFill>
            <a:ln w="381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13"/>
            <p:cNvSpPr>
              <a:spLocks/>
            </p:cNvSpPr>
            <p:nvPr/>
          </p:nvSpPr>
          <p:spPr bwMode="auto">
            <a:xfrm>
              <a:off x="5566709" y="2700244"/>
              <a:ext cx="2901950" cy="2384425"/>
            </a:xfrm>
            <a:custGeom>
              <a:avLst/>
              <a:gdLst>
                <a:gd name="T0" fmla="*/ 627 w 1032"/>
                <a:gd name="T1" fmla="*/ 27 h 848"/>
                <a:gd name="T2" fmla="*/ 623 w 1032"/>
                <a:gd name="T3" fmla="*/ 43 h 848"/>
                <a:gd name="T4" fmla="*/ 629 w 1032"/>
                <a:gd name="T5" fmla="*/ 62 h 848"/>
                <a:gd name="T6" fmla="*/ 652 w 1032"/>
                <a:gd name="T7" fmla="*/ 101 h 848"/>
                <a:gd name="T8" fmla="*/ 654 w 1032"/>
                <a:gd name="T9" fmla="*/ 114 h 848"/>
                <a:gd name="T10" fmla="*/ 630 w 1032"/>
                <a:gd name="T11" fmla="*/ 161 h 848"/>
                <a:gd name="T12" fmla="*/ 497 w 1032"/>
                <a:gd name="T13" fmla="*/ 168 h 848"/>
                <a:gd name="T14" fmla="*/ 470 w 1032"/>
                <a:gd name="T15" fmla="*/ 126 h 848"/>
                <a:gd name="T16" fmla="*/ 488 w 1032"/>
                <a:gd name="T17" fmla="*/ 74 h 848"/>
                <a:gd name="T18" fmla="*/ 505 w 1032"/>
                <a:gd name="T19" fmla="*/ 40 h 848"/>
                <a:gd name="T20" fmla="*/ 505 w 1032"/>
                <a:gd name="T21" fmla="*/ 39 h 848"/>
                <a:gd name="T22" fmla="*/ 492 w 1032"/>
                <a:gd name="T23" fmla="*/ 16 h 848"/>
                <a:gd name="T24" fmla="*/ 446 w 1032"/>
                <a:gd name="T25" fmla="*/ 7 h 848"/>
                <a:gd name="T26" fmla="*/ 320 w 1032"/>
                <a:gd name="T27" fmla="*/ 11 h 848"/>
                <a:gd name="T28" fmla="*/ 162 w 1032"/>
                <a:gd name="T29" fmla="*/ 20 h 848"/>
                <a:gd name="T30" fmla="*/ 161 w 1032"/>
                <a:gd name="T31" fmla="*/ 20 h 848"/>
                <a:gd name="T32" fmla="*/ 163 w 1032"/>
                <a:gd name="T33" fmla="*/ 20 h 848"/>
                <a:gd name="T34" fmla="*/ 171 w 1032"/>
                <a:gd name="T35" fmla="*/ 132 h 848"/>
                <a:gd name="T36" fmla="*/ 174 w 1032"/>
                <a:gd name="T37" fmla="*/ 257 h 848"/>
                <a:gd name="T38" fmla="*/ 166 w 1032"/>
                <a:gd name="T39" fmla="*/ 303 h 848"/>
                <a:gd name="T40" fmla="*/ 142 w 1032"/>
                <a:gd name="T41" fmla="*/ 317 h 848"/>
                <a:gd name="T42" fmla="*/ 141 w 1032"/>
                <a:gd name="T43" fmla="*/ 317 h 848"/>
                <a:gd name="T44" fmla="*/ 107 w 1032"/>
                <a:gd name="T45" fmla="*/ 300 h 848"/>
                <a:gd name="T46" fmla="*/ 55 w 1032"/>
                <a:gd name="T47" fmla="*/ 282 h 848"/>
                <a:gd name="T48" fmla="*/ 14 w 1032"/>
                <a:gd name="T49" fmla="*/ 308 h 848"/>
                <a:gd name="T50" fmla="*/ 21 w 1032"/>
                <a:gd name="T51" fmla="*/ 442 h 848"/>
                <a:gd name="T52" fmla="*/ 68 w 1032"/>
                <a:gd name="T53" fmla="*/ 465 h 848"/>
                <a:gd name="T54" fmla="*/ 81 w 1032"/>
                <a:gd name="T55" fmla="*/ 463 h 848"/>
                <a:gd name="T56" fmla="*/ 120 w 1032"/>
                <a:gd name="T57" fmla="*/ 441 h 848"/>
                <a:gd name="T58" fmla="*/ 138 w 1032"/>
                <a:gd name="T59" fmla="*/ 435 h 848"/>
                <a:gd name="T60" fmla="*/ 155 w 1032"/>
                <a:gd name="T61" fmla="*/ 438 h 848"/>
                <a:gd name="T62" fmla="*/ 178 w 1032"/>
                <a:gd name="T63" fmla="*/ 520 h 848"/>
                <a:gd name="T64" fmla="*/ 171 w 1032"/>
                <a:gd name="T65" fmla="*/ 737 h 848"/>
                <a:gd name="T66" fmla="*/ 381 w 1032"/>
                <a:gd name="T67" fmla="*/ 848 h 848"/>
                <a:gd name="T68" fmla="*/ 1032 w 1032"/>
                <a:gd name="T69" fmla="*/ 16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2" h="848">
                  <a:moveTo>
                    <a:pt x="657" y="9"/>
                  </a:moveTo>
                  <a:cubicBezTo>
                    <a:pt x="648" y="10"/>
                    <a:pt x="630" y="19"/>
                    <a:pt x="627" y="27"/>
                  </a:cubicBezTo>
                  <a:cubicBezTo>
                    <a:pt x="625" y="32"/>
                    <a:pt x="623" y="37"/>
                    <a:pt x="623" y="43"/>
                  </a:cubicBezTo>
                  <a:cubicBezTo>
                    <a:pt x="623" y="43"/>
                    <a:pt x="623" y="43"/>
                    <a:pt x="623" y="43"/>
                  </a:cubicBezTo>
                  <a:cubicBezTo>
                    <a:pt x="623" y="43"/>
                    <a:pt x="623" y="44"/>
                    <a:pt x="623" y="44"/>
                  </a:cubicBezTo>
                  <a:cubicBezTo>
                    <a:pt x="623" y="51"/>
                    <a:pt x="626" y="57"/>
                    <a:pt x="629" y="62"/>
                  </a:cubicBezTo>
                  <a:cubicBezTo>
                    <a:pt x="633" y="69"/>
                    <a:pt x="638" y="73"/>
                    <a:pt x="641" y="79"/>
                  </a:cubicBezTo>
                  <a:cubicBezTo>
                    <a:pt x="645" y="84"/>
                    <a:pt x="649" y="90"/>
                    <a:pt x="652" y="101"/>
                  </a:cubicBezTo>
                  <a:cubicBezTo>
                    <a:pt x="652" y="101"/>
                    <a:pt x="652" y="102"/>
                    <a:pt x="652" y="103"/>
                  </a:cubicBezTo>
                  <a:cubicBezTo>
                    <a:pt x="653" y="107"/>
                    <a:pt x="654" y="110"/>
                    <a:pt x="654" y="114"/>
                  </a:cubicBezTo>
                  <a:cubicBezTo>
                    <a:pt x="654" y="114"/>
                    <a:pt x="654" y="115"/>
                    <a:pt x="654" y="115"/>
                  </a:cubicBezTo>
                  <a:cubicBezTo>
                    <a:pt x="654" y="133"/>
                    <a:pt x="645" y="149"/>
                    <a:pt x="630" y="161"/>
                  </a:cubicBezTo>
                  <a:cubicBezTo>
                    <a:pt x="615" y="173"/>
                    <a:pt x="594" y="181"/>
                    <a:pt x="568" y="181"/>
                  </a:cubicBezTo>
                  <a:cubicBezTo>
                    <a:pt x="539" y="182"/>
                    <a:pt x="513" y="177"/>
                    <a:pt x="497" y="168"/>
                  </a:cubicBezTo>
                  <a:cubicBezTo>
                    <a:pt x="488" y="163"/>
                    <a:pt x="482" y="158"/>
                    <a:pt x="478" y="151"/>
                  </a:cubicBezTo>
                  <a:cubicBezTo>
                    <a:pt x="473" y="145"/>
                    <a:pt x="471" y="137"/>
                    <a:pt x="470" y="126"/>
                  </a:cubicBezTo>
                  <a:cubicBezTo>
                    <a:pt x="470" y="121"/>
                    <a:pt x="471" y="116"/>
                    <a:pt x="472" y="110"/>
                  </a:cubicBezTo>
                  <a:cubicBezTo>
                    <a:pt x="475" y="93"/>
                    <a:pt x="482" y="83"/>
                    <a:pt x="488" y="74"/>
                  </a:cubicBezTo>
                  <a:cubicBezTo>
                    <a:pt x="492" y="70"/>
                    <a:pt x="495" y="66"/>
                    <a:pt x="498" y="60"/>
                  </a:cubicBezTo>
                  <a:cubicBezTo>
                    <a:pt x="502" y="55"/>
                    <a:pt x="505" y="48"/>
                    <a:pt x="505" y="40"/>
                  </a:cubicBezTo>
                  <a:cubicBezTo>
                    <a:pt x="505" y="40"/>
                    <a:pt x="505" y="40"/>
                    <a:pt x="505" y="40"/>
                  </a:cubicBezTo>
                  <a:cubicBezTo>
                    <a:pt x="505" y="40"/>
                    <a:pt x="505" y="39"/>
                    <a:pt x="505" y="39"/>
                  </a:cubicBezTo>
                  <a:cubicBezTo>
                    <a:pt x="505" y="35"/>
                    <a:pt x="504" y="30"/>
                    <a:pt x="502" y="26"/>
                  </a:cubicBezTo>
                  <a:cubicBezTo>
                    <a:pt x="499" y="21"/>
                    <a:pt x="495" y="17"/>
                    <a:pt x="492" y="16"/>
                  </a:cubicBezTo>
                  <a:cubicBezTo>
                    <a:pt x="485" y="12"/>
                    <a:pt x="480" y="11"/>
                    <a:pt x="475" y="10"/>
                  </a:cubicBezTo>
                  <a:cubicBezTo>
                    <a:pt x="466" y="9"/>
                    <a:pt x="457" y="8"/>
                    <a:pt x="446" y="7"/>
                  </a:cubicBezTo>
                  <a:cubicBezTo>
                    <a:pt x="435" y="7"/>
                    <a:pt x="422" y="7"/>
                    <a:pt x="409" y="7"/>
                  </a:cubicBezTo>
                  <a:cubicBezTo>
                    <a:pt x="381" y="7"/>
                    <a:pt x="350" y="9"/>
                    <a:pt x="320" y="11"/>
                  </a:cubicBezTo>
                  <a:cubicBezTo>
                    <a:pt x="291" y="12"/>
                    <a:pt x="191" y="17"/>
                    <a:pt x="162" y="20"/>
                  </a:cubicBezTo>
                  <a:cubicBezTo>
                    <a:pt x="162" y="20"/>
                    <a:pt x="162" y="20"/>
                    <a:pt x="162" y="20"/>
                  </a:cubicBezTo>
                  <a:cubicBezTo>
                    <a:pt x="162" y="20"/>
                    <a:pt x="162" y="20"/>
                    <a:pt x="162" y="20"/>
                  </a:cubicBezTo>
                  <a:cubicBezTo>
                    <a:pt x="162" y="20"/>
                    <a:pt x="162" y="20"/>
                    <a:pt x="161" y="20"/>
                  </a:cubicBezTo>
                  <a:cubicBezTo>
                    <a:pt x="161" y="20"/>
                    <a:pt x="161" y="20"/>
                    <a:pt x="161" y="20"/>
                  </a:cubicBezTo>
                  <a:cubicBezTo>
                    <a:pt x="162" y="20"/>
                    <a:pt x="163" y="20"/>
                    <a:pt x="163" y="20"/>
                  </a:cubicBezTo>
                  <a:cubicBezTo>
                    <a:pt x="163" y="20"/>
                    <a:pt x="162" y="20"/>
                    <a:pt x="161" y="20"/>
                  </a:cubicBezTo>
                  <a:cubicBezTo>
                    <a:pt x="164" y="45"/>
                    <a:pt x="169" y="101"/>
                    <a:pt x="171" y="132"/>
                  </a:cubicBezTo>
                  <a:cubicBezTo>
                    <a:pt x="173" y="161"/>
                    <a:pt x="174" y="193"/>
                    <a:pt x="174" y="220"/>
                  </a:cubicBezTo>
                  <a:cubicBezTo>
                    <a:pt x="175" y="234"/>
                    <a:pt x="174" y="246"/>
                    <a:pt x="174" y="257"/>
                  </a:cubicBezTo>
                  <a:cubicBezTo>
                    <a:pt x="174" y="268"/>
                    <a:pt x="173" y="278"/>
                    <a:pt x="171" y="286"/>
                  </a:cubicBezTo>
                  <a:cubicBezTo>
                    <a:pt x="170" y="292"/>
                    <a:pt x="169" y="297"/>
                    <a:pt x="166" y="303"/>
                  </a:cubicBezTo>
                  <a:cubicBezTo>
                    <a:pt x="164" y="306"/>
                    <a:pt x="161" y="311"/>
                    <a:pt x="155" y="314"/>
                  </a:cubicBezTo>
                  <a:cubicBezTo>
                    <a:pt x="151" y="315"/>
                    <a:pt x="147" y="316"/>
                    <a:pt x="142" y="317"/>
                  </a:cubicBezTo>
                  <a:cubicBezTo>
                    <a:pt x="142" y="317"/>
                    <a:pt x="142" y="316"/>
                    <a:pt x="142" y="316"/>
                  </a:cubicBezTo>
                  <a:cubicBezTo>
                    <a:pt x="142" y="316"/>
                    <a:pt x="141" y="317"/>
                    <a:pt x="141" y="317"/>
                  </a:cubicBezTo>
                  <a:cubicBezTo>
                    <a:pt x="133" y="317"/>
                    <a:pt x="126" y="313"/>
                    <a:pt x="121" y="310"/>
                  </a:cubicBezTo>
                  <a:cubicBezTo>
                    <a:pt x="116" y="307"/>
                    <a:pt x="112" y="303"/>
                    <a:pt x="107" y="300"/>
                  </a:cubicBezTo>
                  <a:cubicBezTo>
                    <a:pt x="98" y="293"/>
                    <a:pt x="88" y="287"/>
                    <a:pt x="71" y="284"/>
                  </a:cubicBezTo>
                  <a:cubicBezTo>
                    <a:pt x="66" y="282"/>
                    <a:pt x="60" y="282"/>
                    <a:pt x="55" y="282"/>
                  </a:cubicBezTo>
                  <a:cubicBezTo>
                    <a:pt x="45" y="282"/>
                    <a:pt x="37" y="285"/>
                    <a:pt x="30" y="289"/>
                  </a:cubicBezTo>
                  <a:cubicBezTo>
                    <a:pt x="24" y="294"/>
                    <a:pt x="18" y="300"/>
                    <a:pt x="14" y="308"/>
                  </a:cubicBezTo>
                  <a:cubicBezTo>
                    <a:pt x="5" y="325"/>
                    <a:pt x="0" y="351"/>
                    <a:pt x="0" y="380"/>
                  </a:cubicBezTo>
                  <a:cubicBezTo>
                    <a:pt x="1" y="405"/>
                    <a:pt x="9" y="427"/>
                    <a:pt x="21" y="442"/>
                  </a:cubicBezTo>
                  <a:cubicBezTo>
                    <a:pt x="33" y="457"/>
                    <a:pt x="48" y="466"/>
                    <a:pt x="66" y="466"/>
                  </a:cubicBezTo>
                  <a:cubicBezTo>
                    <a:pt x="67" y="466"/>
                    <a:pt x="67" y="465"/>
                    <a:pt x="68" y="465"/>
                  </a:cubicBezTo>
                  <a:cubicBezTo>
                    <a:pt x="71" y="465"/>
                    <a:pt x="75" y="465"/>
                    <a:pt x="79" y="464"/>
                  </a:cubicBezTo>
                  <a:cubicBezTo>
                    <a:pt x="80" y="464"/>
                    <a:pt x="80" y="463"/>
                    <a:pt x="81" y="463"/>
                  </a:cubicBezTo>
                  <a:cubicBezTo>
                    <a:pt x="91" y="460"/>
                    <a:pt x="97" y="457"/>
                    <a:pt x="103" y="453"/>
                  </a:cubicBezTo>
                  <a:cubicBezTo>
                    <a:pt x="108" y="449"/>
                    <a:pt x="113" y="445"/>
                    <a:pt x="120" y="441"/>
                  </a:cubicBezTo>
                  <a:cubicBezTo>
                    <a:pt x="124" y="438"/>
                    <a:pt x="131" y="435"/>
                    <a:pt x="138" y="435"/>
                  </a:cubicBezTo>
                  <a:cubicBezTo>
                    <a:pt x="138" y="435"/>
                    <a:pt x="138" y="435"/>
                    <a:pt x="138" y="435"/>
                  </a:cubicBezTo>
                  <a:cubicBezTo>
                    <a:pt x="139" y="435"/>
                    <a:pt x="139" y="435"/>
                    <a:pt x="139" y="435"/>
                  </a:cubicBezTo>
                  <a:cubicBezTo>
                    <a:pt x="144" y="435"/>
                    <a:pt x="150" y="436"/>
                    <a:pt x="155" y="438"/>
                  </a:cubicBezTo>
                  <a:cubicBezTo>
                    <a:pt x="162" y="442"/>
                    <a:pt x="167" y="448"/>
                    <a:pt x="170" y="454"/>
                  </a:cubicBezTo>
                  <a:cubicBezTo>
                    <a:pt x="180" y="480"/>
                    <a:pt x="179" y="504"/>
                    <a:pt x="178" y="520"/>
                  </a:cubicBezTo>
                  <a:cubicBezTo>
                    <a:pt x="176" y="572"/>
                    <a:pt x="165" y="706"/>
                    <a:pt x="162" y="737"/>
                  </a:cubicBezTo>
                  <a:cubicBezTo>
                    <a:pt x="165" y="737"/>
                    <a:pt x="168" y="737"/>
                    <a:pt x="171" y="737"/>
                  </a:cubicBezTo>
                  <a:cubicBezTo>
                    <a:pt x="271" y="738"/>
                    <a:pt x="366" y="723"/>
                    <a:pt x="455" y="696"/>
                  </a:cubicBezTo>
                  <a:cubicBezTo>
                    <a:pt x="441" y="764"/>
                    <a:pt x="381" y="848"/>
                    <a:pt x="381" y="848"/>
                  </a:cubicBezTo>
                  <a:cubicBezTo>
                    <a:pt x="997" y="560"/>
                    <a:pt x="1032" y="148"/>
                    <a:pt x="1032" y="22"/>
                  </a:cubicBezTo>
                  <a:cubicBezTo>
                    <a:pt x="1032" y="20"/>
                    <a:pt x="1032" y="18"/>
                    <a:pt x="1032" y="16"/>
                  </a:cubicBezTo>
                  <a:cubicBezTo>
                    <a:pt x="955" y="11"/>
                    <a:pt x="714" y="0"/>
                    <a:pt x="657" y="9"/>
                  </a:cubicBezTo>
                  <a:close/>
                </a:path>
              </a:pathLst>
            </a:custGeom>
            <a:solidFill>
              <a:schemeClr val="accent5"/>
            </a:solidFill>
            <a:ln w="3810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Freeform 61"/>
          <p:cNvSpPr>
            <a:spLocks noEditPoints="1"/>
          </p:cNvSpPr>
          <p:nvPr/>
        </p:nvSpPr>
        <p:spPr bwMode="auto">
          <a:xfrm>
            <a:off x="5123470" y="2083296"/>
            <a:ext cx="608013" cy="608013"/>
          </a:xfrm>
          <a:custGeom>
            <a:avLst/>
            <a:gdLst>
              <a:gd name="T0" fmla="*/ 2 w 278"/>
              <a:gd name="T1" fmla="*/ 160 h 277"/>
              <a:gd name="T2" fmla="*/ 15 w 278"/>
              <a:gd name="T3" fmla="*/ 202 h 277"/>
              <a:gd name="T4" fmla="*/ 70 w 278"/>
              <a:gd name="T5" fmla="*/ 259 h 277"/>
              <a:gd name="T6" fmla="*/ 183 w 278"/>
              <a:gd name="T7" fmla="*/ 270 h 277"/>
              <a:gd name="T8" fmla="*/ 242 w 278"/>
              <a:gd name="T9" fmla="*/ 232 h 277"/>
              <a:gd name="T10" fmla="*/ 267 w 278"/>
              <a:gd name="T11" fmla="*/ 193 h 277"/>
              <a:gd name="T12" fmla="*/ 278 w 278"/>
              <a:gd name="T13" fmla="*/ 139 h 277"/>
              <a:gd name="T14" fmla="*/ 268 w 278"/>
              <a:gd name="T15" fmla="*/ 88 h 277"/>
              <a:gd name="T16" fmla="*/ 237 w 278"/>
              <a:gd name="T17" fmla="*/ 40 h 277"/>
              <a:gd name="T18" fmla="*/ 196 w 278"/>
              <a:gd name="T19" fmla="*/ 12 h 277"/>
              <a:gd name="T20" fmla="*/ 171 w 278"/>
              <a:gd name="T21" fmla="*/ 3 h 277"/>
              <a:gd name="T22" fmla="*/ 94 w 278"/>
              <a:gd name="T23" fmla="*/ 7 h 277"/>
              <a:gd name="T24" fmla="*/ 48 w 278"/>
              <a:gd name="T25" fmla="*/ 34 h 277"/>
              <a:gd name="T26" fmla="*/ 15 w 278"/>
              <a:gd name="T27" fmla="*/ 75 h 277"/>
              <a:gd name="T28" fmla="*/ 115 w 278"/>
              <a:gd name="T29" fmla="*/ 9 h 277"/>
              <a:gd name="T30" fmla="*/ 136 w 278"/>
              <a:gd name="T31" fmla="*/ 7 h 277"/>
              <a:gd name="T32" fmla="*/ 155 w 278"/>
              <a:gd name="T33" fmla="*/ 14 h 277"/>
              <a:gd name="T34" fmla="*/ 172 w 278"/>
              <a:gd name="T35" fmla="*/ 14 h 277"/>
              <a:gd name="T36" fmla="*/ 187 w 278"/>
              <a:gd name="T37" fmla="*/ 18 h 277"/>
              <a:gd name="T38" fmla="*/ 183 w 278"/>
              <a:gd name="T39" fmla="*/ 21 h 277"/>
              <a:gd name="T40" fmla="*/ 161 w 278"/>
              <a:gd name="T41" fmla="*/ 30 h 277"/>
              <a:gd name="T42" fmla="*/ 164 w 278"/>
              <a:gd name="T43" fmla="*/ 44 h 277"/>
              <a:gd name="T44" fmla="*/ 177 w 278"/>
              <a:gd name="T45" fmla="*/ 53 h 277"/>
              <a:gd name="T46" fmla="*/ 197 w 278"/>
              <a:gd name="T47" fmla="*/ 27 h 277"/>
              <a:gd name="T48" fmla="*/ 211 w 278"/>
              <a:gd name="T49" fmla="*/ 32 h 277"/>
              <a:gd name="T50" fmla="*/ 223 w 278"/>
              <a:gd name="T51" fmla="*/ 38 h 277"/>
              <a:gd name="T52" fmla="*/ 229 w 278"/>
              <a:gd name="T53" fmla="*/ 57 h 277"/>
              <a:gd name="T54" fmla="*/ 225 w 278"/>
              <a:gd name="T55" fmla="*/ 67 h 277"/>
              <a:gd name="T56" fmla="*/ 218 w 278"/>
              <a:gd name="T57" fmla="*/ 59 h 277"/>
              <a:gd name="T58" fmla="*/ 200 w 278"/>
              <a:gd name="T59" fmla="*/ 62 h 277"/>
              <a:gd name="T60" fmla="*/ 212 w 278"/>
              <a:gd name="T61" fmla="*/ 69 h 277"/>
              <a:gd name="T62" fmla="*/ 183 w 278"/>
              <a:gd name="T63" fmla="*/ 80 h 277"/>
              <a:gd name="T64" fmla="*/ 169 w 278"/>
              <a:gd name="T65" fmla="*/ 90 h 277"/>
              <a:gd name="T66" fmla="*/ 151 w 278"/>
              <a:gd name="T67" fmla="*/ 107 h 277"/>
              <a:gd name="T68" fmla="*/ 140 w 278"/>
              <a:gd name="T69" fmla="*/ 118 h 277"/>
              <a:gd name="T70" fmla="*/ 116 w 278"/>
              <a:gd name="T71" fmla="*/ 116 h 277"/>
              <a:gd name="T72" fmla="*/ 97 w 278"/>
              <a:gd name="T73" fmla="*/ 140 h 277"/>
              <a:gd name="T74" fmla="*/ 122 w 278"/>
              <a:gd name="T75" fmla="*/ 138 h 277"/>
              <a:gd name="T76" fmla="*/ 118 w 278"/>
              <a:gd name="T77" fmla="*/ 153 h 277"/>
              <a:gd name="T78" fmla="*/ 144 w 278"/>
              <a:gd name="T79" fmla="*/ 172 h 277"/>
              <a:gd name="T80" fmla="*/ 163 w 278"/>
              <a:gd name="T81" fmla="*/ 164 h 277"/>
              <a:gd name="T82" fmla="*/ 179 w 278"/>
              <a:gd name="T83" fmla="*/ 170 h 277"/>
              <a:gd name="T84" fmla="*/ 195 w 278"/>
              <a:gd name="T85" fmla="*/ 175 h 277"/>
              <a:gd name="T86" fmla="*/ 217 w 278"/>
              <a:gd name="T87" fmla="*/ 190 h 277"/>
              <a:gd name="T88" fmla="*/ 234 w 278"/>
              <a:gd name="T89" fmla="*/ 202 h 277"/>
              <a:gd name="T90" fmla="*/ 170 w 278"/>
              <a:gd name="T91" fmla="*/ 266 h 277"/>
              <a:gd name="T92" fmla="*/ 150 w 278"/>
              <a:gd name="T93" fmla="*/ 237 h 277"/>
              <a:gd name="T94" fmla="*/ 135 w 278"/>
              <a:gd name="T95" fmla="*/ 210 h 277"/>
              <a:gd name="T96" fmla="*/ 142 w 278"/>
              <a:gd name="T97" fmla="*/ 191 h 277"/>
              <a:gd name="T98" fmla="*/ 137 w 278"/>
              <a:gd name="T99" fmla="*/ 177 h 277"/>
              <a:gd name="T100" fmla="*/ 119 w 278"/>
              <a:gd name="T101" fmla="*/ 161 h 277"/>
              <a:gd name="T102" fmla="*/ 91 w 278"/>
              <a:gd name="T103" fmla="*/ 152 h 277"/>
              <a:gd name="T104" fmla="*/ 75 w 278"/>
              <a:gd name="T105" fmla="*/ 139 h 277"/>
              <a:gd name="T106" fmla="*/ 62 w 278"/>
              <a:gd name="T107" fmla="*/ 112 h 277"/>
              <a:gd name="T108" fmla="*/ 65 w 278"/>
              <a:gd name="T109" fmla="*/ 133 h 277"/>
              <a:gd name="T110" fmla="*/ 54 w 278"/>
              <a:gd name="T111" fmla="*/ 115 h 277"/>
              <a:gd name="T112" fmla="*/ 47 w 278"/>
              <a:gd name="T113" fmla="*/ 92 h 277"/>
              <a:gd name="T114" fmla="*/ 61 w 278"/>
              <a:gd name="T115" fmla="*/ 63 h 277"/>
              <a:gd name="T116" fmla="*/ 58 w 278"/>
              <a:gd name="T117" fmla="*/ 4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8" h="277">
                <a:moveTo>
                  <a:pt x="3" y="111"/>
                </a:moveTo>
                <a:cubicBezTo>
                  <a:pt x="2" y="113"/>
                  <a:pt x="2" y="115"/>
                  <a:pt x="2" y="117"/>
                </a:cubicBezTo>
                <a:cubicBezTo>
                  <a:pt x="1" y="120"/>
                  <a:pt x="1" y="122"/>
                  <a:pt x="1" y="124"/>
                </a:cubicBezTo>
                <a:cubicBezTo>
                  <a:pt x="0" y="129"/>
                  <a:pt x="0" y="134"/>
                  <a:pt x="0" y="139"/>
                </a:cubicBezTo>
                <a:cubicBezTo>
                  <a:pt x="0" y="143"/>
                  <a:pt x="0" y="148"/>
                  <a:pt x="1" y="153"/>
                </a:cubicBezTo>
                <a:cubicBezTo>
                  <a:pt x="1" y="155"/>
                  <a:pt x="1" y="157"/>
                  <a:pt x="2" y="160"/>
                </a:cubicBezTo>
                <a:cubicBezTo>
                  <a:pt x="2" y="162"/>
                  <a:pt x="2" y="164"/>
                  <a:pt x="3" y="167"/>
                </a:cubicBezTo>
                <a:cubicBezTo>
                  <a:pt x="3" y="169"/>
                  <a:pt x="4" y="171"/>
                  <a:pt x="4" y="173"/>
                </a:cubicBezTo>
                <a:cubicBezTo>
                  <a:pt x="5" y="178"/>
                  <a:pt x="7" y="182"/>
                  <a:pt x="8" y="186"/>
                </a:cubicBezTo>
                <a:cubicBezTo>
                  <a:pt x="9" y="188"/>
                  <a:pt x="10" y="191"/>
                  <a:pt x="11" y="193"/>
                </a:cubicBezTo>
                <a:cubicBezTo>
                  <a:pt x="12" y="195"/>
                  <a:pt x="13" y="197"/>
                  <a:pt x="14" y="199"/>
                </a:cubicBezTo>
                <a:cubicBezTo>
                  <a:pt x="14" y="200"/>
                  <a:pt x="15" y="201"/>
                  <a:pt x="15" y="202"/>
                </a:cubicBezTo>
                <a:cubicBezTo>
                  <a:pt x="16" y="204"/>
                  <a:pt x="17" y="206"/>
                  <a:pt x="18" y="208"/>
                </a:cubicBezTo>
                <a:cubicBezTo>
                  <a:pt x="22" y="214"/>
                  <a:pt x="25" y="219"/>
                  <a:pt x="30" y="224"/>
                </a:cubicBezTo>
                <a:cubicBezTo>
                  <a:pt x="32" y="227"/>
                  <a:pt x="34" y="230"/>
                  <a:pt x="36" y="232"/>
                </a:cubicBezTo>
                <a:cubicBezTo>
                  <a:pt x="38" y="234"/>
                  <a:pt x="39" y="235"/>
                  <a:pt x="41" y="237"/>
                </a:cubicBezTo>
                <a:cubicBezTo>
                  <a:pt x="42" y="238"/>
                  <a:pt x="44" y="240"/>
                  <a:pt x="45" y="241"/>
                </a:cubicBezTo>
                <a:cubicBezTo>
                  <a:pt x="53" y="248"/>
                  <a:pt x="61" y="254"/>
                  <a:pt x="70" y="259"/>
                </a:cubicBezTo>
                <a:cubicBezTo>
                  <a:pt x="72" y="260"/>
                  <a:pt x="74" y="261"/>
                  <a:pt x="76" y="262"/>
                </a:cubicBezTo>
                <a:cubicBezTo>
                  <a:pt x="80" y="264"/>
                  <a:pt x="84" y="266"/>
                  <a:pt x="88" y="268"/>
                </a:cubicBezTo>
                <a:cubicBezTo>
                  <a:pt x="90" y="269"/>
                  <a:pt x="92" y="269"/>
                  <a:pt x="94" y="270"/>
                </a:cubicBezTo>
                <a:cubicBezTo>
                  <a:pt x="108" y="275"/>
                  <a:pt x="123" y="277"/>
                  <a:pt x="139" y="277"/>
                </a:cubicBezTo>
                <a:cubicBezTo>
                  <a:pt x="149" y="277"/>
                  <a:pt x="160" y="276"/>
                  <a:pt x="170" y="274"/>
                </a:cubicBezTo>
                <a:cubicBezTo>
                  <a:pt x="174" y="273"/>
                  <a:pt x="179" y="272"/>
                  <a:pt x="183" y="270"/>
                </a:cubicBezTo>
                <a:cubicBezTo>
                  <a:pt x="186" y="269"/>
                  <a:pt x="188" y="269"/>
                  <a:pt x="190" y="268"/>
                </a:cubicBezTo>
                <a:cubicBezTo>
                  <a:pt x="194" y="266"/>
                  <a:pt x="198" y="264"/>
                  <a:pt x="202" y="262"/>
                </a:cubicBezTo>
                <a:cubicBezTo>
                  <a:pt x="204" y="261"/>
                  <a:pt x="206" y="260"/>
                  <a:pt x="208" y="259"/>
                </a:cubicBezTo>
                <a:cubicBezTo>
                  <a:pt x="217" y="254"/>
                  <a:pt x="225" y="248"/>
                  <a:pt x="232" y="241"/>
                </a:cubicBezTo>
                <a:cubicBezTo>
                  <a:pt x="234" y="240"/>
                  <a:pt x="236" y="238"/>
                  <a:pt x="237" y="237"/>
                </a:cubicBezTo>
                <a:cubicBezTo>
                  <a:pt x="239" y="235"/>
                  <a:pt x="240" y="234"/>
                  <a:pt x="242" y="232"/>
                </a:cubicBezTo>
                <a:cubicBezTo>
                  <a:pt x="244" y="230"/>
                  <a:pt x="246" y="227"/>
                  <a:pt x="248" y="224"/>
                </a:cubicBezTo>
                <a:cubicBezTo>
                  <a:pt x="251" y="220"/>
                  <a:pt x="254" y="216"/>
                  <a:pt x="257" y="211"/>
                </a:cubicBezTo>
                <a:cubicBezTo>
                  <a:pt x="258" y="210"/>
                  <a:pt x="259" y="209"/>
                  <a:pt x="259" y="208"/>
                </a:cubicBezTo>
                <a:cubicBezTo>
                  <a:pt x="260" y="206"/>
                  <a:pt x="262" y="204"/>
                  <a:pt x="263" y="202"/>
                </a:cubicBezTo>
                <a:cubicBezTo>
                  <a:pt x="263" y="201"/>
                  <a:pt x="264" y="200"/>
                  <a:pt x="264" y="199"/>
                </a:cubicBezTo>
                <a:cubicBezTo>
                  <a:pt x="265" y="197"/>
                  <a:pt x="266" y="195"/>
                  <a:pt x="267" y="193"/>
                </a:cubicBezTo>
                <a:cubicBezTo>
                  <a:pt x="268" y="191"/>
                  <a:pt x="269" y="188"/>
                  <a:pt x="269" y="186"/>
                </a:cubicBezTo>
                <a:cubicBezTo>
                  <a:pt x="271" y="182"/>
                  <a:pt x="272" y="178"/>
                  <a:pt x="273" y="173"/>
                </a:cubicBezTo>
                <a:cubicBezTo>
                  <a:pt x="274" y="171"/>
                  <a:pt x="274" y="169"/>
                  <a:pt x="275" y="167"/>
                </a:cubicBezTo>
                <a:cubicBezTo>
                  <a:pt x="275" y="164"/>
                  <a:pt x="276" y="162"/>
                  <a:pt x="276" y="160"/>
                </a:cubicBezTo>
                <a:cubicBezTo>
                  <a:pt x="277" y="157"/>
                  <a:pt x="277" y="155"/>
                  <a:pt x="277" y="153"/>
                </a:cubicBezTo>
                <a:cubicBezTo>
                  <a:pt x="278" y="148"/>
                  <a:pt x="278" y="143"/>
                  <a:pt x="278" y="139"/>
                </a:cubicBezTo>
                <a:cubicBezTo>
                  <a:pt x="278" y="134"/>
                  <a:pt x="278" y="129"/>
                  <a:pt x="277" y="124"/>
                </a:cubicBezTo>
                <a:cubicBezTo>
                  <a:pt x="277" y="122"/>
                  <a:pt x="277" y="120"/>
                  <a:pt x="276" y="117"/>
                </a:cubicBezTo>
                <a:cubicBezTo>
                  <a:pt x="276" y="115"/>
                  <a:pt x="275" y="113"/>
                  <a:pt x="275" y="111"/>
                </a:cubicBezTo>
                <a:cubicBezTo>
                  <a:pt x="274" y="108"/>
                  <a:pt x="274" y="106"/>
                  <a:pt x="273" y="104"/>
                </a:cubicBezTo>
                <a:cubicBezTo>
                  <a:pt x="272" y="99"/>
                  <a:pt x="271" y="95"/>
                  <a:pt x="269" y="91"/>
                </a:cubicBezTo>
                <a:cubicBezTo>
                  <a:pt x="269" y="90"/>
                  <a:pt x="269" y="89"/>
                  <a:pt x="268" y="88"/>
                </a:cubicBezTo>
                <a:cubicBezTo>
                  <a:pt x="267" y="85"/>
                  <a:pt x="266" y="81"/>
                  <a:pt x="264" y="78"/>
                </a:cubicBezTo>
                <a:cubicBezTo>
                  <a:pt x="264" y="77"/>
                  <a:pt x="263" y="76"/>
                  <a:pt x="263" y="75"/>
                </a:cubicBezTo>
                <a:cubicBezTo>
                  <a:pt x="262" y="73"/>
                  <a:pt x="260" y="71"/>
                  <a:pt x="259" y="69"/>
                </a:cubicBezTo>
                <a:cubicBezTo>
                  <a:pt x="256" y="64"/>
                  <a:pt x="252" y="58"/>
                  <a:pt x="248" y="53"/>
                </a:cubicBezTo>
                <a:cubicBezTo>
                  <a:pt x="246" y="50"/>
                  <a:pt x="244" y="48"/>
                  <a:pt x="242" y="45"/>
                </a:cubicBezTo>
                <a:cubicBezTo>
                  <a:pt x="240" y="44"/>
                  <a:pt x="239" y="42"/>
                  <a:pt x="237" y="40"/>
                </a:cubicBezTo>
                <a:cubicBezTo>
                  <a:pt x="236" y="39"/>
                  <a:pt x="234" y="37"/>
                  <a:pt x="232" y="36"/>
                </a:cubicBezTo>
                <a:cubicBezTo>
                  <a:pt x="229" y="33"/>
                  <a:pt x="226" y="30"/>
                  <a:pt x="222" y="28"/>
                </a:cubicBezTo>
                <a:cubicBezTo>
                  <a:pt x="218" y="24"/>
                  <a:pt x="213" y="21"/>
                  <a:pt x="208" y="18"/>
                </a:cubicBezTo>
                <a:cubicBezTo>
                  <a:pt x="206" y="17"/>
                  <a:pt x="204" y="16"/>
                  <a:pt x="202" y="15"/>
                </a:cubicBezTo>
                <a:cubicBezTo>
                  <a:pt x="201" y="14"/>
                  <a:pt x="200" y="14"/>
                  <a:pt x="199" y="14"/>
                </a:cubicBezTo>
                <a:cubicBezTo>
                  <a:pt x="198" y="13"/>
                  <a:pt x="197" y="12"/>
                  <a:pt x="196" y="12"/>
                </a:cubicBezTo>
                <a:cubicBezTo>
                  <a:pt x="196" y="12"/>
                  <a:pt x="195" y="12"/>
                  <a:pt x="195" y="11"/>
                </a:cubicBezTo>
                <a:cubicBezTo>
                  <a:pt x="193" y="11"/>
                  <a:pt x="191" y="10"/>
                  <a:pt x="190" y="9"/>
                </a:cubicBezTo>
                <a:cubicBezTo>
                  <a:pt x="190" y="9"/>
                  <a:pt x="190" y="9"/>
                  <a:pt x="190" y="9"/>
                </a:cubicBezTo>
                <a:cubicBezTo>
                  <a:pt x="188" y="9"/>
                  <a:pt x="186" y="8"/>
                  <a:pt x="184" y="7"/>
                </a:cubicBezTo>
                <a:cubicBezTo>
                  <a:pt x="184" y="7"/>
                  <a:pt x="184" y="7"/>
                  <a:pt x="183" y="7"/>
                </a:cubicBezTo>
                <a:cubicBezTo>
                  <a:pt x="179" y="6"/>
                  <a:pt x="175" y="4"/>
                  <a:pt x="171" y="3"/>
                </a:cubicBezTo>
                <a:cubicBezTo>
                  <a:pt x="169" y="3"/>
                  <a:pt x="168" y="3"/>
                  <a:pt x="167" y="3"/>
                </a:cubicBezTo>
                <a:cubicBezTo>
                  <a:pt x="166" y="2"/>
                  <a:pt x="165" y="2"/>
                  <a:pt x="164" y="2"/>
                </a:cubicBezTo>
                <a:cubicBezTo>
                  <a:pt x="157" y="1"/>
                  <a:pt x="149" y="0"/>
                  <a:pt x="141" y="0"/>
                </a:cubicBezTo>
                <a:cubicBezTo>
                  <a:pt x="141" y="0"/>
                  <a:pt x="140" y="0"/>
                  <a:pt x="139" y="0"/>
                </a:cubicBezTo>
                <a:cubicBezTo>
                  <a:pt x="137" y="0"/>
                  <a:pt x="136" y="0"/>
                  <a:pt x="135" y="0"/>
                </a:cubicBezTo>
                <a:cubicBezTo>
                  <a:pt x="121" y="0"/>
                  <a:pt x="107" y="3"/>
                  <a:pt x="94" y="7"/>
                </a:cubicBezTo>
                <a:cubicBezTo>
                  <a:pt x="92" y="8"/>
                  <a:pt x="90" y="9"/>
                  <a:pt x="88" y="9"/>
                </a:cubicBezTo>
                <a:cubicBezTo>
                  <a:pt x="87" y="10"/>
                  <a:pt x="87" y="10"/>
                  <a:pt x="86" y="10"/>
                </a:cubicBezTo>
                <a:cubicBezTo>
                  <a:pt x="85" y="11"/>
                  <a:pt x="83" y="11"/>
                  <a:pt x="82" y="12"/>
                </a:cubicBezTo>
                <a:cubicBezTo>
                  <a:pt x="80" y="13"/>
                  <a:pt x="78" y="14"/>
                  <a:pt x="76" y="15"/>
                </a:cubicBezTo>
                <a:cubicBezTo>
                  <a:pt x="74" y="16"/>
                  <a:pt x="72" y="17"/>
                  <a:pt x="70" y="18"/>
                </a:cubicBezTo>
                <a:cubicBezTo>
                  <a:pt x="62" y="23"/>
                  <a:pt x="55" y="28"/>
                  <a:pt x="48" y="34"/>
                </a:cubicBezTo>
                <a:cubicBezTo>
                  <a:pt x="47" y="34"/>
                  <a:pt x="46" y="35"/>
                  <a:pt x="45" y="36"/>
                </a:cubicBezTo>
                <a:cubicBezTo>
                  <a:pt x="44" y="37"/>
                  <a:pt x="42" y="39"/>
                  <a:pt x="41" y="40"/>
                </a:cubicBezTo>
                <a:cubicBezTo>
                  <a:pt x="39" y="42"/>
                  <a:pt x="38" y="44"/>
                  <a:pt x="36" y="45"/>
                </a:cubicBezTo>
                <a:cubicBezTo>
                  <a:pt x="34" y="48"/>
                  <a:pt x="32" y="50"/>
                  <a:pt x="30" y="53"/>
                </a:cubicBezTo>
                <a:cubicBezTo>
                  <a:pt x="25" y="58"/>
                  <a:pt x="22" y="64"/>
                  <a:pt x="18" y="69"/>
                </a:cubicBezTo>
                <a:cubicBezTo>
                  <a:pt x="17" y="71"/>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1"/>
                </a:cubicBezTo>
                <a:close/>
                <a:moveTo>
                  <a:pt x="115" y="9"/>
                </a:moveTo>
                <a:cubicBezTo>
                  <a:pt x="116" y="10"/>
                  <a:pt x="116" y="10"/>
                  <a:pt x="116" y="10"/>
                </a:cubicBezTo>
                <a:cubicBezTo>
                  <a:pt x="118" y="10"/>
                  <a:pt x="119" y="10"/>
                  <a:pt x="121" y="10"/>
                </a:cubicBezTo>
                <a:cubicBezTo>
                  <a:pt x="122" y="10"/>
                  <a:pt x="123" y="10"/>
                  <a:pt x="125" y="10"/>
                </a:cubicBezTo>
                <a:cubicBezTo>
                  <a:pt x="127" y="10"/>
                  <a:pt x="131" y="13"/>
                  <a:pt x="133" y="12"/>
                </a:cubicBezTo>
                <a:cubicBezTo>
                  <a:pt x="134" y="11"/>
                  <a:pt x="134" y="11"/>
                  <a:pt x="134" y="10"/>
                </a:cubicBezTo>
                <a:cubicBezTo>
                  <a:pt x="135" y="9"/>
                  <a:pt x="135" y="8"/>
                  <a:pt x="136" y="7"/>
                </a:cubicBezTo>
                <a:cubicBezTo>
                  <a:pt x="137" y="7"/>
                  <a:pt x="138" y="7"/>
                  <a:pt x="139" y="7"/>
                </a:cubicBezTo>
                <a:cubicBezTo>
                  <a:pt x="148" y="7"/>
                  <a:pt x="157" y="8"/>
                  <a:pt x="165" y="10"/>
                </a:cubicBezTo>
                <a:cubicBezTo>
                  <a:pt x="165" y="11"/>
                  <a:pt x="164" y="10"/>
                  <a:pt x="163" y="11"/>
                </a:cubicBezTo>
                <a:cubicBezTo>
                  <a:pt x="162" y="11"/>
                  <a:pt x="161" y="12"/>
                  <a:pt x="160" y="12"/>
                </a:cubicBezTo>
                <a:cubicBezTo>
                  <a:pt x="158" y="13"/>
                  <a:pt x="155" y="12"/>
                  <a:pt x="153" y="12"/>
                </a:cubicBezTo>
                <a:cubicBezTo>
                  <a:pt x="153" y="13"/>
                  <a:pt x="154" y="13"/>
                  <a:pt x="155" y="14"/>
                </a:cubicBezTo>
                <a:cubicBezTo>
                  <a:pt x="157" y="15"/>
                  <a:pt x="159" y="15"/>
                  <a:pt x="162" y="14"/>
                </a:cubicBezTo>
                <a:cubicBezTo>
                  <a:pt x="163" y="14"/>
                  <a:pt x="165" y="15"/>
                  <a:pt x="166" y="14"/>
                </a:cubicBezTo>
                <a:cubicBezTo>
                  <a:pt x="167" y="13"/>
                  <a:pt x="167" y="12"/>
                  <a:pt x="168" y="11"/>
                </a:cubicBezTo>
                <a:cubicBezTo>
                  <a:pt x="168" y="11"/>
                  <a:pt x="169" y="11"/>
                  <a:pt x="169" y="11"/>
                </a:cubicBezTo>
                <a:cubicBezTo>
                  <a:pt x="171" y="11"/>
                  <a:pt x="172" y="11"/>
                  <a:pt x="173" y="12"/>
                </a:cubicBezTo>
                <a:cubicBezTo>
                  <a:pt x="173" y="13"/>
                  <a:pt x="172" y="13"/>
                  <a:pt x="172" y="14"/>
                </a:cubicBezTo>
                <a:cubicBezTo>
                  <a:pt x="173" y="14"/>
                  <a:pt x="175" y="14"/>
                  <a:pt x="176" y="12"/>
                </a:cubicBezTo>
                <a:cubicBezTo>
                  <a:pt x="176" y="13"/>
                  <a:pt x="177" y="13"/>
                  <a:pt x="177" y="13"/>
                </a:cubicBezTo>
                <a:cubicBezTo>
                  <a:pt x="179" y="13"/>
                  <a:pt x="181" y="14"/>
                  <a:pt x="183" y="15"/>
                </a:cubicBezTo>
                <a:cubicBezTo>
                  <a:pt x="186" y="16"/>
                  <a:pt x="189" y="17"/>
                  <a:pt x="192" y="18"/>
                </a:cubicBezTo>
                <a:cubicBezTo>
                  <a:pt x="191" y="19"/>
                  <a:pt x="191" y="19"/>
                  <a:pt x="190" y="19"/>
                </a:cubicBezTo>
                <a:cubicBezTo>
                  <a:pt x="189" y="19"/>
                  <a:pt x="189" y="17"/>
                  <a:pt x="187" y="18"/>
                </a:cubicBezTo>
                <a:cubicBezTo>
                  <a:pt x="187" y="20"/>
                  <a:pt x="189" y="20"/>
                  <a:pt x="190" y="21"/>
                </a:cubicBezTo>
                <a:cubicBezTo>
                  <a:pt x="191" y="22"/>
                  <a:pt x="193" y="23"/>
                  <a:pt x="193" y="24"/>
                </a:cubicBezTo>
                <a:cubicBezTo>
                  <a:pt x="192" y="27"/>
                  <a:pt x="190" y="24"/>
                  <a:pt x="188" y="24"/>
                </a:cubicBezTo>
                <a:cubicBezTo>
                  <a:pt x="186" y="24"/>
                  <a:pt x="183" y="28"/>
                  <a:pt x="181" y="25"/>
                </a:cubicBezTo>
                <a:cubicBezTo>
                  <a:pt x="181" y="23"/>
                  <a:pt x="183" y="23"/>
                  <a:pt x="184" y="21"/>
                </a:cubicBezTo>
                <a:cubicBezTo>
                  <a:pt x="183" y="21"/>
                  <a:pt x="183" y="21"/>
                  <a:pt x="183" y="21"/>
                </a:cubicBezTo>
                <a:cubicBezTo>
                  <a:pt x="182" y="22"/>
                  <a:pt x="181" y="22"/>
                  <a:pt x="180" y="22"/>
                </a:cubicBezTo>
                <a:cubicBezTo>
                  <a:pt x="180" y="23"/>
                  <a:pt x="179" y="23"/>
                  <a:pt x="177" y="24"/>
                </a:cubicBezTo>
                <a:cubicBezTo>
                  <a:pt x="176" y="24"/>
                  <a:pt x="175" y="24"/>
                  <a:pt x="174" y="24"/>
                </a:cubicBezTo>
                <a:cubicBezTo>
                  <a:pt x="173" y="25"/>
                  <a:pt x="171" y="26"/>
                  <a:pt x="169" y="27"/>
                </a:cubicBezTo>
                <a:cubicBezTo>
                  <a:pt x="169" y="27"/>
                  <a:pt x="168" y="27"/>
                  <a:pt x="167" y="27"/>
                </a:cubicBezTo>
                <a:cubicBezTo>
                  <a:pt x="165" y="28"/>
                  <a:pt x="163" y="29"/>
                  <a:pt x="161" y="30"/>
                </a:cubicBezTo>
                <a:cubicBezTo>
                  <a:pt x="159" y="31"/>
                  <a:pt x="157" y="32"/>
                  <a:pt x="156" y="33"/>
                </a:cubicBezTo>
                <a:cubicBezTo>
                  <a:pt x="155" y="33"/>
                  <a:pt x="154" y="35"/>
                  <a:pt x="154" y="36"/>
                </a:cubicBezTo>
                <a:cubicBezTo>
                  <a:pt x="154" y="37"/>
                  <a:pt x="156" y="37"/>
                  <a:pt x="156" y="38"/>
                </a:cubicBezTo>
                <a:cubicBezTo>
                  <a:pt x="156" y="39"/>
                  <a:pt x="155" y="40"/>
                  <a:pt x="155" y="41"/>
                </a:cubicBezTo>
                <a:cubicBezTo>
                  <a:pt x="156" y="41"/>
                  <a:pt x="157" y="41"/>
                  <a:pt x="158" y="41"/>
                </a:cubicBezTo>
                <a:cubicBezTo>
                  <a:pt x="161" y="41"/>
                  <a:pt x="162" y="43"/>
                  <a:pt x="164" y="44"/>
                </a:cubicBezTo>
                <a:cubicBezTo>
                  <a:pt x="165" y="45"/>
                  <a:pt x="167" y="46"/>
                  <a:pt x="169" y="46"/>
                </a:cubicBezTo>
                <a:cubicBezTo>
                  <a:pt x="171" y="46"/>
                  <a:pt x="173" y="45"/>
                  <a:pt x="173" y="47"/>
                </a:cubicBezTo>
                <a:cubicBezTo>
                  <a:pt x="174" y="48"/>
                  <a:pt x="171" y="49"/>
                  <a:pt x="171" y="50"/>
                </a:cubicBezTo>
                <a:cubicBezTo>
                  <a:pt x="172" y="51"/>
                  <a:pt x="171" y="52"/>
                  <a:pt x="171" y="53"/>
                </a:cubicBezTo>
                <a:cubicBezTo>
                  <a:pt x="171" y="54"/>
                  <a:pt x="172" y="56"/>
                  <a:pt x="173" y="56"/>
                </a:cubicBezTo>
                <a:cubicBezTo>
                  <a:pt x="174" y="56"/>
                  <a:pt x="177" y="55"/>
                  <a:pt x="177" y="53"/>
                </a:cubicBezTo>
                <a:cubicBezTo>
                  <a:pt x="178" y="51"/>
                  <a:pt x="178" y="49"/>
                  <a:pt x="179" y="48"/>
                </a:cubicBezTo>
                <a:cubicBezTo>
                  <a:pt x="186" y="48"/>
                  <a:pt x="192" y="44"/>
                  <a:pt x="191" y="37"/>
                </a:cubicBezTo>
                <a:cubicBezTo>
                  <a:pt x="191" y="37"/>
                  <a:pt x="191" y="36"/>
                  <a:pt x="191" y="35"/>
                </a:cubicBezTo>
                <a:cubicBezTo>
                  <a:pt x="191" y="34"/>
                  <a:pt x="193" y="33"/>
                  <a:pt x="193" y="31"/>
                </a:cubicBezTo>
                <a:cubicBezTo>
                  <a:pt x="194" y="31"/>
                  <a:pt x="194" y="30"/>
                  <a:pt x="195" y="30"/>
                </a:cubicBezTo>
                <a:cubicBezTo>
                  <a:pt x="195" y="29"/>
                  <a:pt x="196" y="28"/>
                  <a:pt x="197" y="27"/>
                </a:cubicBezTo>
                <a:cubicBezTo>
                  <a:pt x="197" y="27"/>
                  <a:pt x="197" y="27"/>
                  <a:pt x="197" y="27"/>
                </a:cubicBezTo>
                <a:cubicBezTo>
                  <a:pt x="198" y="27"/>
                  <a:pt x="198" y="27"/>
                  <a:pt x="199" y="27"/>
                </a:cubicBezTo>
                <a:cubicBezTo>
                  <a:pt x="200" y="28"/>
                  <a:pt x="201" y="28"/>
                  <a:pt x="203" y="28"/>
                </a:cubicBezTo>
                <a:cubicBezTo>
                  <a:pt x="203" y="28"/>
                  <a:pt x="204" y="27"/>
                  <a:pt x="205" y="28"/>
                </a:cubicBezTo>
                <a:cubicBezTo>
                  <a:pt x="207" y="28"/>
                  <a:pt x="207" y="30"/>
                  <a:pt x="209" y="30"/>
                </a:cubicBezTo>
                <a:cubicBezTo>
                  <a:pt x="210" y="31"/>
                  <a:pt x="211" y="31"/>
                  <a:pt x="211" y="32"/>
                </a:cubicBezTo>
                <a:cubicBezTo>
                  <a:pt x="211" y="34"/>
                  <a:pt x="209" y="34"/>
                  <a:pt x="209" y="35"/>
                </a:cubicBezTo>
                <a:cubicBezTo>
                  <a:pt x="209" y="35"/>
                  <a:pt x="209" y="35"/>
                  <a:pt x="209" y="35"/>
                </a:cubicBezTo>
                <a:cubicBezTo>
                  <a:pt x="210" y="37"/>
                  <a:pt x="211" y="38"/>
                  <a:pt x="212" y="38"/>
                </a:cubicBezTo>
                <a:cubicBezTo>
                  <a:pt x="213" y="38"/>
                  <a:pt x="214" y="37"/>
                  <a:pt x="215" y="37"/>
                </a:cubicBezTo>
                <a:cubicBezTo>
                  <a:pt x="217" y="36"/>
                  <a:pt x="218" y="35"/>
                  <a:pt x="219" y="34"/>
                </a:cubicBezTo>
                <a:cubicBezTo>
                  <a:pt x="220" y="35"/>
                  <a:pt x="222" y="36"/>
                  <a:pt x="223" y="38"/>
                </a:cubicBezTo>
                <a:cubicBezTo>
                  <a:pt x="223" y="38"/>
                  <a:pt x="223" y="39"/>
                  <a:pt x="223" y="39"/>
                </a:cubicBezTo>
                <a:cubicBezTo>
                  <a:pt x="224" y="41"/>
                  <a:pt x="223" y="42"/>
                  <a:pt x="223" y="44"/>
                </a:cubicBezTo>
                <a:cubicBezTo>
                  <a:pt x="223" y="46"/>
                  <a:pt x="227" y="46"/>
                  <a:pt x="228" y="47"/>
                </a:cubicBezTo>
                <a:cubicBezTo>
                  <a:pt x="229" y="48"/>
                  <a:pt x="229" y="49"/>
                  <a:pt x="229" y="49"/>
                </a:cubicBezTo>
                <a:cubicBezTo>
                  <a:pt x="230" y="50"/>
                  <a:pt x="231" y="50"/>
                  <a:pt x="231" y="51"/>
                </a:cubicBezTo>
                <a:cubicBezTo>
                  <a:pt x="231" y="54"/>
                  <a:pt x="229" y="54"/>
                  <a:pt x="229" y="57"/>
                </a:cubicBezTo>
                <a:cubicBezTo>
                  <a:pt x="228" y="58"/>
                  <a:pt x="227" y="58"/>
                  <a:pt x="227" y="59"/>
                </a:cubicBezTo>
                <a:cubicBezTo>
                  <a:pt x="227" y="62"/>
                  <a:pt x="231" y="60"/>
                  <a:pt x="232" y="62"/>
                </a:cubicBezTo>
                <a:cubicBezTo>
                  <a:pt x="232" y="63"/>
                  <a:pt x="231" y="64"/>
                  <a:pt x="231" y="65"/>
                </a:cubicBezTo>
                <a:cubicBezTo>
                  <a:pt x="232" y="66"/>
                  <a:pt x="232" y="69"/>
                  <a:pt x="230" y="69"/>
                </a:cubicBezTo>
                <a:cubicBezTo>
                  <a:pt x="229" y="69"/>
                  <a:pt x="229" y="67"/>
                  <a:pt x="227" y="67"/>
                </a:cubicBezTo>
                <a:cubicBezTo>
                  <a:pt x="227" y="67"/>
                  <a:pt x="226" y="67"/>
                  <a:pt x="225" y="67"/>
                </a:cubicBezTo>
                <a:cubicBezTo>
                  <a:pt x="224" y="66"/>
                  <a:pt x="223" y="66"/>
                  <a:pt x="222" y="66"/>
                </a:cubicBezTo>
                <a:cubicBezTo>
                  <a:pt x="221" y="66"/>
                  <a:pt x="219" y="66"/>
                  <a:pt x="218" y="65"/>
                </a:cubicBezTo>
                <a:cubicBezTo>
                  <a:pt x="219" y="63"/>
                  <a:pt x="222" y="61"/>
                  <a:pt x="224" y="59"/>
                </a:cubicBezTo>
                <a:cubicBezTo>
                  <a:pt x="225" y="58"/>
                  <a:pt x="226" y="58"/>
                  <a:pt x="226" y="56"/>
                </a:cubicBezTo>
                <a:cubicBezTo>
                  <a:pt x="224" y="55"/>
                  <a:pt x="223" y="57"/>
                  <a:pt x="222" y="57"/>
                </a:cubicBezTo>
                <a:cubicBezTo>
                  <a:pt x="220" y="58"/>
                  <a:pt x="219" y="59"/>
                  <a:pt x="218" y="59"/>
                </a:cubicBezTo>
                <a:cubicBezTo>
                  <a:pt x="215" y="60"/>
                  <a:pt x="212" y="58"/>
                  <a:pt x="210" y="60"/>
                </a:cubicBezTo>
                <a:cubicBezTo>
                  <a:pt x="209" y="61"/>
                  <a:pt x="212" y="60"/>
                  <a:pt x="212" y="62"/>
                </a:cubicBezTo>
                <a:cubicBezTo>
                  <a:pt x="211" y="62"/>
                  <a:pt x="210" y="62"/>
                  <a:pt x="209" y="62"/>
                </a:cubicBezTo>
                <a:cubicBezTo>
                  <a:pt x="208" y="61"/>
                  <a:pt x="209" y="60"/>
                  <a:pt x="208" y="60"/>
                </a:cubicBezTo>
                <a:cubicBezTo>
                  <a:pt x="208" y="59"/>
                  <a:pt x="205" y="59"/>
                  <a:pt x="203" y="59"/>
                </a:cubicBezTo>
                <a:cubicBezTo>
                  <a:pt x="202" y="59"/>
                  <a:pt x="200" y="60"/>
                  <a:pt x="200" y="62"/>
                </a:cubicBezTo>
                <a:cubicBezTo>
                  <a:pt x="202" y="63"/>
                  <a:pt x="205" y="61"/>
                  <a:pt x="206" y="63"/>
                </a:cubicBezTo>
                <a:cubicBezTo>
                  <a:pt x="205" y="65"/>
                  <a:pt x="202" y="66"/>
                  <a:pt x="203" y="68"/>
                </a:cubicBezTo>
                <a:cubicBezTo>
                  <a:pt x="203" y="69"/>
                  <a:pt x="204" y="71"/>
                  <a:pt x="205" y="71"/>
                </a:cubicBezTo>
                <a:cubicBezTo>
                  <a:pt x="206" y="71"/>
                  <a:pt x="206" y="70"/>
                  <a:pt x="207" y="70"/>
                </a:cubicBezTo>
                <a:cubicBezTo>
                  <a:pt x="208" y="70"/>
                  <a:pt x="208" y="71"/>
                  <a:pt x="209" y="71"/>
                </a:cubicBezTo>
                <a:cubicBezTo>
                  <a:pt x="210" y="70"/>
                  <a:pt x="211" y="68"/>
                  <a:pt x="212" y="69"/>
                </a:cubicBezTo>
                <a:cubicBezTo>
                  <a:pt x="214" y="71"/>
                  <a:pt x="211" y="72"/>
                  <a:pt x="209" y="73"/>
                </a:cubicBezTo>
                <a:cubicBezTo>
                  <a:pt x="206" y="74"/>
                  <a:pt x="203" y="74"/>
                  <a:pt x="201" y="75"/>
                </a:cubicBezTo>
                <a:cubicBezTo>
                  <a:pt x="200" y="75"/>
                  <a:pt x="197" y="79"/>
                  <a:pt x="196" y="76"/>
                </a:cubicBezTo>
                <a:cubicBezTo>
                  <a:pt x="196" y="74"/>
                  <a:pt x="198" y="75"/>
                  <a:pt x="198" y="73"/>
                </a:cubicBezTo>
                <a:cubicBezTo>
                  <a:pt x="196" y="73"/>
                  <a:pt x="194" y="74"/>
                  <a:pt x="192" y="75"/>
                </a:cubicBezTo>
                <a:cubicBezTo>
                  <a:pt x="189" y="76"/>
                  <a:pt x="184" y="77"/>
                  <a:pt x="183" y="80"/>
                </a:cubicBezTo>
                <a:cubicBezTo>
                  <a:pt x="183" y="81"/>
                  <a:pt x="183" y="82"/>
                  <a:pt x="183" y="83"/>
                </a:cubicBezTo>
                <a:cubicBezTo>
                  <a:pt x="183" y="83"/>
                  <a:pt x="180" y="83"/>
                  <a:pt x="179" y="83"/>
                </a:cubicBezTo>
                <a:cubicBezTo>
                  <a:pt x="178" y="84"/>
                  <a:pt x="177" y="85"/>
                  <a:pt x="176" y="85"/>
                </a:cubicBezTo>
                <a:cubicBezTo>
                  <a:pt x="175" y="85"/>
                  <a:pt x="174" y="85"/>
                  <a:pt x="174" y="85"/>
                </a:cubicBezTo>
                <a:cubicBezTo>
                  <a:pt x="173" y="86"/>
                  <a:pt x="172" y="87"/>
                  <a:pt x="171" y="88"/>
                </a:cubicBezTo>
                <a:cubicBezTo>
                  <a:pt x="170" y="89"/>
                  <a:pt x="169" y="89"/>
                  <a:pt x="169" y="90"/>
                </a:cubicBezTo>
                <a:cubicBezTo>
                  <a:pt x="168" y="90"/>
                  <a:pt x="168" y="92"/>
                  <a:pt x="166" y="93"/>
                </a:cubicBezTo>
                <a:cubicBezTo>
                  <a:pt x="165" y="93"/>
                  <a:pt x="165" y="92"/>
                  <a:pt x="164" y="93"/>
                </a:cubicBezTo>
                <a:cubicBezTo>
                  <a:pt x="164" y="94"/>
                  <a:pt x="165" y="97"/>
                  <a:pt x="164" y="99"/>
                </a:cubicBezTo>
                <a:cubicBezTo>
                  <a:pt x="162" y="100"/>
                  <a:pt x="160" y="101"/>
                  <a:pt x="158" y="103"/>
                </a:cubicBezTo>
                <a:cubicBezTo>
                  <a:pt x="157" y="103"/>
                  <a:pt x="155" y="104"/>
                  <a:pt x="154" y="104"/>
                </a:cubicBezTo>
                <a:cubicBezTo>
                  <a:pt x="153" y="105"/>
                  <a:pt x="152" y="106"/>
                  <a:pt x="151" y="107"/>
                </a:cubicBezTo>
                <a:cubicBezTo>
                  <a:pt x="148" y="108"/>
                  <a:pt x="144" y="110"/>
                  <a:pt x="144" y="115"/>
                </a:cubicBezTo>
                <a:cubicBezTo>
                  <a:pt x="144" y="116"/>
                  <a:pt x="145" y="117"/>
                  <a:pt x="145" y="118"/>
                </a:cubicBezTo>
                <a:cubicBezTo>
                  <a:pt x="145" y="118"/>
                  <a:pt x="145" y="119"/>
                  <a:pt x="145" y="120"/>
                </a:cubicBezTo>
                <a:cubicBezTo>
                  <a:pt x="145" y="121"/>
                  <a:pt x="146" y="123"/>
                  <a:pt x="145" y="124"/>
                </a:cubicBezTo>
                <a:cubicBezTo>
                  <a:pt x="143" y="123"/>
                  <a:pt x="140" y="123"/>
                  <a:pt x="139" y="122"/>
                </a:cubicBezTo>
                <a:cubicBezTo>
                  <a:pt x="139" y="120"/>
                  <a:pt x="140" y="119"/>
                  <a:pt x="140" y="118"/>
                </a:cubicBezTo>
                <a:cubicBezTo>
                  <a:pt x="139" y="117"/>
                  <a:pt x="138" y="115"/>
                  <a:pt x="137" y="115"/>
                </a:cubicBezTo>
                <a:cubicBezTo>
                  <a:pt x="136" y="114"/>
                  <a:pt x="135" y="115"/>
                  <a:pt x="134" y="115"/>
                </a:cubicBezTo>
                <a:cubicBezTo>
                  <a:pt x="133" y="115"/>
                  <a:pt x="132" y="114"/>
                  <a:pt x="131" y="114"/>
                </a:cubicBezTo>
                <a:cubicBezTo>
                  <a:pt x="129" y="113"/>
                  <a:pt x="127" y="114"/>
                  <a:pt x="125" y="114"/>
                </a:cubicBezTo>
                <a:cubicBezTo>
                  <a:pt x="123" y="115"/>
                  <a:pt x="122" y="117"/>
                  <a:pt x="119" y="117"/>
                </a:cubicBezTo>
                <a:cubicBezTo>
                  <a:pt x="118" y="117"/>
                  <a:pt x="117" y="116"/>
                  <a:pt x="116" y="116"/>
                </a:cubicBezTo>
                <a:cubicBezTo>
                  <a:pt x="115" y="115"/>
                  <a:pt x="113" y="115"/>
                  <a:pt x="112" y="115"/>
                </a:cubicBezTo>
                <a:cubicBezTo>
                  <a:pt x="109" y="115"/>
                  <a:pt x="107" y="117"/>
                  <a:pt x="105" y="118"/>
                </a:cubicBezTo>
                <a:cubicBezTo>
                  <a:pt x="103" y="119"/>
                  <a:pt x="101" y="121"/>
                  <a:pt x="100" y="123"/>
                </a:cubicBezTo>
                <a:cubicBezTo>
                  <a:pt x="100" y="124"/>
                  <a:pt x="100" y="125"/>
                  <a:pt x="100" y="126"/>
                </a:cubicBezTo>
                <a:cubicBezTo>
                  <a:pt x="99" y="127"/>
                  <a:pt x="99" y="128"/>
                  <a:pt x="98" y="128"/>
                </a:cubicBezTo>
                <a:cubicBezTo>
                  <a:pt x="97" y="131"/>
                  <a:pt x="95" y="135"/>
                  <a:pt x="97" y="140"/>
                </a:cubicBezTo>
                <a:cubicBezTo>
                  <a:pt x="97" y="140"/>
                  <a:pt x="99" y="144"/>
                  <a:pt x="99" y="145"/>
                </a:cubicBezTo>
                <a:cubicBezTo>
                  <a:pt x="100" y="146"/>
                  <a:pt x="102" y="147"/>
                  <a:pt x="104" y="147"/>
                </a:cubicBezTo>
                <a:cubicBezTo>
                  <a:pt x="105" y="147"/>
                  <a:pt x="106" y="146"/>
                  <a:pt x="107" y="146"/>
                </a:cubicBezTo>
                <a:cubicBezTo>
                  <a:pt x="108" y="146"/>
                  <a:pt x="110" y="146"/>
                  <a:pt x="111" y="146"/>
                </a:cubicBezTo>
                <a:cubicBezTo>
                  <a:pt x="114" y="145"/>
                  <a:pt x="113" y="140"/>
                  <a:pt x="117" y="139"/>
                </a:cubicBezTo>
                <a:cubicBezTo>
                  <a:pt x="118" y="138"/>
                  <a:pt x="120" y="138"/>
                  <a:pt x="122" y="138"/>
                </a:cubicBezTo>
                <a:cubicBezTo>
                  <a:pt x="123" y="138"/>
                  <a:pt x="123" y="140"/>
                  <a:pt x="123" y="141"/>
                </a:cubicBezTo>
                <a:cubicBezTo>
                  <a:pt x="123" y="141"/>
                  <a:pt x="122" y="142"/>
                  <a:pt x="122" y="143"/>
                </a:cubicBezTo>
                <a:cubicBezTo>
                  <a:pt x="122" y="144"/>
                  <a:pt x="122" y="145"/>
                  <a:pt x="121" y="146"/>
                </a:cubicBezTo>
                <a:cubicBezTo>
                  <a:pt x="121" y="147"/>
                  <a:pt x="120" y="148"/>
                  <a:pt x="119" y="149"/>
                </a:cubicBezTo>
                <a:cubicBezTo>
                  <a:pt x="119" y="149"/>
                  <a:pt x="119" y="150"/>
                  <a:pt x="119" y="151"/>
                </a:cubicBezTo>
                <a:cubicBezTo>
                  <a:pt x="119" y="152"/>
                  <a:pt x="118" y="152"/>
                  <a:pt x="118" y="153"/>
                </a:cubicBezTo>
                <a:cubicBezTo>
                  <a:pt x="121" y="155"/>
                  <a:pt x="125" y="153"/>
                  <a:pt x="128" y="153"/>
                </a:cubicBezTo>
                <a:cubicBezTo>
                  <a:pt x="129" y="154"/>
                  <a:pt x="132" y="155"/>
                  <a:pt x="132" y="157"/>
                </a:cubicBezTo>
                <a:cubicBezTo>
                  <a:pt x="132" y="158"/>
                  <a:pt x="131" y="159"/>
                  <a:pt x="130" y="161"/>
                </a:cubicBezTo>
                <a:cubicBezTo>
                  <a:pt x="130" y="162"/>
                  <a:pt x="129" y="165"/>
                  <a:pt x="129" y="166"/>
                </a:cubicBezTo>
                <a:cubicBezTo>
                  <a:pt x="129" y="169"/>
                  <a:pt x="133" y="173"/>
                  <a:pt x="136" y="173"/>
                </a:cubicBezTo>
                <a:cubicBezTo>
                  <a:pt x="138" y="173"/>
                  <a:pt x="140" y="170"/>
                  <a:pt x="144" y="172"/>
                </a:cubicBezTo>
                <a:cubicBezTo>
                  <a:pt x="145" y="172"/>
                  <a:pt x="146" y="174"/>
                  <a:pt x="147" y="174"/>
                </a:cubicBezTo>
                <a:cubicBezTo>
                  <a:pt x="148" y="174"/>
                  <a:pt x="150" y="172"/>
                  <a:pt x="150" y="171"/>
                </a:cubicBezTo>
                <a:cubicBezTo>
                  <a:pt x="151" y="169"/>
                  <a:pt x="151" y="168"/>
                  <a:pt x="153" y="167"/>
                </a:cubicBezTo>
                <a:cubicBezTo>
                  <a:pt x="154" y="166"/>
                  <a:pt x="156" y="167"/>
                  <a:pt x="158" y="166"/>
                </a:cubicBezTo>
                <a:cubicBezTo>
                  <a:pt x="159" y="166"/>
                  <a:pt x="159" y="165"/>
                  <a:pt x="160" y="164"/>
                </a:cubicBezTo>
                <a:cubicBezTo>
                  <a:pt x="161" y="164"/>
                  <a:pt x="162" y="163"/>
                  <a:pt x="163" y="164"/>
                </a:cubicBezTo>
                <a:cubicBezTo>
                  <a:pt x="164" y="165"/>
                  <a:pt x="161" y="165"/>
                  <a:pt x="162" y="167"/>
                </a:cubicBezTo>
                <a:cubicBezTo>
                  <a:pt x="164" y="168"/>
                  <a:pt x="165" y="165"/>
                  <a:pt x="167" y="165"/>
                </a:cubicBezTo>
                <a:cubicBezTo>
                  <a:pt x="167" y="165"/>
                  <a:pt x="169" y="166"/>
                  <a:pt x="170" y="166"/>
                </a:cubicBezTo>
                <a:cubicBezTo>
                  <a:pt x="171" y="167"/>
                  <a:pt x="171" y="168"/>
                  <a:pt x="173" y="168"/>
                </a:cubicBezTo>
                <a:cubicBezTo>
                  <a:pt x="173" y="168"/>
                  <a:pt x="175" y="168"/>
                  <a:pt x="176" y="168"/>
                </a:cubicBezTo>
                <a:cubicBezTo>
                  <a:pt x="177" y="168"/>
                  <a:pt x="178" y="170"/>
                  <a:pt x="179" y="170"/>
                </a:cubicBezTo>
                <a:cubicBezTo>
                  <a:pt x="181" y="169"/>
                  <a:pt x="182" y="168"/>
                  <a:pt x="183" y="168"/>
                </a:cubicBezTo>
                <a:cubicBezTo>
                  <a:pt x="185" y="167"/>
                  <a:pt x="186" y="168"/>
                  <a:pt x="188" y="170"/>
                </a:cubicBezTo>
                <a:cubicBezTo>
                  <a:pt x="189" y="170"/>
                  <a:pt x="189" y="168"/>
                  <a:pt x="190" y="169"/>
                </a:cubicBezTo>
                <a:cubicBezTo>
                  <a:pt x="189" y="170"/>
                  <a:pt x="190" y="171"/>
                  <a:pt x="191" y="172"/>
                </a:cubicBezTo>
                <a:cubicBezTo>
                  <a:pt x="191" y="172"/>
                  <a:pt x="191" y="173"/>
                  <a:pt x="191" y="173"/>
                </a:cubicBezTo>
                <a:cubicBezTo>
                  <a:pt x="192" y="174"/>
                  <a:pt x="194" y="174"/>
                  <a:pt x="195" y="175"/>
                </a:cubicBezTo>
                <a:cubicBezTo>
                  <a:pt x="196" y="175"/>
                  <a:pt x="196" y="177"/>
                  <a:pt x="198" y="178"/>
                </a:cubicBezTo>
                <a:cubicBezTo>
                  <a:pt x="199" y="179"/>
                  <a:pt x="201" y="181"/>
                  <a:pt x="203" y="181"/>
                </a:cubicBezTo>
                <a:cubicBezTo>
                  <a:pt x="204" y="181"/>
                  <a:pt x="206" y="181"/>
                  <a:pt x="207" y="181"/>
                </a:cubicBezTo>
                <a:cubicBezTo>
                  <a:pt x="210" y="181"/>
                  <a:pt x="212" y="183"/>
                  <a:pt x="214" y="184"/>
                </a:cubicBezTo>
                <a:cubicBezTo>
                  <a:pt x="215" y="185"/>
                  <a:pt x="217" y="186"/>
                  <a:pt x="217" y="187"/>
                </a:cubicBezTo>
                <a:cubicBezTo>
                  <a:pt x="217" y="188"/>
                  <a:pt x="217" y="189"/>
                  <a:pt x="217" y="190"/>
                </a:cubicBezTo>
                <a:cubicBezTo>
                  <a:pt x="218" y="192"/>
                  <a:pt x="221" y="193"/>
                  <a:pt x="220" y="196"/>
                </a:cubicBezTo>
                <a:cubicBezTo>
                  <a:pt x="220" y="197"/>
                  <a:pt x="221" y="197"/>
                  <a:pt x="222" y="198"/>
                </a:cubicBezTo>
                <a:cubicBezTo>
                  <a:pt x="223" y="198"/>
                  <a:pt x="224" y="199"/>
                  <a:pt x="225" y="199"/>
                </a:cubicBezTo>
                <a:cubicBezTo>
                  <a:pt x="225" y="200"/>
                  <a:pt x="226" y="199"/>
                  <a:pt x="227" y="199"/>
                </a:cubicBezTo>
                <a:cubicBezTo>
                  <a:pt x="228" y="199"/>
                  <a:pt x="229" y="200"/>
                  <a:pt x="231" y="201"/>
                </a:cubicBezTo>
                <a:cubicBezTo>
                  <a:pt x="232" y="201"/>
                  <a:pt x="233" y="201"/>
                  <a:pt x="234" y="202"/>
                </a:cubicBezTo>
                <a:cubicBezTo>
                  <a:pt x="234" y="202"/>
                  <a:pt x="235" y="204"/>
                  <a:pt x="235" y="204"/>
                </a:cubicBezTo>
                <a:cubicBezTo>
                  <a:pt x="236" y="205"/>
                  <a:pt x="237" y="204"/>
                  <a:pt x="238" y="204"/>
                </a:cubicBezTo>
                <a:cubicBezTo>
                  <a:pt x="240" y="204"/>
                  <a:pt x="242" y="205"/>
                  <a:pt x="244" y="205"/>
                </a:cubicBezTo>
                <a:cubicBezTo>
                  <a:pt x="245" y="205"/>
                  <a:pt x="245" y="205"/>
                  <a:pt x="246" y="205"/>
                </a:cubicBezTo>
                <a:cubicBezTo>
                  <a:pt x="248" y="205"/>
                  <a:pt x="249" y="206"/>
                  <a:pt x="251" y="208"/>
                </a:cubicBezTo>
                <a:cubicBezTo>
                  <a:pt x="233" y="237"/>
                  <a:pt x="204" y="258"/>
                  <a:pt x="170" y="266"/>
                </a:cubicBezTo>
                <a:cubicBezTo>
                  <a:pt x="170" y="265"/>
                  <a:pt x="169" y="264"/>
                  <a:pt x="169" y="262"/>
                </a:cubicBezTo>
                <a:cubicBezTo>
                  <a:pt x="169" y="260"/>
                  <a:pt x="169" y="258"/>
                  <a:pt x="169" y="255"/>
                </a:cubicBezTo>
                <a:cubicBezTo>
                  <a:pt x="169" y="253"/>
                  <a:pt x="168" y="250"/>
                  <a:pt x="168" y="249"/>
                </a:cubicBezTo>
                <a:cubicBezTo>
                  <a:pt x="167" y="247"/>
                  <a:pt x="164" y="245"/>
                  <a:pt x="162" y="244"/>
                </a:cubicBezTo>
                <a:cubicBezTo>
                  <a:pt x="161" y="244"/>
                  <a:pt x="160" y="243"/>
                  <a:pt x="159" y="243"/>
                </a:cubicBezTo>
                <a:cubicBezTo>
                  <a:pt x="156" y="242"/>
                  <a:pt x="151" y="239"/>
                  <a:pt x="150" y="237"/>
                </a:cubicBezTo>
                <a:cubicBezTo>
                  <a:pt x="150" y="236"/>
                  <a:pt x="150" y="235"/>
                  <a:pt x="150" y="234"/>
                </a:cubicBezTo>
                <a:cubicBezTo>
                  <a:pt x="149" y="233"/>
                  <a:pt x="148" y="231"/>
                  <a:pt x="147" y="230"/>
                </a:cubicBezTo>
                <a:cubicBezTo>
                  <a:pt x="145" y="227"/>
                  <a:pt x="143" y="224"/>
                  <a:pt x="142" y="221"/>
                </a:cubicBezTo>
                <a:cubicBezTo>
                  <a:pt x="141" y="219"/>
                  <a:pt x="140" y="218"/>
                  <a:pt x="139" y="216"/>
                </a:cubicBezTo>
                <a:cubicBezTo>
                  <a:pt x="138" y="216"/>
                  <a:pt x="136" y="215"/>
                  <a:pt x="136" y="214"/>
                </a:cubicBezTo>
                <a:cubicBezTo>
                  <a:pt x="136" y="213"/>
                  <a:pt x="135" y="211"/>
                  <a:pt x="135" y="210"/>
                </a:cubicBezTo>
                <a:cubicBezTo>
                  <a:pt x="135" y="208"/>
                  <a:pt x="138" y="207"/>
                  <a:pt x="138" y="206"/>
                </a:cubicBezTo>
                <a:cubicBezTo>
                  <a:pt x="138" y="205"/>
                  <a:pt x="136" y="204"/>
                  <a:pt x="136" y="203"/>
                </a:cubicBezTo>
                <a:cubicBezTo>
                  <a:pt x="135" y="201"/>
                  <a:pt x="136" y="200"/>
                  <a:pt x="137" y="198"/>
                </a:cubicBezTo>
                <a:cubicBezTo>
                  <a:pt x="138" y="197"/>
                  <a:pt x="138" y="196"/>
                  <a:pt x="138" y="196"/>
                </a:cubicBezTo>
                <a:cubicBezTo>
                  <a:pt x="139" y="195"/>
                  <a:pt x="140" y="195"/>
                  <a:pt x="141" y="194"/>
                </a:cubicBezTo>
                <a:cubicBezTo>
                  <a:pt x="141" y="193"/>
                  <a:pt x="141" y="192"/>
                  <a:pt x="142" y="191"/>
                </a:cubicBezTo>
                <a:cubicBezTo>
                  <a:pt x="143" y="190"/>
                  <a:pt x="145" y="189"/>
                  <a:pt x="145" y="188"/>
                </a:cubicBezTo>
                <a:cubicBezTo>
                  <a:pt x="146" y="187"/>
                  <a:pt x="146" y="181"/>
                  <a:pt x="145" y="180"/>
                </a:cubicBezTo>
                <a:cubicBezTo>
                  <a:pt x="145" y="178"/>
                  <a:pt x="144" y="178"/>
                  <a:pt x="144" y="177"/>
                </a:cubicBezTo>
                <a:cubicBezTo>
                  <a:pt x="143" y="175"/>
                  <a:pt x="143" y="173"/>
                  <a:pt x="141" y="173"/>
                </a:cubicBezTo>
                <a:cubicBezTo>
                  <a:pt x="140" y="173"/>
                  <a:pt x="139" y="174"/>
                  <a:pt x="138" y="175"/>
                </a:cubicBezTo>
                <a:cubicBezTo>
                  <a:pt x="138" y="176"/>
                  <a:pt x="138" y="177"/>
                  <a:pt x="137" y="177"/>
                </a:cubicBezTo>
                <a:cubicBezTo>
                  <a:pt x="135" y="178"/>
                  <a:pt x="135" y="176"/>
                  <a:pt x="133" y="175"/>
                </a:cubicBezTo>
                <a:cubicBezTo>
                  <a:pt x="132" y="175"/>
                  <a:pt x="131" y="175"/>
                  <a:pt x="130" y="175"/>
                </a:cubicBezTo>
                <a:cubicBezTo>
                  <a:pt x="129" y="174"/>
                  <a:pt x="128" y="172"/>
                  <a:pt x="127" y="171"/>
                </a:cubicBezTo>
                <a:cubicBezTo>
                  <a:pt x="126" y="170"/>
                  <a:pt x="124" y="171"/>
                  <a:pt x="124" y="170"/>
                </a:cubicBezTo>
                <a:cubicBezTo>
                  <a:pt x="123" y="169"/>
                  <a:pt x="124" y="168"/>
                  <a:pt x="124" y="167"/>
                </a:cubicBezTo>
                <a:cubicBezTo>
                  <a:pt x="122" y="166"/>
                  <a:pt x="120" y="162"/>
                  <a:pt x="119" y="161"/>
                </a:cubicBezTo>
                <a:cubicBezTo>
                  <a:pt x="117" y="161"/>
                  <a:pt x="115" y="161"/>
                  <a:pt x="114" y="160"/>
                </a:cubicBezTo>
                <a:cubicBezTo>
                  <a:pt x="113" y="160"/>
                  <a:pt x="112" y="160"/>
                  <a:pt x="112" y="159"/>
                </a:cubicBezTo>
                <a:cubicBezTo>
                  <a:pt x="111" y="159"/>
                  <a:pt x="110" y="159"/>
                  <a:pt x="109" y="159"/>
                </a:cubicBezTo>
                <a:cubicBezTo>
                  <a:pt x="106" y="157"/>
                  <a:pt x="104" y="153"/>
                  <a:pt x="101" y="153"/>
                </a:cubicBezTo>
                <a:cubicBezTo>
                  <a:pt x="99" y="153"/>
                  <a:pt x="98" y="154"/>
                  <a:pt x="96" y="154"/>
                </a:cubicBezTo>
                <a:cubicBezTo>
                  <a:pt x="95" y="154"/>
                  <a:pt x="93" y="153"/>
                  <a:pt x="91" y="152"/>
                </a:cubicBezTo>
                <a:cubicBezTo>
                  <a:pt x="89" y="151"/>
                  <a:pt x="87" y="151"/>
                  <a:pt x="85" y="150"/>
                </a:cubicBezTo>
                <a:cubicBezTo>
                  <a:pt x="84" y="150"/>
                  <a:pt x="83" y="148"/>
                  <a:pt x="82" y="148"/>
                </a:cubicBezTo>
                <a:cubicBezTo>
                  <a:pt x="82" y="148"/>
                  <a:pt x="80" y="148"/>
                  <a:pt x="80" y="147"/>
                </a:cubicBezTo>
                <a:cubicBezTo>
                  <a:pt x="79" y="147"/>
                  <a:pt x="78" y="146"/>
                  <a:pt x="77" y="145"/>
                </a:cubicBezTo>
                <a:cubicBezTo>
                  <a:pt x="75" y="144"/>
                  <a:pt x="74" y="143"/>
                  <a:pt x="74" y="142"/>
                </a:cubicBezTo>
                <a:cubicBezTo>
                  <a:pt x="74" y="141"/>
                  <a:pt x="75" y="140"/>
                  <a:pt x="75" y="139"/>
                </a:cubicBezTo>
                <a:cubicBezTo>
                  <a:pt x="76" y="135"/>
                  <a:pt x="73" y="133"/>
                  <a:pt x="71" y="130"/>
                </a:cubicBezTo>
                <a:cubicBezTo>
                  <a:pt x="70" y="129"/>
                  <a:pt x="69" y="128"/>
                  <a:pt x="68" y="126"/>
                </a:cubicBezTo>
                <a:cubicBezTo>
                  <a:pt x="68" y="125"/>
                  <a:pt x="68" y="125"/>
                  <a:pt x="68" y="124"/>
                </a:cubicBezTo>
                <a:cubicBezTo>
                  <a:pt x="67" y="123"/>
                  <a:pt x="66" y="122"/>
                  <a:pt x="65" y="121"/>
                </a:cubicBezTo>
                <a:cubicBezTo>
                  <a:pt x="64" y="119"/>
                  <a:pt x="62" y="118"/>
                  <a:pt x="62" y="117"/>
                </a:cubicBezTo>
                <a:cubicBezTo>
                  <a:pt x="62" y="115"/>
                  <a:pt x="63" y="114"/>
                  <a:pt x="62" y="112"/>
                </a:cubicBezTo>
                <a:cubicBezTo>
                  <a:pt x="61" y="109"/>
                  <a:pt x="57" y="110"/>
                  <a:pt x="58" y="114"/>
                </a:cubicBezTo>
                <a:cubicBezTo>
                  <a:pt x="58" y="115"/>
                  <a:pt x="59" y="116"/>
                  <a:pt x="60" y="117"/>
                </a:cubicBezTo>
                <a:cubicBezTo>
                  <a:pt x="60" y="118"/>
                  <a:pt x="60" y="119"/>
                  <a:pt x="60" y="121"/>
                </a:cubicBezTo>
                <a:cubicBezTo>
                  <a:pt x="61" y="122"/>
                  <a:pt x="62" y="123"/>
                  <a:pt x="62" y="124"/>
                </a:cubicBezTo>
                <a:cubicBezTo>
                  <a:pt x="63" y="126"/>
                  <a:pt x="63" y="128"/>
                  <a:pt x="64" y="130"/>
                </a:cubicBezTo>
                <a:cubicBezTo>
                  <a:pt x="64" y="131"/>
                  <a:pt x="66" y="132"/>
                  <a:pt x="65" y="133"/>
                </a:cubicBezTo>
                <a:cubicBezTo>
                  <a:pt x="63" y="133"/>
                  <a:pt x="63" y="132"/>
                  <a:pt x="62" y="131"/>
                </a:cubicBezTo>
                <a:cubicBezTo>
                  <a:pt x="62" y="131"/>
                  <a:pt x="60" y="130"/>
                  <a:pt x="60" y="129"/>
                </a:cubicBezTo>
                <a:cubicBezTo>
                  <a:pt x="59" y="128"/>
                  <a:pt x="60" y="127"/>
                  <a:pt x="60" y="126"/>
                </a:cubicBezTo>
                <a:cubicBezTo>
                  <a:pt x="59" y="124"/>
                  <a:pt x="55" y="124"/>
                  <a:pt x="55" y="121"/>
                </a:cubicBezTo>
                <a:cubicBezTo>
                  <a:pt x="55" y="120"/>
                  <a:pt x="57" y="120"/>
                  <a:pt x="57" y="119"/>
                </a:cubicBezTo>
                <a:cubicBezTo>
                  <a:pt x="57" y="117"/>
                  <a:pt x="55" y="116"/>
                  <a:pt x="54" y="115"/>
                </a:cubicBezTo>
                <a:cubicBezTo>
                  <a:pt x="54" y="114"/>
                  <a:pt x="54" y="112"/>
                  <a:pt x="54" y="110"/>
                </a:cubicBezTo>
                <a:cubicBezTo>
                  <a:pt x="54" y="109"/>
                  <a:pt x="54" y="107"/>
                  <a:pt x="54" y="106"/>
                </a:cubicBezTo>
                <a:cubicBezTo>
                  <a:pt x="53" y="105"/>
                  <a:pt x="52" y="103"/>
                  <a:pt x="51" y="103"/>
                </a:cubicBezTo>
                <a:cubicBezTo>
                  <a:pt x="49" y="102"/>
                  <a:pt x="48" y="103"/>
                  <a:pt x="48" y="101"/>
                </a:cubicBezTo>
                <a:cubicBezTo>
                  <a:pt x="47" y="101"/>
                  <a:pt x="47" y="99"/>
                  <a:pt x="47" y="98"/>
                </a:cubicBezTo>
                <a:cubicBezTo>
                  <a:pt x="46" y="96"/>
                  <a:pt x="47" y="94"/>
                  <a:pt x="47" y="92"/>
                </a:cubicBezTo>
                <a:cubicBezTo>
                  <a:pt x="46" y="90"/>
                  <a:pt x="46" y="88"/>
                  <a:pt x="47" y="86"/>
                </a:cubicBezTo>
                <a:cubicBezTo>
                  <a:pt x="47" y="85"/>
                  <a:pt x="49" y="84"/>
                  <a:pt x="49" y="83"/>
                </a:cubicBezTo>
                <a:cubicBezTo>
                  <a:pt x="50" y="82"/>
                  <a:pt x="50" y="80"/>
                  <a:pt x="51" y="79"/>
                </a:cubicBezTo>
                <a:cubicBezTo>
                  <a:pt x="52" y="77"/>
                  <a:pt x="54" y="76"/>
                  <a:pt x="56" y="74"/>
                </a:cubicBezTo>
                <a:cubicBezTo>
                  <a:pt x="57" y="72"/>
                  <a:pt x="59" y="70"/>
                  <a:pt x="60" y="67"/>
                </a:cubicBezTo>
                <a:cubicBezTo>
                  <a:pt x="60" y="66"/>
                  <a:pt x="61" y="64"/>
                  <a:pt x="61" y="63"/>
                </a:cubicBezTo>
                <a:cubicBezTo>
                  <a:pt x="61" y="62"/>
                  <a:pt x="58" y="61"/>
                  <a:pt x="58" y="59"/>
                </a:cubicBezTo>
                <a:cubicBezTo>
                  <a:pt x="59" y="58"/>
                  <a:pt x="60" y="58"/>
                  <a:pt x="61" y="57"/>
                </a:cubicBezTo>
                <a:cubicBezTo>
                  <a:pt x="61" y="57"/>
                  <a:pt x="61" y="55"/>
                  <a:pt x="61" y="54"/>
                </a:cubicBezTo>
                <a:cubicBezTo>
                  <a:pt x="61" y="53"/>
                  <a:pt x="60" y="51"/>
                  <a:pt x="61" y="50"/>
                </a:cubicBezTo>
                <a:cubicBezTo>
                  <a:pt x="61" y="49"/>
                  <a:pt x="63" y="48"/>
                  <a:pt x="62" y="47"/>
                </a:cubicBezTo>
                <a:cubicBezTo>
                  <a:pt x="61" y="45"/>
                  <a:pt x="59" y="47"/>
                  <a:pt x="58" y="46"/>
                </a:cubicBezTo>
                <a:cubicBezTo>
                  <a:pt x="57" y="46"/>
                  <a:pt x="58" y="45"/>
                  <a:pt x="58" y="43"/>
                </a:cubicBezTo>
                <a:cubicBezTo>
                  <a:pt x="58" y="42"/>
                  <a:pt x="58" y="42"/>
                  <a:pt x="58" y="41"/>
                </a:cubicBezTo>
                <a:cubicBezTo>
                  <a:pt x="58" y="41"/>
                  <a:pt x="59" y="39"/>
                  <a:pt x="59" y="39"/>
                </a:cubicBezTo>
                <a:cubicBezTo>
                  <a:pt x="58" y="38"/>
                  <a:pt x="58" y="37"/>
                  <a:pt x="57" y="36"/>
                </a:cubicBezTo>
                <a:cubicBezTo>
                  <a:pt x="74" y="23"/>
                  <a:pt x="94" y="13"/>
                  <a:pt x="115" y="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p:cNvGrpSpPr/>
          <p:nvPr/>
        </p:nvGrpSpPr>
        <p:grpSpPr>
          <a:xfrm>
            <a:off x="7284713" y="2173939"/>
            <a:ext cx="511176" cy="450850"/>
            <a:chOff x="6821487" y="5402729"/>
            <a:chExt cx="511176" cy="450850"/>
          </a:xfrm>
          <a:solidFill>
            <a:schemeClr val="bg1"/>
          </a:solidFill>
        </p:grpSpPr>
        <p:sp>
          <p:nvSpPr>
            <p:cNvPr id="25" name="Freeform 79"/>
            <p:cNvSpPr>
              <a:spLocks noEditPoints="1"/>
            </p:cNvSpPr>
            <p:nvPr/>
          </p:nvSpPr>
          <p:spPr bwMode="auto">
            <a:xfrm>
              <a:off x="6877050" y="5402729"/>
              <a:ext cx="455613" cy="354013"/>
            </a:xfrm>
            <a:custGeom>
              <a:avLst/>
              <a:gdLst>
                <a:gd name="T0" fmla="*/ 208 w 208"/>
                <a:gd name="T1" fmla="*/ 94 h 161"/>
                <a:gd name="T2" fmla="*/ 208 w 208"/>
                <a:gd name="T3" fmla="*/ 27 h 161"/>
                <a:gd name="T4" fmla="*/ 143 w 208"/>
                <a:gd name="T5" fmla="*/ 0 h 161"/>
                <a:gd name="T6" fmla="*/ 143 w 208"/>
                <a:gd name="T7" fmla="*/ 0 h 161"/>
                <a:gd name="T8" fmla="*/ 0 w 208"/>
                <a:gd name="T9" fmla="*/ 0 h 161"/>
                <a:gd name="T10" fmla="*/ 0 w 208"/>
                <a:gd name="T11" fmla="*/ 161 h 161"/>
                <a:gd name="T12" fmla="*/ 163 w 208"/>
                <a:gd name="T13" fmla="*/ 161 h 161"/>
                <a:gd name="T14" fmla="*/ 163 w 208"/>
                <a:gd name="T15" fmla="*/ 120 h 161"/>
                <a:gd name="T16" fmla="*/ 208 w 208"/>
                <a:gd name="T17" fmla="*/ 94 h 161"/>
                <a:gd name="T18" fmla="*/ 189 w 208"/>
                <a:gd name="T19" fmla="*/ 91 h 161"/>
                <a:gd name="T20" fmla="*/ 163 w 208"/>
                <a:gd name="T21" fmla="*/ 99 h 161"/>
                <a:gd name="T22" fmla="*/ 163 w 208"/>
                <a:gd name="T23" fmla="*/ 22 h 161"/>
                <a:gd name="T24" fmla="*/ 189 w 208"/>
                <a:gd name="T25" fmla="*/ 30 h 161"/>
                <a:gd name="T26" fmla="*/ 189 w 208"/>
                <a:gd name="T27" fmla="*/ 9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8" h="161">
                  <a:moveTo>
                    <a:pt x="208" y="94"/>
                  </a:moveTo>
                  <a:cubicBezTo>
                    <a:pt x="208" y="27"/>
                    <a:pt x="208" y="27"/>
                    <a:pt x="208" y="27"/>
                  </a:cubicBezTo>
                  <a:cubicBezTo>
                    <a:pt x="208" y="12"/>
                    <a:pt x="179" y="0"/>
                    <a:pt x="143" y="0"/>
                  </a:cubicBezTo>
                  <a:cubicBezTo>
                    <a:pt x="143" y="0"/>
                    <a:pt x="143" y="0"/>
                    <a:pt x="143" y="0"/>
                  </a:cubicBezTo>
                  <a:cubicBezTo>
                    <a:pt x="0" y="0"/>
                    <a:pt x="0" y="0"/>
                    <a:pt x="0" y="0"/>
                  </a:cubicBezTo>
                  <a:cubicBezTo>
                    <a:pt x="0" y="161"/>
                    <a:pt x="0" y="161"/>
                    <a:pt x="0" y="161"/>
                  </a:cubicBezTo>
                  <a:cubicBezTo>
                    <a:pt x="163" y="161"/>
                    <a:pt x="163" y="161"/>
                    <a:pt x="163" y="161"/>
                  </a:cubicBezTo>
                  <a:cubicBezTo>
                    <a:pt x="163" y="120"/>
                    <a:pt x="163" y="120"/>
                    <a:pt x="163" y="120"/>
                  </a:cubicBezTo>
                  <a:cubicBezTo>
                    <a:pt x="189" y="116"/>
                    <a:pt x="208" y="106"/>
                    <a:pt x="208" y="94"/>
                  </a:cubicBezTo>
                  <a:close/>
                  <a:moveTo>
                    <a:pt x="189" y="91"/>
                  </a:moveTo>
                  <a:cubicBezTo>
                    <a:pt x="185" y="94"/>
                    <a:pt x="176" y="97"/>
                    <a:pt x="163" y="99"/>
                  </a:cubicBezTo>
                  <a:cubicBezTo>
                    <a:pt x="163" y="22"/>
                    <a:pt x="163" y="22"/>
                    <a:pt x="163" y="22"/>
                  </a:cubicBezTo>
                  <a:cubicBezTo>
                    <a:pt x="176" y="24"/>
                    <a:pt x="185" y="28"/>
                    <a:pt x="189" y="30"/>
                  </a:cubicBezTo>
                  <a:cubicBezTo>
                    <a:pt x="189" y="91"/>
                    <a:pt x="189" y="91"/>
                    <a:pt x="189" y="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0"/>
            <p:cNvSpPr>
              <a:spLocks/>
            </p:cNvSpPr>
            <p:nvPr/>
          </p:nvSpPr>
          <p:spPr bwMode="auto">
            <a:xfrm>
              <a:off x="6821487" y="5780554"/>
              <a:ext cx="468313" cy="73025"/>
            </a:xfrm>
            <a:custGeom>
              <a:avLst/>
              <a:gdLst>
                <a:gd name="T0" fmla="*/ 295 w 295"/>
                <a:gd name="T1" fmla="*/ 0 h 46"/>
                <a:gd name="T2" fmla="*/ 0 w 295"/>
                <a:gd name="T3" fmla="*/ 0 h 46"/>
                <a:gd name="T4" fmla="*/ 0 w 295"/>
                <a:gd name="T5" fmla="*/ 24 h 46"/>
                <a:gd name="T6" fmla="*/ 35 w 295"/>
                <a:gd name="T7" fmla="*/ 24 h 46"/>
                <a:gd name="T8" fmla="*/ 35 w 295"/>
                <a:gd name="T9" fmla="*/ 46 h 46"/>
                <a:gd name="T10" fmla="*/ 260 w 295"/>
                <a:gd name="T11" fmla="*/ 46 h 46"/>
                <a:gd name="T12" fmla="*/ 260 w 295"/>
                <a:gd name="T13" fmla="*/ 24 h 46"/>
                <a:gd name="T14" fmla="*/ 295 w 295"/>
                <a:gd name="T15" fmla="*/ 24 h 46"/>
                <a:gd name="T16" fmla="*/ 295 w 295"/>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46">
                  <a:moveTo>
                    <a:pt x="295" y="0"/>
                  </a:moveTo>
                  <a:lnTo>
                    <a:pt x="0" y="0"/>
                  </a:lnTo>
                  <a:lnTo>
                    <a:pt x="0" y="24"/>
                  </a:lnTo>
                  <a:lnTo>
                    <a:pt x="35" y="24"/>
                  </a:lnTo>
                  <a:lnTo>
                    <a:pt x="35" y="46"/>
                  </a:lnTo>
                  <a:lnTo>
                    <a:pt x="260" y="46"/>
                  </a:lnTo>
                  <a:lnTo>
                    <a:pt x="260" y="24"/>
                  </a:lnTo>
                  <a:lnTo>
                    <a:pt x="295" y="24"/>
                  </a:lnTo>
                  <a:lnTo>
                    <a:pt x="2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 name="Freeform 65"/>
          <p:cNvSpPr>
            <a:spLocks noEditPoints="1"/>
          </p:cNvSpPr>
          <p:nvPr/>
        </p:nvSpPr>
        <p:spPr bwMode="auto">
          <a:xfrm>
            <a:off x="5019917" y="4187064"/>
            <a:ext cx="546100" cy="290513"/>
          </a:xfrm>
          <a:custGeom>
            <a:avLst/>
            <a:gdLst>
              <a:gd name="T0" fmla="*/ 344 w 344"/>
              <a:gd name="T1" fmla="*/ 183 h 183"/>
              <a:gd name="T2" fmla="*/ 344 w 344"/>
              <a:gd name="T3" fmla="*/ 180 h 183"/>
              <a:gd name="T4" fmla="*/ 344 w 344"/>
              <a:gd name="T5" fmla="*/ 2 h 183"/>
              <a:gd name="T6" fmla="*/ 344 w 344"/>
              <a:gd name="T7" fmla="*/ 0 h 183"/>
              <a:gd name="T8" fmla="*/ 341 w 344"/>
              <a:gd name="T9" fmla="*/ 0 h 183"/>
              <a:gd name="T10" fmla="*/ 36 w 344"/>
              <a:gd name="T11" fmla="*/ 0 h 183"/>
              <a:gd name="T12" fmla="*/ 33 w 344"/>
              <a:gd name="T13" fmla="*/ 0 h 183"/>
              <a:gd name="T14" fmla="*/ 33 w 344"/>
              <a:gd name="T15" fmla="*/ 2 h 183"/>
              <a:gd name="T16" fmla="*/ 33 w 344"/>
              <a:gd name="T17" fmla="*/ 44 h 183"/>
              <a:gd name="T18" fmla="*/ 3 w 344"/>
              <a:gd name="T19" fmla="*/ 44 h 183"/>
              <a:gd name="T20" fmla="*/ 0 w 344"/>
              <a:gd name="T21" fmla="*/ 44 h 183"/>
              <a:gd name="T22" fmla="*/ 0 w 344"/>
              <a:gd name="T23" fmla="*/ 47 h 183"/>
              <a:gd name="T24" fmla="*/ 0 w 344"/>
              <a:gd name="T25" fmla="*/ 136 h 183"/>
              <a:gd name="T26" fmla="*/ 0 w 344"/>
              <a:gd name="T27" fmla="*/ 138 h 183"/>
              <a:gd name="T28" fmla="*/ 3 w 344"/>
              <a:gd name="T29" fmla="*/ 138 h 183"/>
              <a:gd name="T30" fmla="*/ 33 w 344"/>
              <a:gd name="T31" fmla="*/ 138 h 183"/>
              <a:gd name="T32" fmla="*/ 33 w 344"/>
              <a:gd name="T33" fmla="*/ 180 h 183"/>
              <a:gd name="T34" fmla="*/ 33 w 344"/>
              <a:gd name="T35" fmla="*/ 183 h 183"/>
              <a:gd name="T36" fmla="*/ 36 w 344"/>
              <a:gd name="T37" fmla="*/ 183 h 183"/>
              <a:gd name="T38" fmla="*/ 341 w 344"/>
              <a:gd name="T39" fmla="*/ 183 h 183"/>
              <a:gd name="T40" fmla="*/ 344 w 344"/>
              <a:gd name="T41" fmla="*/ 183 h 183"/>
              <a:gd name="T42" fmla="*/ 344 w 344"/>
              <a:gd name="T43" fmla="*/ 183 h 183"/>
              <a:gd name="T44" fmla="*/ 326 w 344"/>
              <a:gd name="T45" fmla="*/ 17 h 183"/>
              <a:gd name="T46" fmla="*/ 326 w 344"/>
              <a:gd name="T47" fmla="*/ 165 h 183"/>
              <a:gd name="T48" fmla="*/ 271 w 344"/>
              <a:gd name="T49" fmla="*/ 165 h 183"/>
              <a:gd name="T50" fmla="*/ 271 w 344"/>
              <a:gd name="T51" fmla="*/ 17 h 183"/>
              <a:gd name="T52" fmla="*/ 326 w 344"/>
              <a:gd name="T53" fmla="*/ 17 h 183"/>
              <a:gd name="T54" fmla="*/ 253 w 344"/>
              <a:gd name="T55" fmla="*/ 17 h 183"/>
              <a:gd name="T56" fmla="*/ 253 w 344"/>
              <a:gd name="T57" fmla="*/ 165 h 183"/>
              <a:gd name="T58" fmla="*/ 199 w 344"/>
              <a:gd name="T59" fmla="*/ 165 h 183"/>
              <a:gd name="T60" fmla="*/ 199 w 344"/>
              <a:gd name="T61" fmla="*/ 17 h 183"/>
              <a:gd name="T62" fmla="*/ 253 w 344"/>
              <a:gd name="T63" fmla="*/ 17 h 183"/>
              <a:gd name="T64" fmla="*/ 181 w 344"/>
              <a:gd name="T65" fmla="*/ 17 h 183"/>
              <a:gd name="T66" fmla="*/ 181 w 344"/>
              <a:gd name="T67" fmla="*/ 165 h 183"/>
              <a:gd name="T68" fmla="*/ 126 w 344"/>
              <a:gd name="T69" fmla="*/ 165 h 183"/>
              <a:gd name="T70" fmla="*/ 126 w 344"/>
              <a:gd name="T71" fmla="*/ 17 h 183"/>
              <a:gd name="T72" fmla="*/ 181 w 344"/>
              <a:gd name="T73" fmla="*/ 17 h 183"/>
              <a:gd name="T74" fmla="*/ 108 w 344"/>
              <a:gd name="T75" fmla="*/ 17 h 183"/>
              <a:gd name="T76" fmla="*/ 108 w 344"/>
              <a:gd name="T77" fmla="*/ 165 h 183"/>
              <a:gd name="T78" fmla="*/ 54 w 344"/>
              <a:gd name="T79" fmla="*/ 165 h 183"/>
              <a:gd name="T80" fmla="*/ 54 w 344"/>
              <a:gd name="T81" fmla="*/ 17 h 183"/>
              <a:gd name="T82" fmla="*/ 108 w 344"/>
              <a:gd name="T83" fmla="*/ 1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4" h="183">
                <a:moveTo>
                  <a:pt x="344" y="183"/>
                </a:moveTo>
                <a:lnTo>
                  <a:pt x="344" y="180"/>
                </a:lnTo>
                <a:lnTo>
                  <a:pt x="344" y="2"/>
                </a:lnTo>
                <a:lnTo>
                  <a:pt x="344" y="0"/>
                </a:lnTo>
                <a:lnTo>
                  <a:pt x="341" y="0"/>
                </a:lnTo>
                <a:lnTo>
                  <a:pt x="36" y="0"/>
                </a:lnTo>
                <a:lnTo>
                  <a:pt x="33" y="0"/>
                </a:lnTo>
                <a:lnTo>
                  <a:pt x="33" y="2"/>
                </a:lnTo>
                <a:lnTo>
                  <a:pt x="33" y="44"/>
                </a:lnTo>
                <a:lnTo>
                  <a:pt x="3" y="44"/>
                </a:lnTo>
                <a:lnTo>
                  <a:pt x="0" y="44"/>
                </a:lnTo>
                <a:lnTo>
                  <a:pt x="0" y="47"/>
                </a:lnTo>
                <a:lnTo>
                  <a:pt x="0" y="136"/>
                </a:lnTo>
                <a:lnTo>
                  <a:pt x="0" y="138"/>
                </a:lnTo>
                <a:lnTo>
                  <a:pt x="3" y="138"/>
                </a:lnTo>
                <a:lnTo>
                  <a:pt x="33" y="138"/>
                </a:lnTo>
                <a:lnTo>
                  <a:pt x="33" y="180"/>
                </a:lnTo>
                <a:lnTo>
                  <a:pt x="33" y="183"/>
                </a:lnTo>
                <a:lnTo>
                  <a:pt x="36" y="183"/>
                </a:lnTo>
                <a:lnTo>
                  <a:pt x="341" y="183"/>
                </a:lnTo>
                <a:lnTo>
                  <a:pt x="344" y="183"/>
                </a:lnTo>
                <a:lnTo>
                  <a:pt x="344" y="183"/>
                </a:lnTo>
                <a:close/>
                <a:moveTo>
                  <a:pt x="326" y="17"/>
                </a:moveTo>
                <a:lnTo>
                  <a:pt x="326" y="165"/>
                </a:lnTo>
                <a:lnTo>
                  <a:pt x="271" y="165"/>
                </a:lnTo>
                <a:lnTo>
                  <a:pt x="271" y="17"/>
                </a:lnTo>
                <a:lnTo>
                  <a:pt x="326" y="17"/>
                </a:lnTo>
                <a:close/>
                <a:moveTo>
                  <a:pt x="253" y="17"/>
                </a:moveTo>
                <a:lnTo>
                  <a:pt x="253" y="165"/>
                </a:lnTo>
                <a:lnTo>
                  <a:pt x="199" y="165"/>
                </a:lnTo>
                <a:lnTo>
                  <a:pt x="199" y="17"/>
                </a:lnTo>
                <a:lnTo>
                  <a:pt x="253" y="17"/>
                </a:lnTo>
                <a:close/>
                <a:moveTo>
                  <a:pt x="181" y="17"/>
                </a:moveTo>
                <a:lnTo>
                  <a:pt x="181" y="165"/>
                </a:lnTo>
                <a:lnTo>
                  <a:pt x="126" y="165"/>
                </a:lnTo>
                <a:lnTo>
                  <a:pt x="126" y="17"/>
                </a:lnTo>
                <a:lnTo>
                  <a:pt x="181" y="17"/>
                </a:lnTo>
                <a:close/>
                <a:moveTo>
                  <a:pt x="108" y="17"/>
                </a:moveTo>
                <a:lnTo>
                  <a:pt x="108" y="165"/>
                </a:lnTo>
                <a:lnTo>
                  <a:pt x="54" y="165"/>
                </a:lnTo>
                <a:lnTo>
                  <a:pt x="54" y="17"/>
                </a:lnTo>
                <a:lnTo>
                  <a:pt x="108"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8" name="Group 27"/>
          <p:cNvGrpSpPr/>
          <p:nvPr/>
        </p:nvGrpSpPr>
        <p:grpSpPr>
          <a:xfrm>
            <a:off x="7270324" y="4427340"/>
            <a:ext cx="434975" cy="488951"/>
            <a:chOff x="3113089" y="2198688"/>
            <a:chExt cx="434975" cy="488951"/>
          </a:xfrm>
          <a:solidFill>
            <a:schemeClr val="bg1"/>
          </a:solidFill>
        </p:grpSpPr>
        <p:sp>
          <p:nvSpPr>
            <p:cNvPr id="29" name="Rectangle 28"/>
            <p:cNvSpPr>
              <a:spLocks noChangeArrowheads="1"/>
            </p:cNvSpPr>
            <p:nvPr/>
          </p:nvSpPr>
          <p:spPr bwMode="auto">
            <a:xfrm>
              <a:off x="3455989" y="2198688"/>
              <a:ext cx="65088" cy="146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29"/>
            <p:cNvSpPr>
              <a:spLocks noChangeArrowheads="1"/>
            </p:cNvSpPr>
            <p:nvPr/>
          </p:nvSpPr>
          <p:spPr bwMode="auto">
            <a:xfrm>
              <a:off x="3455989" y="2425701"/>
              <a:ext cx="65088" cy="2619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30"/>
            <p:cNvSpPr>
              <a:spLocks noChangeArrowheads="1"/>
            </p:cNvSpPr>
            <p:nvPr/>
          </p:nvSpPr>
          <p:spPr bwMode="auto">
            <a:xfrm>
              <a:off x="3297239" y="2198688"/>
              <a:ext cx="66675" cy="271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31"/>
            <p:cNvSpPr>
              <a:spLocks noChangeArrowheads="1"/>
            </p:cNvSpPr>
            <p:nvPr/>
          </p:nvSpPr>
          <p:spPr bwMode="auto">
            <a:xfrm>
              <a:off x="3297239" y="2549526"/>
              <a:ext cx="66675"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32"/>
            <p:cNvSpPr>
              <a:spLocks noChangeArrowheads="1"/>
            </p:cNvSpPr>
            <p:nvPr/>
          </p:nvSpPr>
          <p:spPr bwMode="auto">
            <a:xfrm>
              <a:off x="3141664" y="2198688"/>
              <a:ext cx="6350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33"/>
            <p:cNvSpPr>
              <a:spLocks noChangeArrowheads="1"/>
            </p:cNvSpPr>
            <p:nvPr/>
          </p:nvSpPr>
          <p:spPr bwMode="auto">
            <a:xfrm>
              <a:off x="3141664" y="2322513"/>
              <a:ext cx="63500" cy="365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4"/>
            <p:cNvSpPr>
              <a:spLocks/>
            </p:cNvSpPr>
            <p:nvPr/>
          </p:nvSpPr>
          <p:spPr bwMode="auto">
            <a:xfrm>
              <a:off x="3113089" y="2257426"/>
              <a:ext cx="120650" cy="50800"/>
            </a:xfrm>
            <a:custGeom>
              <a:avLst/>
              <a:gdLst>
                <a:gd name="T0" fmla="*/ 0 w 76"/>
                <a:gd name="T1" fmla="*/ 0 h 32"/>
                <a:gd name="T2" fmla="*/ 0 w 76"/>
                <a:gd name="T3" fmla="*/ 32 h 32"/>
                <a:gd name="T4" fmla="*/ 18 w 76"/>
                <a:gd name="T5" fmla="*/ 32 h 32"/>
                <a:gd name="T6" fmla="*/ 58 w 76"/>
                <a:gd name="T7" fmla="*/ 32 h 32"/>
                <a:gd name="T8" fmla="*/ 76 w 76"/>
                <a:gd name="T9" fmla="*/ 32 h 32"/>
                <a:gd name="T10" fmla="*/ 76 w 76"/>
                <a:gd name="T11" fmla="*/ 0 h 32"/>
                <a:gd name="T12" fmla="*/ 58 w 76"/>
                <a:gd name="T13" fmla="*/ 0 h 32"/>
                <a:gd name="T14" fmla="*/ 18 w 76"/>
                <a:gd name="T15" fmla="*/ 0 h 32"/>
                <a:gd name="T16" fmla="*/ 0 w 76"/>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32">
                  <a:moveTo>
                    <a:pt x="0" y="0"/>
                  </a:moveTo>
                  <a:lnTo>
                    <a:pt x="0" y="32"/>
                  </a:lnTo>
                  <a:lnTo>
                    <a:pt x="18" y="32"/>
                  </a:lnTo>
                  <a:lnTo>
                    <a:pt x="58" y="32"/>
                  </a:lnTo>
                  <a:lnTo>
                    <a:pt x="76" y="32"/>
                  </a:lnTo>
                  <a:lnTo>
                    <a:pt x="76" y="0"/>
                  </a:lnTo>
                  <a:lnTo>
                    <a:pt x="58" y="0"/>
                  </a:lnTo>
                  <a:lnTo>
                    <a:pt x="1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5"/>
            <p:cNvSpPr>
              <a:spLocks/>
            </p:cNvSpPr>
            <p:nvPr/>
          </p:nvSpPr>
          <p:spPr bwMode="auto">
            <a:xfrm>
              <a:off x="3270251" y="2484438"/>
              <a:ext cx="120650" cy="53975"/>
            </a:xfrm>
            <a:custGeom>
              <a:avLst/>
              <a:gdLst>
                <a:gd name="T0" fmla="*/ 0 w 76"/>
                <a:gd name="T1" fmla="*/ 0 h 34"/>
                <a:gd name="T2" fmla="*/ 0 w 76"/>
                <a:gd name="T3" fmla="*/ 34 h 34"/>
                <a:gd name="T4" fmla="*/ 17 w 76"/>
                <a:gd name="T5" fmla="*/ 34 h 34"/>
                <a:gd name="T6" fmla="*/ 59 w 76"/>
                <a:gd name="T7" fmla="*/ 34 h 34"/>
                <a:gd name="T8" fmla="*/ 76 w 76"/>
                <a:gd name="T9" fmla="*/ 34 h 34"/>
                <a:gd name="T10" fmla="*/ 76 w 76"/>
                <a:gd name="T11" fmla="*/ 0 h 34"/>
                <a:gd name="T12" fmla="*/ 59 w 76"/>
                <a:gd name="T13" fmla="*/ 0 h 34"/>
                <a:gd name="T14" fmla="*/ 17 w 76"/>
                <a:gd name="T15" fmla="*/ 0 h 34"/>
                <a:gd name="T16" fmla="*/ 0 w 76"/>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34">
                  <a:moveTo>
                    <a:pt x="0" y="0"/>
                  </a:moveTo>
                  <a:lnTo>
                    <a:pt x="0" y="34"/>
                  </a:lnTo>
                  <a:lnTo>
                    <a:pt x="17" y="34"/>
                  </a:lnTo>
                  <a:lnTo>
                    <a:pt x="59" y="34"/>
                  </a:lnTo>
                  <a:lnTo>
                    <a:pt x="76" y="34"/>
                  </a:lnTo>
                  <a:lnTo>
                    <a:pt x="76" y="0"/>
                  </a:lnTo>
                  <a:lnTo>
                    <a:pt x="59" y="0"/>
                  </a:lnTo>
                  <a:lnTo>
                    <a:pt x="1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6"/>
            <p:cNvSpPr>
              <a:spLocks/>
            </p:cNvSpPr>
            <p:nvPr/>
          </p:nvSpPr>
          <p:spPr bwMode="auto">
            <a:xfrm>
              <a:off x="3427414" y="2359026"/>
              <a:ext cx="120650" cy="52388"/>
            </a:xfrm>
            <a:custGeom>
              <a:avLst/>
              <a:gdLst>
                <a:gd name="T0" fmla="*/ 18 w 76"/>
                <a:gd name="T1" fmla="*/ 0 h 33"/>
                <a:gd name="T2" fmla="*/ 0 w 76"/>
                <a:gd name="T3" fmla="*/ 0 h 33"/>
                <a:gd name="T4" fmla="*/ 0 w 76"/>
                <a:gd name="T5" fmla="*/ 33 h 33"/>
                <a:gd name="T6" fmla="*/ 18 w 76"/>
                <a:gd name="T7" fmla="*/ 33 h 33"/>
                <a:gd name="T8" fmla="*/ 59 w 76"/>
                <a:gd name="T9" fmla="*/ 33 h 33"/>
                <a:gd name="T10" fmla="*/ 76 w 76"/>
                <a:gd name="T11" fmla="*/ 33 h 33"/>
                <a:gd name="T12" fmla="*/ 76 w 76"/>
                <a:gd name="T13" fmla="*/ 0 h 33"/>
                <a:gd name="T14" fmla="*/ 59 w 76"/>
                <a:gd name="T15" fmla="*/ 0 h 33"/>
                <a:gd name="T16" fmla="*/ 18 w 76"/>
                <a:gd name="T1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33">
                  <a:moveTo>
                    <a:pt x="18" y="0"/>
                  </a:moveTo>
                  <a:lnTo>
                    <a:pt x="0" y="0"/>
                  </a:lnTo>
                  <a:lnTo>
                    <a:pt x="0" y="33"/>
                  </a:lnTo>
                  <a:lnTo>
                    <a:pt x="18" y="33"/>
                  </a:lnTo>
                  <a:lnTo>
                    <a:pt x="59" y="33"/>
                  </a:lnTo>
                  <a:lnTo>
                    <a:pt x="76" y="33"/>
                  </a:lnTo>
                  <a:lnTo>
                    <a:pt x="76" y="0"/>
                  </a:lnTo>
                  <a:lnTo>
                    <a:pt x="59" y="0"/>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Rectangle 1436"/>
          <p:cNvSpPr>
            <a:spLocks noChangeArrowheads="1"/>
          </p:cNvSpPr>
          <p:nvPr/>
        </p:nvSpPr>
        <p:spPr bwMode="auto">
          <a:xfrm>
            <a:off x="7102380" y="5015809"/>
            <a:ext cx="7722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fontAlgn="base">
              <a:spcBef>
                <a:spcPct val="0"/>
              </a:spcBef>
              <a:spcAft>
                <a:spcPct val="0"/>
              </a:spcAft>
            </a:pPr>
            <a:r>
              <a:rPr lang="id-ID" sz="1600" b="1">
                <a:solidFill>
                  <a:schemeClr val="bg1"/>
                </a:solidFill>
                <a:cs typeface="Arial" pitchFamily="34" charset="0"/>
              </a:rPr>
              <a:t>Equalizer</a:t>
            </a:r>
            <a:endParaRPr lang="en-US" sz="1600" b="1" dirty="0">
              <a:solidFill>
                <a:schemeClr val="bg1"/>
              </a:solidFill>
              <a:cs typeface="Arial" pitchFamily="34" charset="0"/>
            </a:endParaRPr>
          </a:p>
        </p:txBody>
      </p:sp>
      <p:sp>
        <p:nvSpPr>
          <p:cNvPr id="39" name="Rectangle 1436"/>
          <p:cNvSpPr>
            <a:spLocks noChangeArrowheads="1"/>
          </p:cNvSpPr>
          <p:nvPr/>
        </p:nvSpPr>
        <p:spPr bwMode="auto">
          <a:xfrm>
            <a:off x="4866296" y="2794830"/>
            <a:ext cx="11223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fontAlgn="base">
              <a:spcBef>
                <a:spcPct val="0"/>
              </a:spcBef>
              <a:spcAft>
                <a:spcPct val="0"/>
              </a:spcAft>
            </a:pPr>
            <a:r>
              <a:rPr lang="id-ID" sz="1600" b="1">
                <a:solidFill>
                  <a:schemeClr val="bg1"/>
                </a:solidFill>
                <a:cs typeface="Arial" pitchFamily="34" charset="0"/>
              </a:rPr>
              <a:t>Globalization</a:t>
            </a:r>
            <a:endParaRPr lang="en-US" sz="1600" b="1" dirty="0">
              <a:solidFill>
                <a:schemeClr val="bg1"/>
              </a:solidFill>
              <a:cs typeface="Arial" pitchFamily="34" charset="0"/>
            </a:endParaRPr>
          </a:p>
        </p:txBody>
      </p:sp>
      <p:sp>
        <p:nvSpPr>
          <p:cNvPr id="40" name="Rectangle 1436"/>
          <p:cNvSpPr>
            <a:spLocks noChangeArrowheads="1"/>
          </p:cNvSpPr>
          <p:nvPr/>
        </p:nvSpPr>
        <p:spPr bwMode="auto">
          <a:xfrm>
            <a:off x="4796455" y="4632349"/>
            <a:ext cx="7477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fontAlgn="base">
              <a:spcBef>
                <a:spcPct val="0"/>
              </a:spcBef>
              <a:spcAft>
                <a:spcPct val="0"/>
              </a:spcAft>
            </a:pPr>
            <a:r>
              <a:rPr lang="id-ID" sz="1600" b="1">
                <a:solidFill>
                  <a:schemeClr val="bg1"/>
                </a:solidFill>
                <a:cs typeface="Arial" pitchFamily="34" charset="0"/>
              </a:rPr>
              <a:t>Charging</a:t>
            </a:r>
            <a:endParaRPr lang="en-US" sz="1600" b="1" dirty="0">
              <a:solidFill>
                <a:schemeClr val="bg1"/>
              </a:solidFill>
              <a:cs typeface="Arial" pitchFamily="34" charset="0"/>
            </a:endParaRPr>
          </a:p>
        </p:txBody>
      </p:sp>
      <p:sp>
        <p:nvSpPr>
          <p:cNvPr id="41" name="Rectangle 1436"/>
          <p:cNvSpPr>
            <a:spLocks noChangeArrowheads="1"/>
          </p:cNvSpPr>
          <p:nvPr/>
        </p:nvSpPr>
        <p:spPr bwMode="auto">
          <a:xfrm>
            <a:off x="6975196" y="2852742"/>
            <a:ext cx="10873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fontAlgn="base">
              <a:spcBef>
                <a:spcPct val="0"/>
              </a:spcBef>
              <a:spcAft>
                <a:spcPct val="0"/>
              </a:spcAft>
            </a:pPr>
            <a:r>
              <a:rPr lang="id-ID" sz="1600" b="1">
                <a:solidFill>
                  <a:schemeClr val="bg1"/>
                </a:solidFill>
                <a:cs typeface="Arial" pitchFamily="34" charset="0"/>
              </a:rPr>
              <a:t>Coffee Break</a:t>
            </a:r>
            <a:endParaRPr lang="en-US" sz="1600" b="1" dirty="0">
              <a:solidFill>
                <a:schemeClr val="bg1"/>
              </a:solidFill>
              <a:cs typeface="Arial" pitchFamily="34" charset="0"/>
            </a:endParaRPr>
          </a:p>
        </p:txBody>
      </p:sp>
      <p:grpSp>
        <p:nvGrpSpPr>
          <p:cNvPr id="42" name="Group 41"/>
          <p:cNvGrpSpPr/>
          <p:nvPr/>
        </p:nvGrpSpPr>
        <p:grpSpPr>
          <a:xfrm>
            <a:off x="9015982" y="2202503"/>
            <a:ext cx="2659477" cy="3780430"/>
            <a:chOff x="8375770" y="2401463"/>
            <a:chExt cx="2659477" cy="3780430"/>
          </a:xfrm>
        </p:grpSpPr>
        <p:sp>
          <p:nvSpPr>
            <p:cNvPr id="43" name="Freeform 42"/>
            <p:cNvSpPr>
              <a:spLocks noEditPoints="1"/>
            </p:cNvSpPr>
            <p:nvPr/>
          </p:nvSpPr>
          <p:spPr bwMode="auto">
            <a:xfrm>
              <a:off x="8375770" y="2475433"/>
              <a:ext cx="558800" cy="536575"/>
            </a:xfrm>
            <a:custGeom>
              <a:avLst/>
              <a:gdLst>
                <a:gd name="T0" fmla="*/ 175 w 296"/>
                <a:gd name="T1" fmla="*/ 126 h 284"/>
                <a:gd name="T2" fmla="*/ 263 w 296"/>
                <a:gd name="T3" fmla="*/ 42 h 284"/>
                <a:gd name="T4" fmla="*/ 268 w 296"/>
                <a:gd name="T5" fmla="*/ 15 h 284"/>
                <a:gd name="T6" fmla="*/ 241 w 296"/>
                <a:gd name="T7" fmla="*/ 22 h 284"/>
                <a:gd name="T8" fmla="*/ 164 w 296"/>
                <a:gd name="T9" fmla="*/ 116 h 284"/>
                <a:gd name="T10" fmla="*/ 141 w 296"/>
                <a:gd name="T11" fmla="*/ 95 h 284"/>
                <a:gd name="T12" fmla="*/ 91 w 296"/>
                <a:gd name="T13" fmla="*/ 12 h 284"/>
                <a:gd name="T14" fmla="*/ 42 w 296"/>
                <a:gd name="T15" fmla="*/ 4 h 284"/>
                <a:gd name="T16" fmla="*/ 42 w 296"/>
                <a:gd name="T17" fmla="*/ 14 h 284"/>
                <a:gd name="T18" fmla="*/ 76 w 296"/>
                <a:gd name="T19" fmla="*/ 45 h 284"/>
                <a:gd name="T20" fmla="*/ 62 w 296"/>
                <a:gd name="T21" fmla="*/ 78 h 284"/>
                <a:gd name="T22" fmla="*/ 22 w 296"/>
                <a:gd name="T23" fmla="*/ 46 h 284"/>
                <a:gd name="T24" fmla="*/ 12 w 296"/>
                <a:gd name="T25" fmla="*/ 36 h 284"/>
                <a:gd name="T26" fmla="*/ 7 w 296"/>
                <a:gd name="T27" fmla="*/ 39 h 284"/>
                <a:gd name="T28" fmla="*/ 56 w 296"/>
                <a:gd name="T29" fmla="*/ 126 h 284"/>
                <a:gd name="T30" fmla="*/ 100 w 296"/>
                <a:gd name="T31" fmla="*/ 136 h 284"/>
                <a:gd name="T32" fmla="*/ 33 w 296"/>
                <a:gd name="T33" fmla="*/ 224 h 284"/>
                <a:gd name="T34" fmla="*/ 29 w 296"/>
                <a:gd name="T35" fmla="*/ 272 h 284"/>
                <a:gd name="T36" fmla="*/ 149 w 296"/>
                <a:gd name="T37" fmla="*/ 186 h 284"/>
                <a:gd name="T38" fmla="*/ 266 w 296"/>
                <a:gd name="T39" fmla="*/ 284 h 284"/>
                <a:gd name="T40" fmla="*/ 284 w 296"/>
                <a:gd name="T41" fmla="*/ 277 h 284"/>
                <a:gd name="T42" fmla="*/ 103 w 296"/>
                <a:gd name="T43" fmla="*/ 123 h 284"/>
                <a:gd name="T44" fmla="*/ 86 w 296"/>
                <a:gd name="T45" fmla="*/ 127 h 284"/>
                <a:gd name="T46" fmla="*/ 25 w 296"/>
                <a:gd name="T47" fmla="*/ 80 h 284"/>
                <a:gd name="T48" fmla="*/ 41 w 296"/>
                <a:gd name="T49" fmla="*/ 80 h 284"/>
                <a:gd name="T50" fmla="*/ 84 w 296"/>
                <a:gd name="T51" fmla="*/ 80 h 284"/>
                <a:gd name="T52" fmla="*/ 58 w 296"/>
                <a:gd name="T53" fmla="*/ 11 h 284"/>
                <a:gd name="T54" fmla="*/ 122 w 296"/>
                <a:gd name="T55" fmla="*/ 59 h 284"/>
                <a:gd name="T56" fmla="*/ 128 w 296"/>
                <a:gd name="T57" fmla="*/ 100 h 284"/>
                <a:gd name="T58" fmla="*/ 144 w 296"/>
                <a:gd name="T59" fmla="*/ 112 h 284"/>
                <a:gd name="T60" fmla="*/ 152 w 296"/>
                <a:gd name="T61" fmla="*/ 129 h 284"/>
                <a:gd name="T62" fmla="*/ 108 w 296"/>
                <a:gd name="T63" fmla="*/ 127 h 284"/>
                <a:gd name="T64" fmla="*/ 103 w 296"/>
                <a:gd name="T65" fmla="*/ 123 h 284"/>
                <a:gd name="T66" fmla="*/ 36 w 296"/>
                <a:gd name="T67" fmla="*/ 264 h 284"/>
                <a:gd name="T68" fmla="*/ 42 w 296"/>
                <a:gd name="T69" fmla="*/ 232 h 284"/>
                <a:gd name="T70" fmla="*/ 150 w 296"/>
                <a:gd name="T71" fmla="*/ 141 h 284"/>
                <a:gd name="T72" fmla="*/ 145 w 296"/>
                <a:gd name="T73" fmla="*/ 173 h 284"/>
                <a:gd name="T74" fmla="*/ 276 w 296"/>
                <a:gd name="T75" fmla="*/ 269 h 284"/>
                <a:gd name="T76" fmla="*/ 241 w 296"/>
                <a:gd name="T77" fmla="*/ 261 h 284"/>
                <a:gd name="T78" fmla="*/ 162 w 296"/>
                <a:gd name="T79" fmla="*/ 139 h 284"/>
                <a:gd name="T80" fmla="*/ 268 w 296"/>
                <a:gd name="T81" fmla="*/ 23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6" h="284">
                  <a:moveTo>
                    <a:pt x="276" y="226"/>
                  </a:moveTo>
                  <a:cubicBezTo>
                    <a:pt x="175" y="126"/>
                    <a:pt x="175" y="126"/>
                    <a:pt x="175" y="126"/>
                  </a:cubicBezTo>
                  <a:cubicBezTo>
                    <a:pt x="246" y="49"/>
                    <a:pt x="246" y="49"/>
                    <a:pt x="246" y="49"/>
                  </a:cubicBezTo>
                  <a:cubicBezTo>
                    <a:pt x="252" y="49"/>
                    <a:pt x="258" y="47"/>
                    <a:pt x="263" y="42"/>
                  </a:cubicBezTo>
                  <a:cubicBezTo>
                    <a:pt x="271" y="34"/>
                    <a:pt x="271" y="34"/>
                    <a:pt x="271" y="34"/>
                  </a:cubicBezTo>
                  <a:cubicBezTo>
                    <a:pt x="278" y="26"/>
                    <a:pt x="274" y="20"/>
                    <a:pt x="268" y="15"/>
                  </a:cubicBezTo>
                  <a:cubicBezTo>
                    <a:pt x="262" y="9"/>
                    <a:pt x="256" y="6"/>
                    <a:pt x="249" y="13"/>
                  </a:cubicBezTo>
                  <a:cubicBezTo>
                    <a:pt x="241" y="22"/>
                    <a:pt x="241" y="22"/>
                    <a:pt x="241" y="22"/>
                  </a:cubicBezTo>
                  <a:cubicBezTo>
                    <a:pt x="237" y="27"/>
                    <a:pt x="235" y="33"/>
                    <a:pt x="236" y="39"/>
                  </a:cubicBezTo>
                  <a:cubicBezTo>
                    <a:pt x="164" y="116"/>
                    <a:pt x="164" y="116"/>
                    <a:pt x="164" y="116"/>
                  </a:cubicBezTo>
                  <a:cubicBezTo>
                    <a:pt x="152" y="104"/>
                    <a:pt x="152" y="104"/>
                    <a:pt x="152" y="104"/>
                  </a:cubicBezTo>
                  <a:cubicBezTo>
                    <a:pt x="149" y="100"/>
                    <a:pt x="145" y="97"/>
                    <a:pt x="141" y="95"/>
                  </a:cubicBezTo>
                  <a:cubicBezTo>
                    <a:pt x="146" y="80"/>
                    <a:pt x="142" y="62"/>
                    <a:pt x="130" y="51"/>
                  </a:cubicBezTo>
                  <a:cubicBezTo>
                    <a:pt x="91" y="12"/>
                    <a:pt x="91" y="12"/>
                    <a:pt x="91" y="12"/>
                  </a:cubicBezTo>
                  <a:cubicBezTo>
                    <a:pt x="83" y="4"/>
                    <a:pt x="72" y="0"/>
                    <a:pt x="60" y="0"/>
                  </a:cubicBezTo>
                  <a:cubicBezTo>
                    <a:pt x="54" y="0"/>
                    <a:pt x="48" y="1"/>
                    <a:pt x="42" y="4"/>
                  </a:cubicBezTo>
                  <a:cubicBezTo>
                    <a:pt x="40" y="4"/>
                    <a:pt x="39" y="7"/>
                    <a:pt x="39" y="9"/>
                  </a:cubicBezTo>
                  <a:cubicBezTo>
                    <a:pt x="39" y="11"/>
                    <a:pt x="40" y="13"/>
                    <a:pt x="42" y="14"/>
                  </a:cubicBezTo>
                  <a:cubicBezTo>
                    <a:pt x="45" y="15"/>
                    <a:pt x="47" y="16"/>
                    <a:pt x="49" y="18"/>
                  </a:cubicBezTo>
                  <a:cubicBezTo>
                    <a:pt x="76" y="45"/>
                    <a:pt x="76" y="45"/>
                    <a:pt x="76" y="45"/>
                  </a:cubicBezTo>
                  <a:cubicBezTo>
                    <a:pt x="83" y="52"/>
                    <a:pt x="84" y="64"/>
                    <a:pt x="76" y="72"/>
                  </a:cubicBezTo>
                  <a:cubicBezTo>
                    <a:pt x="72" y="76"/>
                    <a:pt x="68" y="78"/>
                    <a:pt x="62" y="78"/>
                  </a:cubicBezTo>
                  <a:cubicBezTo>
                    <a:pt x="57" y="78"/>
                    <a:pt x="53" y="76"/>
                    <a:pt x="49" y="72"/>
                  </a:cubicBezTo>
                  <a:cubicBezTo>
                    <a:pt x="22" y="46"/>
                    <a:pt x="22" y="46"/>
                    <a:pt x="22" y="46"/>
                  </a:cubicBezTo>
                  <a:cubicBezTo>
                    <a:pt x="20" y="44"/>
                    <a:pt x="19" y="42"/>
                    <a:pt x="18" y="39"/>
                  </a:cubicBezTo>
                  <a:cubicBezTo>
                    <a:pt x="17" y="37"/>
                    <a:pt x="15" y="36"/>
                    <a:pt x="12" y="36"/>
                  </a:cubicBezTo>
                  <a:cubicBezTo>
                    <a:pt x="12" y="36"/>
                    <a:pt x="12" y="36"/>
                    <a:pt x="12" y="36"/>
                  </a:cubicBezTo>
                  <a:cubicBezTo>
                    <a:pt x="10" y="36"/>
                    <a:pt x="8" y="37"/>
                    <a:pt x="7" y="39"/>
                  </a:cubicBezTo>
                  <a:cubicBezTo>
                    <a:pt x="0" y="56"/>
                    <a:pt x="4" y="75"/>
                    <a:pt x="17" y="88"/>
                  </a:cubicBezTo>
                  <a:cubicBezTo>
                    <a:pt x="56" y="126"/>
                    <a:pt x="56" y="126"/>
                    <a:pt x="56" y="126"/>
                  </a:cubicBezTo>
                  <a:cubicBezTo>
                    <a:pt x="64" y="134"/>
                    <a:pt x="75" y="139"/>
                    <a:pt x="86" y="139"/>
                  </a:cubicBezTo>
                  <a:cubicBezTo>
                    <a:pt x="91" y="139"/>
                    <a:pt x="96" y="138"/>
                    <a:pt x="100" y="136"/>
                  </a:cubicBezTo>
                  <a:cubicBezTo>
                    <a:pt x="102" y="139"/>
                    <a:pt x="104" y="142"/>
                    <a:pt x="107" y="145"/>
                  </a:cubicBezTo>
                  <a:cubicBezTo>
                    <a:pt x="33" y="224"/>
                    <a:pt x="33" y="224"/>
                    <a:pt x="33" y="224"/>
                  </a:cubicBezTo>
                  <a:cubicBezTo>
                    <a:pt x="19" y="239"/>
                    <a:pt x="17" y="261"/>
                    <a:pt x="28" y="272"/>
                  </a:cubicBezTo>
                  <a:cubicBezTo>
                    <a:pt x="29" y="272"/>
                    <a:pt x="29" y="272"/>
                    <a:pt x="29" y="272"/>
                  </a:cubicBezTo>
                  <a:cubicBezTo>
                    <a:pt x="40" y="283"/>
                    <a:pt x="62" y="279"/>
                    <a:pt x="76" y="264"/>
                  </a:cubicBezTo>
                  <a:cubicBezTo>
                    <a:pt x="149" y="186"/>
                    <a:pt x="149" y="186"/>
                    <a:pt x="149" y="186"/>
                  </a:cubicBezTo>
                  <a:cubicBezTo>
                    <a:pt x="233" y="269"/>
                    <a:pt x="233" y="269"/>
                    <a:pt x="233" y="269"/>
                  </a:cubicBezTo>
                  <a:cubicBezTo>
                    <a:pt x="243" y="279"/>
                    <a:pt x="255" y="284"/>
                    <a:pt x="266" y="284"/>
                  </a:cubicBezTo>
                  <a:cubicBezTo>
                    <a:pt x="266" y="284"/>
                    <a:pt x="266" y="284"/>
                    <a:pt x="266" y="284"/>
                  </a:cubicBezTo>
                  <a:cubicBezTo>
                    <a:pt x="273" y="284"/>
                    <a:pt x="280" y="281"/>
                    <a:pt x="284" y="277"/>
                  </a:cubicBezTo>
                  <a:cubicBezTo>
                    <a:pt x="296" y="264"/>
                    <a:pt x="293" y="242"/>
                    <a:pt x="276" y="226"/>
                  </a:cubicBezTo>
                  <a:close/>
                  <a:moveTo>
                    <a:pt x="103" y="123"/>
                  </a:moveTo>
                  <a:cubicBezTo>
                    <a:pt x="102" y="123"/>
                    <a:pt x="101" y="123"/>
                    <a:pt x="101" y="124"/>
                  </a:cubicBezTo>
                  <a:cubicBezTo>
                    <a:pt x="96" y="126"/>
                    <a:pt x="91" y="127"/>
                    <a:pt x="86" y="127"/>
                  </a:cubicBezTo>
                  <a:cubicBezTo>
                    <a:pt x="78" y="127"/>
                    <a:pt x="70" y="124"/>
                    <a:pt x="64" y="118"/>
                  </a:cubicBezTo>
                  <a:cubicBezTo>
                    <a:pt x="25" y="80"/>
                    <a:pt x="25" y="80"/>
                    <a:pt x="25" y="80"/>
                  </a:cubicBezTo>
                  <a:cubicBezTo>
                    <a:pt x="18" y="73"/>
                    <a:pt x="15" y="64"/>
                    <a:pt x="15" y="55"/>
                  </a:cubicBezTo>
                  <a:cubicBezTo>
                    <a:pt x="41" y="80"/>
                    <a:pt x="41" y="80"/>
                    <a:pt x="41" y="80"/>
                  </a:cubicBezTo>
                  <a:cubicBezTo>
                    <a:pt x="47" y="86"/>
                    <a:pt x="54" y="89"/>
                    <a:pt x="62" y="89"/>
                  </a:cubicBezTo>
                  <a:cubicBezTo>
                    <a:pt x="71" y="89"/>
                    <a:pt x="78" y="86"/>
                    <a:pt x="84" y="80"/>
                  </a:cubicBezTo>
                  <a:cubicBezTo>
                    <a:pt x="96" y="68"/>
                    <a:pt x="96" y="49"/>
                    <a:pt x="84" y="37"/>
                  </a:cubicBezTo>
                  <a:cubicBezTo>
                    <a:pt x="58" y="11"/>
                    <a:pt x="58" y="11"/>
                    <a:pt x="58" y="11"/>
                  </a:cubicBezTo>
                  <a:cubicBezTo>
                    <a:pt x="67" y="11"/>
                    <a:pt x="76" y="14"/>
                    <a:pt x="83" y="21"/>
                  </a:cubicBezTo>
                  <a:cubicBezTo>
                    <a:pt x="122" y="59"/>
                    <a:pt x="122" y="59"/>
                    <a:pt x="122" y="59"/>
                  </a:cubicBezTo>
                  <a:cubicBezTo>
                    <a:pt x="131" y="68"/>
                    <a:pt x="134" y="83"/>
                    <a:pt x="128" y="96"/>
                  </a:cubicBezTo>
                  <a:cubicBezTo>
                    <a:pt x="128" y="97"/>
                    <a:pt x="128" y="99"/>
                    <a:pt x="128" y="100"/>
                  </a:cubicBezTo>
                  <a:cubicBezTo>
                    <a:pt x="129" y="101"/>
                    <a:pt x="130" y="103"/>
                    <a:pt x="131" y="103"/>
                  </a:cubicBezTo>
                  <a:cubicBezTo>
                    <a:pt x="136" y="105"/>
                    <a:pt x="140" y="108"/>
                    <a:pt x="144" y="112"/>
                  </a:cubicBezTo>
                  <a:cubicBezTo>
                    <a:pt x="156" y="124"/>
                    <a:pt x="156" y="124"/>
                    <a:pt x="156" y="124"/>
                  </a:cubicBezTo>
                  <a:cubicBezTo>
                    <a:pt x="152" y="129"/>
                    <a:pt x="152" y="129"/>
                    <a:pt x="152" y="129"/>
                  </a:cubicBezTo>
                  <a:cubicBezTo>
                    <a:pt x="141" y="124"/>
                    <a:pt x="127" y="127"/>
                    <a:pt x="115" y="137"/>
                  </a:cubicBezTo>
                  <a:cubicBezTo>
                    <a:pt x="112" y="134"/>
                    <a:pt x="110" y="130"/>
                    <a:pt x="108" y="127"/>
                  </a:cubicBezTo>
                  <a:cubicBezTo>
                    <a:pt x="108" y="125"/>
                    <a:pt x="107" y="124"/>
                    <a:pt x="105" y="124"/>
                  </a:cubicBezTo>
                  <a:cubicBezTo>
                    <a:pt x="104" y="123"/>
                    <a:pt x="104" y="123"/>
                    <a:pt x="103" y="123"/>
                  </a:cubicBezTo>
                  <a:close/>
                  <a:moveTo>
                    <a:pt x="68" y="256"/>
                  </a:moveTo>
                  <a:cubicBezTo>
                    <a:pt x="58" y="267"/>
                    <a:pt x="43" y="270"/>
                    <a:pt x="36" y="264"/>
                  </a:cubicBezTo>
                  <a:cubicBezTo>
                    <a:pt x="36" y="263"/>
                    <a:pt x="36" y="263"/>
                    <a:pt x="36" y="263"/>
                  </a:cubicBezTo>
                  <a:cubicBezTo>
                    <a:pt x="29" y="257"/>
                    <a:pt x="32" y="242"/>
                    <a:pt x="42" y="232"/>
                  </a:cubicBezTo>
                  <a:cubicBezTo>
                    <a:pt x="119" y="149"/>
                    <a:pt x="119" y="149"/>
                    <a:pt x="119" y="149"/>
                  </a:cubicBezTo>
                  <a:cubicBezTo>
                    <a:pt x="128" y="138"/>
                    <a:pt x="143" y="135"/>
                    <a:pt x="150" y="141"/>
                  </a:cubicBezTo>
                  <a:cubicBezTo>
                    <a:pt x="150" y="142"/>
                    <a:pt x="150" y="142"/>
                    <a:pt x="150" y="142"/>
                  </a:cubicBezTo>
                  <a:cubicBezTo>
                    <a:pt x="157" y="148"/>
                    <a:pt x="155" y="163"/>
                    <a:pt x="145" y="173"/>
                  </a:cubicBezTo>
                  <a:lnTo>
                    <a:pt x="68" y="256"/>
                  </a:lnTo>
                  <a:close/>
                  <a:moveTo>
                    <a:pt x="276" y="269"/>
                  </a:moveTo>
                  <a:cubicBezTo>
                    <a:pt x="273" y="272"/>
                    <a:pt x="269" y="273"/>
                    <a:pt x="266" y="273"/>
                  </a:cubicBezTo>
                  <a:cubicBezTo>
                    <a:pt x="258" y="273"/>
                    <a:pt x="249" y="268"/>
                    <a:pt x="241" y="261"/>
                  </a:cubicBezTo>
                  <a:cubicBezTo>
                    <a:pt x="156" y="178"/>
                    <a:pt x="156" y="178"/>
                    <a:pt x="156" y="178"/>
                  </a:cubicBezTo>
                  <a:cubicBezTo>
                    <a:pt x="166" y="165"/>
                    <a:pt x="168" y="150"/>
                    <a:pt x="162" y="139"/>
                  </a:cubicBezTo>
                  <a:cubicBezTo>
                    <a:pt x="167" y="134"/>
                    <a:pt x="167" y="134"/>
                    <a:pt x="167" y="134"/>
                  </a:cubicBezTo>
                  <a:cubicBezTo>
                    <a:pt x="268" y="234"/>
                    <a:pt x="268" y="234"/>
                    <a:pt x="268" y="234"/>
                  </a:cubicBezTo>
                  <a:cubicBezTo>
                    <a:pt x="280" y="245"/>
                    <a:pt x="284" y="261"/>
                    <a:pt x="276" y="26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p:cNvGrpSpPr/>
            <p:nvPr/>
          </p:nvGrpSpPr>
          <p:grpSpPr>
            <a:xfrm>
              <a:off x="8383125" y="3429478"/>
              <a:ext cx="568325" cy="530225"/>
              <a:chOff x="4775200" y="5180013"/>
              <a:chExt cx="568325" cy="530225"/>
            </a:xfrm>
            <a:solidFill>
              <a:schemeClr val="accent2"/>
            </a:solidFill>
          </p:grpSpPr>
          <p:sp>
            <p:nvSpPr>
              <p:cNvPr id="53" name="Freeform 61"/>
              <p:cNvSpPr>
                <a:spLocks noEditPoints="1"/>
              </p:cNvSpPr>
              <p:nvPr/>
            </p:nvSpPr>
            <p:spPr bwMode="auto">
              <a:xfrm>
                <a:off x="4775200" y="5180013"/>
                <a:ext cx="568325" cy="530225"/>
              </a:xfrm>
              <a:custGeom>
                <a:avLst/>
                <a:gdLst>
                  <a:gd name="T0" fmla="*/ 215 w 301"/>
                  <a:gd name="T1" fmla="*/ 0 h 281"/>
                  <a:gd name="T2" fmla="*/ 129 w 301"/>
                  <a:gd name="T3" fmla="*/ 86 h 281"/>
                  <a:gd name="T4" fmla="*/ 134 w 301"/>
                  <a:gd name="T5" fmla="*/ 115 h 281"/>
                  <a:gd name="T6" fmla="*/ 1 w 301"/>
                  <a:gd name="T7" fmla="*/ 248 h 281"/>
                  <a:gd name="T8" fmla="*/ 0 w 301"/>
                  <a:gd name="T9" fmla="*/ 252 h 281"/>
                  <a:gd name="T10" fmla="*/ 1 w 301"/>
                  <a:gd name="T11" fmla="*/ 275 h 281"/>
                  <a:gd name="T12" fmla="*/ 7 w 301"/>
                  <a:gd name="T13" fmla="*/ 281 h 281"/>
                  <a:gd name="T14" fmla="*/ 7 w 301"/>
                  <a:gd name="T15" fmla="*/ 281 h 281"/>
                  <a:gd name="T16" fmla="*/ 55 w 301"/>
                  <a:gd name="T17" fmla="*/ 279 h 281"/>
                  <a:gd name="T18" fmla="*/ 60 w 301"/>
                  <a:gd name="T19" fmla="*/ 275 h 281"/>
                  <a:gd name="T20" fmla="*/ 66 w 301"/>
                  <a:gd name="T21" fmla="*/ 255 h 281"/>
                  <a:gd name="T22" fmla="*/ 87 w 301"/>
                  <a:gd name="T23" fmla="*/ 250 h 281"/>
                  <a:gd name="T24" fmla="*/ 92 w 301"/>
                  <a:gd name="T25" fmla="*/ 246 h 281"/>
                  <a:gd name="T26" fmla="*/ 95 w 301"/>
                  <a:gd name="T27" fmla="*/ 227 h 281"/>
                  <a:gd name="T28" fmla="*/ 115 w 301"/>
                  <a:gd name="T29" fmla="*/ 222 h 281"/>
                  <a:gd name="T30" fmla="*/ 120 w 301"/>
                  <a:gd name="T31" fmla="*/ 217 h 281"/>
                  <a:gd name="T32" fmla="*/ 121 w 301"/>
                  <a:gd name="T33" fmla="*/ 196 h 281"/>
                  <a:gd name="T34" fmla="*/ 137 w 301"/>
                  <a:gd name="T35" fmla="*/ 195 h 281"/>
                  <a:gd name="T36" fmla="*/ 142 w 301"/>
                  <a:gd name="T37" fmla="*/ 190 h 281"/>
                  <a:gd name="T38" fmla="*/ 147 w 301"/>
                  <a:gd name="T39" fmla="*/ 170 h 281"/>
                  <a:gd name="T40" fmla="*/ 149 w 301"/>
                  <a:gd name="T41" fmla="*/ 170 h 281"/>
                  <a:gd name="T42" fmla="*/ 174 w 301"/>
                  <a:gd name="T43" fmla="*/ 162 h 281"/>
                  <a:gd name="T44" fmla="*/ 215 w 301"/>
                  <a:gd name="T45" fmla="*/ 172 h 281"/>
                  <a:gd name="T46" fmla="*/ 301 w 301"/>
                  <a:gd name="T47" fmla="*/ 86 h 281"/>
                  <a:gd name="T48" fmla="*/ 215 w 301"/>
                  <a:gd name="T49" fmla="*/ 0 h 281"/>
                  <a:gd name="T50" fmla="*/ 215 w 301"/>
                  <a:gd name="T51" fmla="*/ 160 h 281"/>
                  <a:gd name="T52" fmla="*/ 177 w 301"/>
                  <a:gd name="T53" fmla="*/ 150 h 281"/>
                  <a:gd name="T54" fmla="*/ 171 w 301"/>
                  <a:gd name="T55" fmla="*/ 150 h 281"/>
                  <a:gd name="T56" fmla="*/ 149 w 301"/>
                  <a:gd name="T57" fmla="*/ 158 h 281"/>
                  <a:gd name="T58" fmla="*/ 144 w 301"/>
                  <a:gd name="T59" fmla="*/ 158 h 281"/>
                  <a:gd name="T60" fmla="*/ 144 w 301"/>
                  <a:gd name="T61" fmla="*/ 158 h 281"/>
                  <a:gd name="T62" fmla="*/ 140 w 301"/>
                  <a:gd name="T63" fmla="*/ 158 h 281"/>
                  <a:gd name="T64" fmla="*/ 137 w 301"/>
                  <a:gd name="T65" fmla="*/ 162 h 281"/>
                  <a:gd name="T66" fmla="*/ 132 w 301"/>
                  <a:gd name="T67" fmla="*/ 184 h 281"/>
                  <a:gd name="T68" fmla="*/ 115 w 301"/>
                  <a:gd name="T69" fmla="*/ 186 h 281"/>
                  <a:gd name="T70" fmla="*/ 110 w 301"/>
                  <a:gd name="T71" fmla="*/ 191 h 281"/>
                  <a:gd name="T72" fmla="*/ 108 w 301"/>
                  <a:gd name="T73" fmla="*/ 212 h 281"/>
                  <a:gd name="T74" fmla="*/ 89 w 301"/>
                  <a:gd name="T75" fmla="*/ 217 h 281"/>
                  <a:gd name="T76" fmla="*/ 85 w 301"/>
                  <a:gd name="T77" fmla="*/ 221 h 281"/>
                  <a:gd name="T78" fmla="*/ 81 w 301"/>
                  <a:gd name="T79" fmla="*/ 240 h 281"/>
                  <a:gd name="T80" fmla="*/ 60 w 301"/>
                  <a:gd name="T81" fmla="*/ 244 h 281"/>
                  <a:gd name="T82" fmla="*/ 55 w 301"/>
                  <a:gd name="T83" fmla="*/ 248 h 281"/>
                  <a:gd name="T84" fmla="*/ 50 w 301"/>
                  <a:gd name="T85" fmla="*/ 268 h 281"/>
                  <a:gd name="T86" fmla="*/ 12 w 301"/>
                  <a:gd name="T87" fmla="*/ 269 h 281"/>
                  <a:gd name="T88" fmla="*/ 11 w 301"/>
                  <a:gd name="T89" fmla="*/ 254 h 281"/>
                  <a:gd name="T90" fmla="*/ 145 w 301"/>
                  <a:gd name="T91" fmla="*/ 120 h 281"/>
                  <a:gd name="T92" fmla="*/ 146 w 301"/>
                  <a:gd name="T93" fmla="*/ 114 h 281"/>
                  <a:gd name="T94" fmla="*/ 141 w 301"/>
                  <a:gd name="T95" fmla="*/ 86 h 281"/>
                  <a:gd name="T96" fmla="*/ 215 w 301"/>
                  <a:gd name="T97" fmla="*/ 12 h 281"/>
                  <a:gd name="T98" fmla="*/ 289 w 301"/>
                  <a:gd name="T99" fmla="*/ 86 h 281"/>
                  <a:gd name="T100" fmla="*/ 215 w 301"/>
                  <a:gd name="T101" fmla="*/ 16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1" h="281">
                    <a:moveTo>
                      <a:pt x="215" y="0"/>
                    </a:moveTo>
                    <a:cubicBezTo>
                      <a:pt x="168" y="0"/>
                      <a:pt x="129" y="39"/>
                      <a:pt x="129" y="86"/>
                    </a:cubicBezTo>
                    <a:cubicBezTo>
                      <a:pt x="129" y="96"/>
                      <a:pt x="131" y="106"/>
                      <a:pt x="134" y="115"/>
                    </a:cubicBezTo>
                    <a:cubicBezTo>
                      <a:pt x="1" y="248"/>
                      <a:pt x="1" y="248"/>
                      <a:pt x="1" y="248"/>
                    </a:cubicBezTo>
                    <a:cubicBezTo>
                      <a:pt x="0" y="249"/>
                      <a:pt x="0" y="250"/>
                      <a:pt x="0" y="252"/>
                    </a:cubicBezTo>
                    <a:cubicBezTo>
                      <a:pt x="1" y="275"/>
                      <a:pt x="1" y="275"/>
                      <a:pt x="1" y="275"/>
                    </a:cubicBezTo>
                    <a:cubicBezTo>
                      <a:pt x="1" y="278"/>
                      <a:pt x="4" y="281"/>
                      <a:pt x="7" y="281"/>
                    </a:cubicBezTo>
                    <a:cubicBezTo>
                      <a:pt x="7" y="281"/>
                      <a:pt x="7" y="281"/>
                      <a:pt x="7" y="281"/>
                    </a:cubicBezTo>
                    <a:cubicBezTo>
                      <a:pt x="55" y="279"/>
                      <a:pt x="55" y="279"/>
                      <a:pt x="55" y="279"/>
                    </a:cubicBezTo>
                    <a:cubicBezTo>
                      <a:pt x="57" y="279"/>
                      <a:pt x="59" y="277"/>
                      <a:pt x="60" y="275"/>
                    </a:cubicBezTo>
                    <a:cubicBezTo>
                      <a:pt x="66" y="255"/>
                      <a:pt x="66" y="255"/>
                      <a:pt x="66" y="255"/>
                    </a:cubicBezTo>
                    <a:cubicBezTo>
                      <a:pt x="87" y="250"/>
                      <a:pt x="87" y="250"/>
                      <a:pt x="87" y="250"/>
                    </a:cubicBezTo>
                    <a:cubicBezTo>
                      <a:pt x="90" y="250"/>
                      <a:pt x="91" y="248"/>
                      <a:pt x="92" y="246"/>
                    </a:cubicBezTo>
                    <a:cubicBezTo>
                      <a:pt x="95" y="227"/>
                      <a:pt x="95" y="227"/>
                      <a:pt x="95" y="227"/>
                    </a:cubicBezTo>
                    <a:cubicBezTo>
                      <a:pt x="115" y="222"/>
                      <a:pt x="115" y="222"/>
                      <a:pt x="115" y="222"/>
                    </a:cubicBezTo>
                    <a:cubicBezTo>
                      <a:pt x="118" y="221"/>
                      <a:pt x="119" y="219"/>
                      <a:pt x="120" y="217"/>
                    </a:cubicBezTo>
                    <a:cubicBezTo>
                      <a:pt x="121" y="196"/>
                      <a:pt x="121" y="196"/>
                      <a:pt x="121" y="196"/>
                    </a:cubicBezTo>
                    <a:cubicBezTo>
                      <a:pt x="137" y="195"/>
                      <a:pt x="137" y="195"/>
                      <a:pt x="137" y="195"/>
                    </a:cubicBezTo>
                    <a:cubicBezTo>
                      <a:pt x="140" y="194"/>
                      <a:pt x="142" y="192"/>
                      <a:pt x="142" y="190"/>
                    </a:cubicBezTo>
                    <a:cubicBezTo>
                      <a:pt x="147" y="170"/>
                      <a:pt x="147" y="170"/>
                      <a:pt x="147" y="170"/>
                    </a:cubicBezTo>
                    <a:cubicBezTo>
                      <a:pt x="147" y="170"/>
                      <a:pt x="148" y="170"/>
                      <a:pt x="149" y="170"/>
                    </a:cubicBezTo>
                    <a:cubicBezTo>
                      <a:pt x="155" y="170"/>
                      <a:pt x="164" y="168"/>
                      <a:pt x="174" y="162"/>
                    </a:cubicBezTo>
                    <a:cubicBezTo>
                      <a:pt x="187" y="168"/>
                      <a:pt x="201" y="172"/>
                      <a:pt x="215" y="172"/>
                    </a:cubicBezTo>
                    <a:cubicBezTo>
                      <a:pt x="262" y="172"/>
                      <a:pt x="301" y="133"/>
                      <a:pt x="301" y="86"/>
                    </a:cubicBezTo>
                    <a:cubicBezTo>
                      <a:pt x="301" y="39"/>
                      <a:pt x="262" y="0"/>
                      <a:pt x="215" y="0"/>
                    </a:cubicBezTo>
                    <a:close/>
                    <a:moveTo>
                      <a:pt x="215" y="160"/>
                    </a:moveTo>
                    <a:cubicBezTo>
                      <a:pt x="202" y="160"/>
                      <a:pt x="188" y="157"/>
                      <a:pt x="177" y="150"/>
                    </a:cubicBezTo>
                    <a:cubicBezTo>
                      <a:pt x="175" y="149"/>
                      <a:pt x="173" y="149"/>
                      <a:pt x="171" y="150"/>
                    </a:cubicBezTo>
                    <a:cubicBezTo>
                      <a:pt x="161" y="157"/>
                      <a:pt x="154" y="158"/>
                      <a:pt x="149" y="158"/>
                    </a:cubicBezTo>
                    <a:cubicBezTo>
                      <a:pt x="146" y="158"/>
                      <a:pt x="144" y="158"/>
                      <a:pt x="144" y="158"/>
                    </a:cubicBezTo>
                    <a:cubicBezTo>
                      <a:pt x="144" y="158"/>
                      <a:pt x="144" y="158"/>
                      <a:pt x="144" y="158"/>
                    </a:cubicBezTo>
                    <a:cubicBezTo>
                      <a:pt x="143" y="157"/>
                      <a:pt x="141" y="157"/>
                      <a:pt x="140" y="158"/>
                    </a:cubicBezTo>
                    <a:cubicBezTo>
                      <a:pt x="138" y="158"/>
                      <a:pt x="137" y="160"/>
                      <a:pt x="137" y="162"/>
                    </a:cubicBezTo>
                    <a:cubicBezTo>
                      <a:pt x="132" y="184"/>
                      <a:pt x="132" y="184"/>
                      <a:pt x="132" y="184"/>
                    </a:cubicBezTo>
                    <a:cubicBezTo>
                      <a:pt x="115" y="186"/>
                      <a:pt x="115" y="186"/>
                      <a:pt x="115" y="186"/>
                    </a:cubicBezTo>
                    <a:cubicBezTo>
                      <a:pt x="112" y="186"/>
                      <a:pt x="110" y="188"/>
                      <a:pt x="110" y="191"/>
                    </a:cubicBezTo>
                    <a:cubicBezTo>
                      <a:pt x="108" y="212"/>
                      <a:pt x="108" y="212"/>
                      <a:pt x="108" y="212"/>
                    </a:cubicBezTo>
                    <a:cubicBezTo>
                      <a:pt x="89" y="217"/>
                      <a:pt x="89" y="217"/>
                      <a:pt x="89" y="217"/>
                    </a:cubicBezTo>
                    <a:cubicBezTo>
                      <a:pt x="87" y="217"/>
                      <a:pt x="85" y="219"/>
                      <a:pt x="85" y="221"/>
                    </a:cubicBezTo>
                    <a:cubicBezTo>
                      <a:pt x="81" y="240"/>
                      <a:pt x="81" y="240"/>
                      <a:pt x="81" y="240"/>
                    </a:cubicBezTo>
                    <a:cubicBezTo>
                      <a:pt x="60" y="244"/>
                      <a:pt x="60" y="244"/>
                      <a:pt x="60" y="244"/>
                    </a:cubicBezTo>
                    <a:cubicBezTo>
                      <a:pt x="58" y="244"/>
                      <a:pt x="56" y="246"/>
                      <a:pt x="55" y="248"/>
                    </a:cubicBezTo>
                    <a:cubicBezTo>
                      <a:pt x="50" y="268"/>
                      <a:pt x="50" y="268"/>
                      <a:pt x="50" y="268"/>
                    </a:cubicBezTo>
                    <a:cubicBezTo>
                      <a:pt x="12" y="269"/>
                      <a:pt x="12" y="269"/>
                      <a:pt x="12" y="269"/>
                    </a:cubicBezTo>
                    <a:cubicBezTo>
                      <a:pt x="11" y="254"/>
                      <a:pt x="11" y="254"/>
                      <a:pt x="11" y="254"/>
                    </a:cubicBezTo>
                    <a:cubicBezTo>
                      <a:pt x="145" y="120"/>
                      <a:pt x="145" y="120"/>
                      <a:pt x="145" y="120"/>
                    </a:cubicBezTo>
                    <a:cubicBezTo>
                      <a:pt x="147" y="119"/>
                      <a:pt x="147" y="116"/>
                      <a:pt x="146" y="114"/>
                    </a:cubicBezTo>
                    <a:cubicBezTo>
                      <a:pt x="142" y="105"/>
                      <a:pt x="141" y="96"/>
                      <a:pt x="141" y="86"/>
                    </a:cubicBezTo>
                    <a:cubicBezTo>
                      <a:pt x="141" y="45"/>
                      <a:pt x="174" y="12"/>
                      <a:pt x="215" y="12"/>
                    </a:cubicBezTo>
                    <a:cubicBezTo>
                      <a:pt x="256" y="12"/>
                      <a:pt x="289" y="45"/>
                      <a:pt x="289" y="86"/>
                    </a:cubicBezTo>
                    <a:cubicBezTo>
                      <a:pt x="289" y="127"/>
                      <a:pt x="256" y="160"/>
                      <a:pt x="215" y="1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62"/>
              <p:cNvSpPr>
                <a:spLocks noEditPoints="1"/>
              </p:cNvSpPr>
              <p:nvPr/>
            </p:nvSpPr>
            <p:spPr bwMode="auto">
              <a:xfrm>
                <a:off x="5119688" y="5253038"/>
                <a:ext cx="96838" cy="98425"/>
              </a:xfrm>
              <a:custGeom>
                <a:avLst/>
                <a:gdLst>
                  <a:gd name="T0" fmla="*/ 26 w 52"/>
                  <a:gd name="T1" fmla="*/ 0 h 52"/>
                  <a:gd name="T2" fmla="*/ 0 w 52"/>
                  <a:gd name="T3" fmla="*/ 26 h 52"/>
                  <a:gd name="T4" fmla="*/ 26 w 52"/>
                  <a:gd name="T5" fmla="*/ 52 h 52"/>
                  <a:gd name="T6" fmla="*/ 52 w 52"/>
                  <a:gd name="T7" fmla="*/ 26 h 52"/>
                  <a:gd name="T8" fmla="*/ 26 w 52"/>
                  <a:gd name="T9" fmla="*/ 0 h 52"/>
                  <a:gd name="T10" fmla="*/ 26 w 52"/>
                  <a:gd name="T11" fmla="*/ 42 h 52"/>
                  <a:gd name="T12" fmla="*/ 10 w 52"/>
                  <a:gd name="T13" fmla="*/ 26 h 52"/>
                  <a:gd name="T14" fmla="*/ 26 w 52"/>
                  <a:gd name="T15" fmla="*/ 10 h 52"/>
                  <a:gd name="T16" fmla="*/ 42 w 52"/>
                  <a:gd name="T17" fmla="*/ 26 h 52"/>
                  <a:gd name="T18" fmla="*/ 26 w 52"/>
                  <a:gd name="T19" fmla="*/ 4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0"/>
                    </a:moveTo>
                    <a:cubicBezTo>
                      <a:pt x="12" y="0"/>
                      <a:pt x="0" y="11"/>
                      <a:pt x="0" y="26"/>
                    </a:cubicBezTo>
                    <a:cubicBezTo>
                      <a:pt x="0" y="40"/>
                      <a:pt x="12" y="52"/>
                      <a:pt x="26" y="52"/>
                    </a:cubicBezTo>
                    <a:cubicBezTo>
                      <a:pt x="40" y="52"/>
                      <a:pt x="52" y="40"/>
                      <a:pt x="52" y="26"/>
                    </a:cubicBezTo>
                    <a:cubicBezTo>
                      <a:pt x="52" y="11"/>
                      <a:pt x="40" y="0"/>
                      <a:pt x="26" y="0"/>
                    </a:cubicBezTo>
                    <a:close/>
                    <a:moveTo>
                      <a:pt x="26" y="42"/>
                    </a:moveTo>
                    <a:cubicBezTo>
                      <a:pt x="17" y="42"/>
                      <a:pt x="10" y="34"/>
                      <a:pt x="10" y="26"/>
                    </a:cubicBezTo>
                    <a:cubicBezTo>
                      <a:pt x="10" y="17"/>
                      <a:pt x="17" y="10"/>
                      <a:pt x="26" y="10"/>
                    </a:cubicBezTo>
                    <a:cubicBezTo>
                      <a:pt x="35" y="10"/>
                      <a:pt x="42" y="17"/>
                      <a:pt x="42" y="26"/>
                    </a:cubicBezTo>
                    <a:cubicBezTo>
                      <a:pt x="42" y="34"/>
                      <a:pt x="35" y="42"/>
                      <a:pt x="2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5" name="Freeform 159"/>
            <p:cNvSpPr>
              <a:spLocks noEditPoints="1"/>
            </p:cNvSpPr>
            <p:nvPr/>
          </p:nvSpPr>
          <p:spPr bwMode="auto">
            <a:xfrm>
              <a:off x="8410378" y="4416423"/>
              <a:ext cx="534988" cy="571500"/>
            </a:xfrm>
            <a:custGeom>
              <a:avLst/>
              <a:gdLst>
                <a:gd name="T0" fmla="*/ 196 w 283"/>
                <a:gd name="T1" fmla="*/ 190 h 303"/>
                <a:gd name="T2" fmla="*/ 240 w 283"/>
                <a:gd name="T3" fmla="*/ 123 h 303"/>
                <a:gd name="T4" fmla="*/ 184 w 283"/>
                <a:gd name="T5" fmla="*/ 16 h 303"/>
                <a:gd name="T6" fmla="*/ 69 w 283"/>
                <a:gd name="T7" fmla="*/ 63 h 303"/>
                <a:gd name="T8" fmla="*/ 83 w 283"/>
                <a:gd name="T9" fmla="*/ 109 h 303"/>
                <a:gd name="T10" fmla="*/ 87 w 283"/>
                <a:gd name="T11" fmla="*/ 190 h 303"/>
                <a:gd name="T12" fmla="*/ 0 w 283"/>
                <a:gd name="T13" fmla="*/ 192 h 303"/>
                <a:gd name="T14" fmla="*/ 98 w 283"/>
                <a:gd name="T15" fmla="*/ 303 h 303"/>
                <a:gd name="T16" fmla="*/ 283 w 283"/>
                <a:gd name="T17" fmla="*/ 198 h 303"/>
                <a:gd name="T18" fmla="*/ 196 w 283"/>
                <a:gd name="T19" fmla="*/ 192 h 303"/>
                <a:gd name="T20" fmla="*/ 234 w 283"/>
                <a:gd name="T21" fmla="*/ 99 h 303"/>
                <a:gd name="T22" fmla="*/ 96 w 283"/>
                <a:gd name="T23" fmla="*/ 45 h 303"/>
                <a:gd name="T24" fmla="*/ 91 w 283"/>
                <a:gd name="T25" fmla="*/ 100 h 303"/>
                <a:gd name="T26" fmla="*/ 119 w 283"/>
                <a:gd name="T27" fmla="*/ 54 h 303"/>
                <a:gd name="T28" fmla="*/ 216 w 283"/>
                <a:gd name="T29" fmla="*/ 91 h 303"/>
                <a:gd name="T30" fmla="*/ 188 w 283"/>
                <a:gd name="T31" fmla="*/ 137 h 303"/>
                <a:gd name="T32" fmla="*/ 149 w 283"/>
                <a:gd name="T33" fmla="*/ 88 h 303"/>
                <a:gd name="T34" fmla="*/ 142 w 283"/>
                <a:gd name="T35" fmla="*/ 87 h 303"/>
                <a:gd name="T36" fmla="*/ 141 w 283"/>
                <a:gd name="T37" fmla="*/ 87 h 303"/>
                <a:gd name="T38" fmla="*/ 91 w 283"/>
                <a:gd name="T39" fmla="*/ 100 h 303"/>
                <a:gd name="T40" fmla="*/ 184 w 283"/>
                <a:gd name="T41" fmla="*/ 192 h 303"/>
                <a:gd name="T42" fmla="*/ 164 w 283"/>
                <a:gd name="T43" fmla="*/ 115 h 303"/>
                <a:gd name="T44" fmla="*/ 163 w 283"/>
                <a:gd name="T45" fmla="*/ 192 h 303"/>
                <a:gd name="T46" fmla="*/ 126 w 283"/>
                <a:gd name="T47" fmla="*/ 166 h 303"/>
                <a:gd name="T48" fmla="*/ 144 w 283"/>
                <a:gd name="T49" fmla="*/ 99 h 303"/>
                <a:gd name="T50" fmla="*/ 162 w 283"/>
                <a:gd name="T51" fmla="*/ 166 h 303"/>
                <a:gd name="T52" fmla="*/ 128 w 283"/>
                <a:gd name="T53" fmla="*/ 104 h 303"/>
                <a:gd name="T54" fmla="*/ 99 w 283"/>
                <a:gd name="T55" fmla="*/ 192 h 303"/>
                <a:gd name="T56" fmla="*/ 128 w 283"/>
                <a:gd name="T57" fmla="*/ 104 h 303"/>
                <a:gd name="T58" fmla="*/ 98 w 283"/>
                <a:gd name="T59" fmla="*/ 292 h 303"/>
                <a:gd name="T60" fmla="*/ 168 w 283"/>
                <a:gd name="T61" fmla="*/ 204 h 303"/>
                <a:gd name="T62" fmla="*/ 169 w 283"/>
                <a:gd name="T63" fmla="*/ 204 h 303"/>
                <a:gd name="T64" fmla="*/ 271 w 283"/>
                <a:gd name="T65" fmla="*/ 20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03">
                  <a:moveTo>
                    <a:pt x="196" y="192"/>
                  </a:moveTo>
                  <a:cubicBezTo>
                    <a:pt x="196" y="192"/>
                    <a:pt x="196" y="191"/>
                    <a:pt x="196" y="190"/>
                  </a:cubicBezTo>
                  <a:cubicBezTo>
                    <a:pt x="196" y="176"/>
                    <a:pt x="194" y="162"/>
                    <a:pt x="190" y="148"/>
                  </a:cubicBezTo>
                  <a:cubicBezTo>
                    <a:pt x="217" y="148"/>
                    <a:pt x="235" y="138"/>
                    <a:pt x="240" y="123"/>
                  </a:cubicBezTo>
                  <a:cubicBezTo>
                    <a:pt x="241" y="120"/>
                    <a:pt x="241" y="116"/>
                    <a:pt x="241" y="112"/>
                  </a:cubicBezTo>
                  <a:cubicBezTo>
                    <a:pt x="250" y="42"/>
                    <a:pt x="184" y="16"/>
                    <a:pt x="184" y="16"/>
                  </a:cubicBezTo>
                  <a:cubicBezTo>
                    <a:pt x="100" y="0"/>
                    <a:pt x="69" y="63"/>
                    <a:pt x="69" y="63"/>
                  </a:cubicBezTo>
                  <a:cubicBezTo>
                    <a:pt x="69" y="63"/>
                    <a:pt x="69" y="63"/>
                    <a:pt x="69" y="63"/>
                  </a:cubicBezTo>
                  <a:cubicBezTo>
                    <a:pt x="69" y="64"/>
                    <a:pt x="68" y="66"/>
                    <a:pt x="67" y="67"/>
                  </a:cubicBezTo>
                  <a:cubicBezTo>
                    <a:pt x="63" y="80"/>
                    <a:pt x="69" y="95"/>
                    <a:pt x="83" y="109"/>
                  </a:cubicBezTo>
                  <a:cubicBezTo>
                    <a:pt x="89" y="113"/>
                    <a:pt x="95" y="118"/>
                    <a:pt x="101" y="122"/>
                  </a:cubicBezTo>
                  <a:cubicBezTo>
                    <a:pt x="92" y="142"/>
                    <a:pt x="87" y="167"/>
                    <a:pt x="87" y="190"/>
                  </a:cubicBezTo>
                  <a:cubicBezTo>
                    <a:pt x="87" y="191"/>
                    <a:pt x="87" y="192"/>
                    <a:pt x="87" y="192"/>
                  </a:cubicBezTo>
                  <a:cubicBezTo>
                    <a:pt x="0" y="192"/>
                    <a:pt x="0" y="192"/>
                    <a:pt x="0" y="192"/>
                  </a:cubicBezTo>
                  <a:cubicBezTo>
                    <a:pt x="0" y="198"/>
                    <a:pt x="0" y="198"/>
                    <a:pt x="0" y="198"/>
                  </a:cubicBezTo>
                  <a:cubicBezTo>
                    <a:pt x="4" y="257"/>
                    <a:pt x="47" y="303"/>
                    <a:pt x="98" y="303"/>
                  </a:cubicBezTo>
                  <a:cubicBezTo>
                    <a:pt x="185" y="303"/>
                    <a:pt x="185" y="303"/>
                    <a:pt x="185" y="303"/>
                  </a:cubicBezTo>
                  <a:cubicBezTo>
                    <a:pt x="236" y="303"/>
                    <a:pt x="279" y="257"/>
                    <a:pt x="283" y="198"/>
                  </a:cubicBezTo>
                  <a:cubicBezTo>
                    <a:pt x="283" y="192"/>
                    <a:pt x="283" y="192"/>
                    <a:pt x="283" y="192"/>
                  </a:cubicBezTo>
                  <a:lnTo>
                    <a:pt x="196" y="192"/>
                  </a:lnTo>
                  <a:close/>
                  <a:moveTo>
                    <a:pt x="182" y="27"/>
                  </a:moveTo>
                  <a:cubicBezTo>
                    <a:pt x="207" y="38"/>
                    <a:pt x="231" y="64"/>
                    <a:pt x="234" y="99"/>
                  </a:cubicBezTo>
                  <a:cubicBezTo>
                    <a:pt x="224" y="77"/>
                    <a:pt x="195" y="60"/>
                    <a:pt x="173" y="53"/>
                  </a:cubicBezTo>
                  <a:cubicBezTo>
                    <a:pt x="157" y="48"/>
                    <a:pt x="118" y="40"/>
                    <a:pt x="96" y="45"/>
                  </a:cubicBezTo>
                  <a:cubicBezTo>
                    <a:pt x="93" y="46"/>
                    <a:pt x="130" y="13"/>
                    <a:pt x="182" y="27"/>
                  </a:cubicBezTo>
                  <a:close/>
                  <a:moveTo>
                    <a:pt x="91" y="100"/>
                  </a:moveTo>
                  <a:cubicBezTo>
                    <a:pt x="80" y="90"/>
                    <a:pt x="76" y="79"/>
                    <a:pt x="78" y="71"/>
                  </a:cubicBezTo>
                  <a:cubicBezTo>
                    <a:pt x="82" y="61"/>
                    <a:pt x="97" y="54"/>
                    <a:pt x="119" y="54"/>
                  </a:cubicBezTo>
                  <a:cubicBezTo>
                    <a:pt x="133" y="54"/>
                    <a:pt x="149" y="57"/>
                    <a:pt x="164" y="62"/>
                  </a:cubicBezTo>
                  <a:cubicBezTo>
                    <a:pt x="185" y="69"/>
                    <a:pt x="203" y="79"/>
                    <a:pt x="216" y="91"/>
                  </a:cubicBezTo>
                  <a:cubicBezTo>
                    <a:pt x="227" y="101"/>
                    <a:pt x="231" y="112"/>
                    <a:pt x="229" y="120"/>
                  </a:cubicBezTo>
                  <a:cubicBezTo>
                    <a:pt x="225" y="130"/>
                    <a:pt x="210" y="137"/>
                    <a:pt x="188" y="137"/>
                  </a:cubicBezTo>
                  <a:cubicBezTo>
                    <a:pt x="188" y="137"/>
                    <a:pt x="187" y="137"/>
                    <a:pt x="187" y="137"/>
                  </a:cubicBezTo>
                  <a:cubicBezTo>
                    <a:pt x="179" y="112"/>
                    <a:pt x="165" y="92"/>
                    <a:pt x="149" y="88"/>
                  </a:cubicBezTo>
                  <a:cubicBezTo>
                    <a:pt x="148" y="88"/>
                    <a:pt x="148" y="87"/>
                    <a:pt x="148" y="87"/>
                  </a:cubicBezTo>
                  <a:cubicBezTo>
                    <a:pt x="146" y="87"/>
                    <a:pt x="144" y="87"/>
                    <a:pt x="142" y="87"/>
                  </a:cubicBezTo>
                  <a:cubicBezTo>
                    <a:pt x="142" y="87"/>
                    <a:pt x="142" y="87"/>
                    <a:pt x="142" y="87"/>
                  </a:cubicBezTo>
                  <a:cubicBezTo>
                    <a:pt x="142" y="87"/>
                    <a:pt x="141" y="87"/>
                    <a:pt x="141" y="87"/>
                  </a:cubicBezTo>
                  <a:cubicBezTo>
                    <a:pt x="128" y="87"/>
                    <a:pt x="116" y="97"/>
                    <a:pt x="107" y="112"/>
                  </a:cubicBezTo>
                  <a:cubicBezTo>
                    <a:pt x="101" y="108"/>
                    <a:pt x="96" y="104"/>
                    <a:pt x="91" y="100"/>
                  </a:cubicBezTo>
                  <a:close/>
                  <a:moveTo>
                    <a:pt x="184" y="190"/>
                  </a:moveTo>
                  <a:cubicBezTo>
                    <a:pt x="184" y="191"/>
                    <a:pt x="184" y="192"/>
                    <a:pt x="184" y="192"/>
                  </a:cubicBezTo>
                  <a:cubicBezTo>
                    <a:pt x="175" y="192"/>
                    <a:pt x="175" y="192"/>
                    <a:pt x="175" y="192"/>
                  </a:cubicBezTo>
                  <a:cubicBezTo>
                    <a:pt x="175" y="155"/>
                    <a:pt x="170" y="131"/>
                    <a:pt x="164" y="115"/>
                  </a:cubicBezTo>
                  <a:cubicBezTo>
                    <a:pt x="176" y="132"/>
                    <a:pt x="184" y="161"/>
                    <a:pt x="184" y="190"/>
                  </a:cubicBezTo>
                  <a:close/>
                  <a:moveTo>
                    <a:pt x="163" y="192"/>
                  </a:moveTo>
                  <a:cubicBezTo>
                    <a:pt x="125" y="192"/>
                    <a:pt x="125" y="192"/>
                    <a:pt x="125" y="192"/>
                  </a:cubicBezTo>
                  <a:cubicBezTo>
                    <a:pt x="125" y="182"/>
                    <a:pt x="125" y="174"/>
                    <a:pt x="126" y="166"/>
                  </a:cubicBezTo>
                  <a:cubicBezTo>
                    <a:pt x="138" y="111"/>
                    <a:pt x="138" y="111"/>
                    <a:pt x="138" y="111"/>
                  </a:cubicBezTo>
                  <a:cubicBezTo>
                    <a:pt x="140" y="105"/>
                    <a:pt x="142" y="101"/>
                    <a:pt x="144" y="99"/>
                  </a:cubicBezTo>
                  <a:cubicBezTo>
                    <a:pt x="145" y="101"/>
                    <a:pt x="148" y="105"/>
                    <a:pt x="150" y="111"/>
                  </a:cubicBezTo>
                  <a:cubicBezTo>
                    <a:pt x="162" y="166"/>
                    <a:pt x="162" y="166"/>
                    <a:pt x="162" y="166"/>
                  </a:cubicBezTo>
                  <a:cubicBezTo>
                    <a:pt x="163" y="174"/>
                    <a:pt x="163" y="183"/>
                    <a:pt x="163" y="192"/>
                  </a:cubicBezTo>
                  <a:close/>
                  <a:moveTo>
                    <a:pt x="128" y="104"/>
                  </a:moveTo>
                  <a:cubicBezTo>
                    <a:pt x="121" y="119"/>
                    <a:pt x="113" y="146"/>
                    <a:pt x="113" y="192"/>
                  </a:cubicBezTo>
                  <a:cubicBezTo>
                    <a:pt x="99" y="192"/>
                    <a:pt x="99" y="192"/>
                    <a:pt x="99" y="192"/>
                  </a:cubicBezTo>
                  <a:cubicBezTo>
                    <a:pt x="99" y="192"/>
                    <a:pt x="99" y="191"/>
                    <a:pt x="99" y="190"/>
                  </a:cubicBezTo>
                  <a:cubicBezTo>
                    <a:pt x="99" y="154"/>
                    <a:pt x="112" y="118"/>
                    <a:pt x="128" y="104"/>
                  </a:cubicBezTo>
                  <a:close/>
                  <a:moveTo>
                    <a:pt x="185" y="292"/>
                  </a:moveTo>
                  <a:cubicBezTo>
                    <a:pt x="98" y="292"/>
                    <a:pt x="98" y="292"/>
                    <a:pt x="98" y="292"/>
                  </a:cubicBezTo>
                  <a:cubicBezTo>
                    <a:pt x="54" y="292"/>
                    <a:pt x="18" y="254"/>
                    <a:pt x="12" y="204"/>
                  </a:cubicBezTo>
                  <a:cubicBezTo>
                    <a:pt x="168" y="204"/>
                    <a:pt x="168" y="204"/>
                    <a:pt x="168" y="204"/>
                  </a:cubicBezTo>
                  <a:cubicBezTo>
                    <a:pt x="169" y="204"/>
                    <a:pt x="169" y="204"/>
                    <a:pt x="169" y="204"/>
                  </a:cubicBezTo>
                  <a:cubicBezTo>
                    <a:pt x="169" y="204"/>
                    <a:pt x="169" y="204"/>
                    <a:pt x="169" y="204"/>
                  </a:cubicBezTo>
                  <a:cubicBezTo>
                    <a:pt x="169" y="204"/>
                    <a:pt x="170" y="204"/>
                    <a:pt x="170" y="204"/>
                  </a:cubicBezTo>
                  <a:cubicBezTo>
                    <a:pt x="271" y="204"/>
                    <a:pt x="271" y="204"/>
                    <a:pt x="271" y="204"/>
                  </a:cubicBezTo>
                  <a:cubicBezTo>
                    <a:pt x="265" y="254"/>
                    <a:pt x="229" y="292"/>
                    <a:pt x="185" y="292"/>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p:cNvGrpSpPr/>
            <p:nvPr/>
          </p:nvGrpSpPr>
          <p:grpSpPr>
            <a:xfrm>
              <a:off x="8469909" y="5308748"/>
              <a:ext cx="415925" cy="666750"/>
              <a:chOff x="8031163" y="1177925"/>
              <a:chExt cx="415925" cy="666750"/>
            </a:xfrm>
          </p:grpSpPr>
          <p:sp>
            <p:nvSpPr>
              <p:cNvPr id="51" name="Freeform 193"/>
              <p:cNvSpPr>
                <a:spLocks/>
              </p:cNvSpPr>
              <p:nvPr/>
            </p:nvSpPr>
            <p:spPr bwMode="auto">
              <a:xfrm>
                <a:off x="8031163" y="1708150"/>
                <a:ext cx="115888" cy="136525"/>
              </a:xfrm>
              <a:custGeom>
                <a:avLst/>
                <a:gdLst>
                  <a:gd name="T0" fmla="*/ 35 w 62"/>
                  <a:gd name="T1" fmla="*/ 0 h 72"/>
                  <a:gd name="T2" fmla="*/ 26 w 62"/>
                  <a:gd name="T3" fmla="*/ 16 h 72"/>
                  <a:gd name="T4" fmla="*/ 20 w 62"/>
                  <a:gd name="T5" fmla="*/ 63 h 72"/>
                  <a:gd name="T6" fmla="*/ 52 w 62"/>
                  <a:gd name="T7" fmla="*/ 61 h 72"/>
                  <a:gd name="T8" fmla="*/ 44 w 62"/>
                  <a:gd name="T9" fmla="*/ 17 h 72"/>
                  <a:gd name="T10" fmla="*/ 35 w 62"/>
                  <a:gd name="T11" fmla="*/ 0 h 72"/>
                </a:gdLst>
                <a:ahLst/>
                <a:cxnLst>
                  <a:cxn ang="0">
                    <a:pos x="T0" y="T1"/>
                  </a:cxn>
                  <a:cxn ang="0">
                    <a:pos x="T2" y="T3"/>
                  </a:cxn>
                  <a:cxn ang="0">
                    <a:pos x="T4" y="T5"/>
                  </a:cxn>
                  <a:cxn ang="0">
                    <a:pos x="T6" y="T7"/>
                  </a:cxn>
                  <a:cxn ang="0">
                    <a:pos x="T8" y="T9"/>
                  </a:cxn>
                  <a:cxn ang="0">
                    <a:pos x="T10" y="T11"/>
                  </a:cxn>
                </a:cxnLst>
                <a:rect l="0" t="0" r="r" b="b"/>
                <a:pathLst>
                  <a:path w="62" h="72">
                    <a:moveTo>
                      <a:pt x="35" y="0"/>
                    </a:moveTo>
                    <a:cubicBezTo>
                      <a:pt x="35" y="0"/>
                      <a:pt x="31" y="10"/>
                      <a:pt x="26" y="16"/>
                    </a:cubicBezTo>
                    <a:cubicBezTo>
                      <a:pt x="21" y="22"/>
                      <a:pt x="0" y="45"/>
                      <a:pt x="20" y="63"/>
                    </a:cubicBezTo>
                    <a:cubicBezTo>
                      <a:pt x="30" y="72"/>
                      <a:pt x="45" y="71"/>
                      <a:pt x="52" y="61"/>
                    </a:cubicBezTo>
                    <a:cubicBezTo>
                      <a:pt x="60" y="52"/>
                      <a:pt x="62" y="36"/>
                      <a:pt x="44" y="17"/>
                    </a:cubicBezTo>
                    <a:cubicBezTo>
                      <a:pt x="38" y="10"/>
                      <a:pt x="35" y="0"/>
                      <a:pt x="35"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4"/>
              <p:cNvSpPr>
                <a:spLocks noEditPoints="1"/>
              </p:cNvSpPr>
              <p:nvPr/>
            </p:nvSpPr>
            <p:spPr bwMode="auto">
              <a:xfrm>
                <a:off x="8031163" y="1177925"/>
                <a:ext cx="415925" cy="503238"/>
              </a:xfrm>
              <a:custGeom>
                <a:avLst/>
                <a:gdLst>
                  <a:gd name="T0" fmla="*/ 206 w 220"/>
                  <a:gd name="T1" fmla="*/ 86 h 266"/>
                  <a:gd name="T2" fmla="*/ 158 w 220"/>
                  <a:gd name="T3" fmla="*/ 86 h 266"/>
                  <a:gd name="T4" fmla="*/ 126 w 220"/>
                  <a:gd name="T5" fmla="*/ 55 h 266"/>
                  <a:gd name="T6" fmla="*/ 126 w 220"/>
                  <a:gd name="T7" fmla="*/ 49 h 266"/>
                  <a:gd name="T8" fmla="*/ 137 w 220"/>
                  <a:gd name="T9" fmla="*/ 49 h 266"/>
                  <a:gd name="T10" fmla="*/ 156 w 220"/>
                  <a:gd name="T11" fmla="*/ 30 h 266"/>
                  <a:gd name="T12" fmla="*/ 137 w 220"/>
                  <a:gd name="T13" fmla="*/ 11 h 266"/>
                  <a:gd name="T14" fmla="*/ 125 w 220"/>
                  <a:gd name="T15" fmla="*/ 11 h 266"/>
                  <a:gd name="T16" fmla="*/ 109 w 220"/>
                  <a:gd name="T17" fmla="*/ 0 h 266"/>
                  <a:gd name="T18" fmla="*/ 93 w 220"/>
                  <a:gd name="T19" fmla="*/ 11 h 266"/>
                  <a:gd name="T20" fmla="*/ 81 w 220"/>
                  <a:gd name="T21" fmla="*/ 11 h 266"/>
                  <a:gd name="T22" fmla="*/ 62 w 220"/>
                  <a:gd name="T23" fmla="*/ 30 h 266"/>
                  <a:gd name="T24" fmla="*/ 81 w 220"/>
                  <a:gd name="T25" fmla="*/ 49 h 266"/>
                  <a:gd name="T26" fmla="*/ 92 w 220"/>
                  <a:gd name="T27" fmla="*/ 49 h 266"/>
                  <a:gd name="T28" fmla="*/ 92 w 220"/>
                  <a:gd name="T29" fmla="*/ 55 h 266"/>
                  <a:gd name="T30" fmla="*/ 58 w 220"/>
                  <a:gd name="T31" fmla="*/ 92 h 266"/>
                  <a:gd name="T32" fmla="*/ 0 w 220"/>
                  <a:gd name="T33" fmla="*/ 160 h 266"/>
                  <a:gd name="T34" fmla="*/ 0 w 220"/>
                  <a:gd name="T35" fmla="*/ 167 h 266"/>
                  <a:gd name="T36" fmla="*/ 0 w 220"/>
                  <a:gd name="T37" fmla="*/ 246 h 266"/>
                  <a:gd name="T38" fmla="*/ 20 w 220"/>
                  <a:gd name="T39" fmla="*/ 266 h 266"/>
                  <a:gd name="T40" fmla="*/ 50 w 220"/>
                  <a:gd name="T41" fmla="*/ 266 h 266"/>
                  <a:gd name="T42" fmla="*/ 70 w 220"/>
                  <a:gd name="T43" fmla="*/ 246 h 266"/>
                  <a:gd name="T44" fmla="*/ 70 w 220"/>
                  <a:gd name="T45" fmla="*/ 190 h 266"/>
                  <a:gd name="T46" fmla="*/ 70 w 220"/>
                  <a:gd name="T47" fmla="*/ 189 h 266"/>
                  <a:gd name="T48" fmla="*/ 102 w 220"/>
                  <a:gd name="T49" fmla="*/ 177 h 266"/>
                  <a:gd name="T50" fmla="*/ 206 w 220"/>
                  <a:gd name="T51" fmla="*/ 177 h 266"/>
                  <a:gd name="T52" fmla="*/ 220 w 220"/>
                  <a:gd name="T53" fmla="*/ 157 h 266"/>
                  <a:gd name="T54" fmla="*/ 220 w 220"/>
                  <a:gd name="T55" fmla="*/ 105 h 266"/>
                  <a:gd name="T56" fmla="*/ 206 w 220"/>
                  <a:gd name="T57" fmla="*/ 86 h 266"/>
                  <a:gd name="T58" fmla="*/ 82 w 220"/>
                  <a:gd name="T59" fmla="*/ 39 h 266"/>
                  <a:gd name="T60" fmla="*/ 72 w 220"/>
                  <a:gd name="T61" fmla="*/ 30 h 266"/>
                  <a:gd name="T62" fmla="*/ 82 w 220"/>
                  <a:gd name="T63" fmla="*/ 20 h 266"/>
                  <a:gd name="T64" fmla="*/ 136 w 220"/>
                  <a:gd name="T65" fmla="*/ 20 h 266"/>
                  <a:gd name="T66" fmla="*/ 146 w 220"/>
                  <a:gd name="T67" fmla="*/ 30 h 266"/>
                  <a:gd name="T68" fmla="*/ 136 w 220"/>
                  <a:gd name="T69" fmla="*/ 39 h 266"/>
                  <a:gd name="T70" fmla="*/ 82 w 220"/>
                  <a:gd name="T71" fmla="*/ 39 h 266"/>
                  <a:gd name="T72" fmla="*/ 100 w 220"/>
                  <a:gd name="T73" fmla="*/ 67 h 266"/>
                  <a:gd name="T74" fmla="*/ 106 w 220"/>
                  <a:gd name="T75" fmla="*/ 65 h 266"/>
                  <a:gd name="T76" fmla="*/ 106 w 220"/>
                  <a:gd name="T77" fmla="*/ 49 h 266"/>
                  <a:gd name="T78" fmla="*/ 113 w 220"/>
                  <a:gd name="T79" fmla="*/ 49 h 266"/>
                  <a:gd name="T80" fmla="*/ 113 w 220"/>
                  <a:gd name="T81" fmla="*/ 65 h 266"/>
                  <a:gd name="T82" fmla="*/ 118 w 220"/>
                  <a:gd name="T83" fmla="*/ 67 h 266"/>
                  <a:gd name="T84" fmla="*/ 146 w 220"/>
                  <a:gd name="T85" fmla="*/ 92 h 266"/>
                  <a:gd name="T86" fmla="*/ 108 w 220"/>
                  <a:gd name="T87" fmla="*/ 96 h 266"/>
                  <a:gd name="T88" fmla="*/ 72 w 220"/>
                  <a:gd name="T89" fmla="*/ 93 h 266"/>
                  <a:gd name="T90" fmla="*/ 100 w 220"/>
                  <a:gd name="T91" fmla="*/ 67 h 266"/>
                  <a:gd name="T92" fmla="*/ 206 w 220"/>
                  <a:gd name="T93" fmla="*/ 157 h 266"/>
                  <a:gd name="T94" fmla="*/ 205 w 220"/>
                  <a:gd name="T95" fmla="*/ 163 h 266"/>
                  <a:gd name="T96" fmla="*/ 102 w 220"/>
                  <a:gd name="T97" fmla="*/ 163 h 266"/>
                  <a:gd name="T98" fmla="*/ 57 w 220"/>
                  <a:gd name="T99" fmla="*/ 182 h 266"/>
                  <a:gd name="T100" fmla="*/ 56 w 220"/>
                  <a:gd name="T101" fmla="*/ 183 h 266"/>
                  <a:gd name="T102" fmla="*/ 56 w 220"/>
                  <a:gd name="T103" fmla="*/ 246 h 266"/>
                  <a:gd name="T104" fmla="*/ 50 w 220"/>
                  <a:gd name="T105" fmla="*/ 253 h 266"/>
                  <a:gd name="T106" fmla="*/ 20 w 220"/>
                  <a:gd name="T107" fmla="*/ 253 h 266"/>
                  <a:gd name="T108" fmla="*/ 14 w 220"/>
                  <a:gd name="T109" fmla="*/ 246 h 266"/>
                  <a:gd name="T110" fmla="*/ 14 w 220"/>
                  <a:gd name="T111" fmla="*/ 160 h 266"/>
                  <a:gd name="T112" fmla="*/ 66 w 220"/>
                  <a:gd name="T113" fmla="*/ 104 h 266"/>
                  <a:gd name="T114" fmla="*/ 67 w 220"/>
                  <a:gd name="T115" fmla="*/ 103 h 266"/>
                  <a:gd name="T116" fmla="*/ 110 w 220"/>
                  <a:gd name="T117" fmla="*/ 108 h 266"/>
                  <a:gd name="T118" fmla="*/ 159 w 220"/>
                  <a:gd name="T119" fmla="*/ 99 h 266"/>
                  <a:gd name="T120" fmla="*/ 205 w 220"/>
                  <a:gd name="T121" fmla="*/ 99 h 266"/>
                  <a:gd name="T122" fmla="*/ 206 w 220"/>
                  <a:gd name="T123" fmla="*/ 105 h 266"/>
                  <a:gd name="T124" fmla="*/ 206 w 220"/>
                  <a:gd name="T12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0" h="266">
                    <a:moveTo>
                      <a:pt x="206" y="86"/>
                    </a:moveTo>
                    <a:cubicBezTo>
                      <a:pt x="158" y="86"/>
                      <a:pt x="158" y="86"/>
                      <a:pt x="158" y="86"/>
                    </a:cubicBezTo>
                    <a:cubicBezTo>
                      <a:pt x="153" y="71"/>
                      <a:pt x="141" y="60"/>
                      <a:pt x="126" y="55"/>
                    </a:cubicBezTo>
                    <a:cubicBezTo>
                      <a:pt x="126" y="49"/>
                      <a:pt x="126" y="49"/>
                      <a:pt x="126" y="49"/>
                    </a:cubicBezTo>
                    <a:cubicBezTo>
                      <a:pt x="137" y="49"/>
                      <a:pt x="137" y="49"/>
                      <a:pt x="137" y="49"/>
                    </a:cubicBezTo>
                    <a:cubicBezTo>
                      <a:pt x="148" y="49"/>
                      <a:pt x="156" y="41"/>
                      <a:pt x="156" y="30"/>
                    </a:cubicBezTo>
                    <a:cubicBezTo>
                      <a:pt x="156" y="20"/>
                      <a:pt x="148" y="11"/>
                      <a:pt x="137" y="11"/>
                    </a:cubicBezTo>
                    <a:cubicBezTo>
                      <a:pt x="125" y="11"/>
                      <a:pt x="125" y="11"/>
                      <a:pt x="125" y="11"/>
                    </a:cubicBezTo>
                    <a:cubicBezTo>
                      <a:pt x="123" y="5"/>
                      <a:pt x="116" y="0"/>
                      <a:pt x="109" y="0"/>
                    </a:cubicBezTo>
                    <a:cubicBezTo>
                      <a:pt x="102" y="0"/>
                      <a:pt x="96" y="5"/>
                      <a:pt x="93" y="11"/>
                    </a:cubicBezTo>
                    <a:cubicBezTo>
                      <a:pt x="81" y="11"/>
                      <a:pt x="81" y="11"/>
                      <a:pt x="81" y="11"/>
                    </a:cubicBezTo>
                    <a:cubicBezTo>
                      <a:pt x="71" y="11"/>
                      <a:pt x="62" y="20"/>
                      <a:pt x="62" y="30"/>
                    </a:cubicBezTo>
                    <a:cubicBezTo>
                      <a:pt x="62" y="41"/>
                      <a:pt x="71" y="49"/>
                      <a:pt x="81" y="49"/>
                    </a:cubicBezTo>
                    <a:cubicBezTo>
                      <a:pt x="92" y="49"/>
                      <a:pt x="92" y="49"/>
                      <a:pt x="92" y="49"/>
                    </a:cubicBezTo>
                    <a:cubicBezTo>
                      <a:pt x="92" y="55"/>
                      <a:pt x="92" y="55"/>
                      <a:pt x="92" y="55"/>
                    </a:cubicBezTo>
                    <a:cubicBezTo>
                      <a:pt x="75" y="61"/>
                      <a:pt x="63" y="74"/>
                      <a:pt x="58" y="92"/>
                    </a:cubicBezTo>
                    <a:cubicBezTo>
                      <a:pt x="32" y="99"/>
                      <a:pt x="1" y="117"/>
                      <a:pt x="0" y="160"/>
                    </a:cubicBezTo>
                    <a:cubicBezTo>
                      <a:pt x="0" y="162"/>
                      <a:pt x="0" y="165"/>
                      <a:pt x="0" y="167"/>
                    </a:cubicBezTo>
                    <a:cubicBezTo>
                      <a:pt x="0" y="246"/>
                      <a:pt x="0" y="246"/>
                      <a:pt x="0" y="246"/>
                    </a:cubicBezTo>
                    <a:cubicBezTo>
                      <a:pt x="0" y="257"/>
                      <a:pt x="9" y="266"/>
                      <a:pt x="20" y="266"/>
                    </a:cubicBezTo>
                    <a:cubicBezTo>
                      <a:pt x="50" y="266"/>
                      <a:pt x="50" y="266"/>
                      <a:pt x="50" y="266"/>
                    </a:cubicBezTo>
                    <a:cubicBezTo>
                      <a:pt x="61" y="266"/>
                      <a:pt x="70" y="257"/>
                      <a:pt x="70" y="246"/>
                    </a:cubicBezTo>
                    <a:cubicBezTo>
                      <a:pt x="70" y="190"/>
                      <a:pt x="70" y="190"/>
                      <a:pt x="70" y="190"/>
                    </a:cubicBezTo>
                    <a:cubicBezTo>
                      <a:pt x="70" y="189"/>
                      <a:pt x="70" y="189"/>
                      <a:pt x="70" y="189"/>
                    </a:cubicBezTo>
                    <a:cubicBezTo>
                      <a:pt x="71" y="189"/>
                      <a:pt x="81" y="177"/>
                      <a:pt x="102" y="177"/>
                    </a:cubicBezTo>
                    <a:cubicBezTo>
                      <a:pt x="206" y="177"/>
                      <a:pt x="206" y="177"/>
                      <a:pt x="206" y="177"/>
                    </a:cubicBezTo>
                    <a:cubicBezTo>
                      <a:pt x="214" y="177"/>
                      <a:pt x="220" y="168"/>
                      <a:pt x="220" y="157"/>
                    </a:cubicBezTo>
                    <a:cubicBezTo>
                      <a:pt x="220" y="105"/>
                      <a:pt x="220" y="105"/>
                      <a:pt x="220" y="105"/>
                    </a:cubicBezTo>
                    <a:cubicBezTo>
                      <a:pt x="220" y="94"/>
                      <a:pt x="214" y="86"/>
                      <a:pt x="206" y="86"/>
                    </a:cubicBezTo>
                    <a:close/>
                    <a:moveTo>
                      <a:pt x="82" y="39"/>
                    </a:moveTo>
                    <a:cubicBezTo>
                      <a:pt x="77" y="39"/>
                      <a:pt x="72" y="35"/>
                      <a:pt x="72" y="30"/>
                    </a:cubicBezTo>
                    <a:cubicBezTo>
                      <a:pt x="72" y="24"/>
                      <a:pt x="77" y="20"/>
                      <a:pt x="82" y="20"/>
                    </a:cubicBezTo>
                    <a:cubicBezTo>
                      <a:pt x="136" y="20"/>
                      <a:pt x="136" y="20"/>
                      <a:pt x="136" y="20"/>
                    </a:cubicBezTo>
                    <a:cubicBezTo>
                      <a:pt x="142" y="20"/>
                      <a:pt x="146" y="24"/>
                      <a:pt x="146" y="30"/>
                    </a:cubicBezTo>
                    <a:cubicBezTo>
                      <a:pt x="146" y="35"/>
                      <a:pt x="142" y="39"/>
                      <a:pt x="136" y="39"/>
                    </a:cubicBezTo>
                    <a:lnTo>
                      <a:pt x="82" y="39"/>
                    </a:lnTo>
                    <a:close/>
                    <a:moveTo>
                      <a:pt x="100" y="67"/>
                    </a:moveTo>
                    <a:cubicBezTo>
                      <a:pt x="106" y="65"/>
                      <a:pt x="106" y="65"/>
                      <a:pt x="106" y="65"/>
                    </a:cubicBezTo>
                    <a:cubicBezTo>
                      <a:pt x="106" y="49"/>
                      <a:pt x="106" y="49"/>
                      <a:pt x="106" y="49"/>
                    </a:cubicBezTo>
                    <a:cubicBezTo>
                      <a:pt x="113" y="49"/>
                      <a:pt x="113" y="49"/>
                      <a:pt x="113" y="49"/>
                    </a:cubicBezTo>
                    <a:cubicBezTo>
                      <a:pt x="113" y="65"/>
                      <a:pt x="113" y="65"/>
                      <a:pt x="113" y="65"/>
                    </a:cubicBezTo>
                    <a:cubicBezTo>
                      <a:pt x="118" y="67"/>
                      <a:pt x="118" y="67"/>
                      <a:pt x="118" y="67"/>
                    </a:cubicBezTo>
                    <a:cubicBezTo>
                      <a:pt x="131" y="70"/>
                      <a:pt x="141" y="79"/>
                      <a:pt x="146" y="92"/>
                    </a:cubicBezTo>
                    <a:cubicBezTo>
                      <a:pt x="134" y="95"/>
                      <a:pt x="122" y="96"/>
                      <a:pt x="108" y="96"/>
                    </a:cubicBezTo>
                    <a:cubicBezTo>
                      <a:pt x="92" y="96"/>
                      <a:pt x="79" y="94"/>
                      <a:pt x="72" y="93"/>
                    </a:cubicBezTo>
                    <a:cubicBezTo>
                      <a:pt x="76" y="80"/>
                      <a:pt x="87" y="70"/>
                      <a:pt x="100" y="67"/>
                    </a:cubicBezTo>
                    <a:close/>
                    <a:moveTo>
                      <a:pt x="206" y="157"/>
                    </a:moveTo>
                    <a:cubicBezTo>
                      <a:pt x="206" y="160"/>
                      <a:pt x="205" y="162"/>
                      <a:pt x="205" y="163"/>
                    </a:cubicBezTo>
                    <a:cubicBezTo>
                      <a:pt x="102" y="163"/>
                      <a:pt x="102" y="163"/>
                      <a:pt x="102" y="163"/>
                    </a:cubicBezTo>
                    <a:cubicBezTo>
                      <a:pt x="73" y="163"/>
                      <a:pt x="58" y="181"/>
                      <a:pt x="57" y="182"/>
                    </a:cubicBezTo>
                    <a:cubicBezTo>
                      <a:pt x="56" y="183"/>
                      <a:pt x="56" y="183"/>
                      <a:pt x="56" y="183"/>
                    </a:cubicBezTo>
                    <a:cubicBezTo>
                      <a:pt x="56" y="246"/>
                      <a:pt x="56" y="246"/>
                      <a:pt x="56" y="246"/>
                    </a:cubicBezTo>
                    <a:cubicBezTo>
                      <a:pt x="56" y="250"/>
                      <a:pt x="54" y="253"/>
                      <a:pt x="50" y="253"/>
                    </a:cubicBezTo>
                    <a:cubicBezTo>
                      <a:pt x="20" y="253"/>
                      <a:pt x="20" y="253"/>
                      <a:pt x="20" y="253"/>
                    </a:cubicBezTo>
                    <a:cubicBezTo>
                      <a:pt x="17" y="253"/>
                      <a:pt x="14" y="250"/>
                      <a:pt x="14" y="246"/>
                    </a:cubicBezTo>
                    <a:cubicBezTo>
                      <a:pt x="14" y="217"/>
                      <a:pt x="14" y="162"/>
                      <a:pt x="14" y="160"/>
                    </a:cubicBezTo>
                    <a:cubicBezTo>
                      <a:pt x="15" y="131"/>
                      <a:pt x="32" y="112"/>
                      <a:pt x="66" y="104"/>
                    </a:cubicBezTo>
                    <a:cubicBezTo>
                      <a:pt x="67" y="103"/>
                      <a:pt x="67" y="103"/>
                      <a:pt x="67" y="103"/>
                    </a:cubicBezTo>
                    <a:cubicBezTo>
                      <a:pt x="82" y="106"/>
                      <a:pt x="97" y="108"/>
                      <a:pt x="110" y="108"/>
                    </a:cubicBezTo>
                    <a:cubicBezTo>
                      <a:pt x="138" y="108"/>
                      <a:pt x="155" y="101"/>
                      <a:pt x="159" y="99"/>
                    </a:cubicBezTo>
                    <a:cubicBezTo>
                      <a:pt x="205" y="99"/>
                      <a:pt x="205" y="99"/>
                      <a:pt x="205" y="99"/>
                    </a:cubicBezTo>
                    <a:cubicBezTo>
                      <a:pt x="205" y="100"/>
                      <a:pt x="206" y="102"/>
                      <a:pt x="206" y="105"/>
                    </a:cubicBezTo>
                    <a:lnTo>
                      <a:pt x="206" y="157"/>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7" name="Content Placeholder 2"/>
            <p:cNvSpPr txBox="1">
              <a:spLocks/>
            </p:cNvSpPr>
            <p:nvPr/>
          </p:nvSpPr>
          <p:spPr>
            <a:xfrm>
              <a:off x="9084294" y="2401463"/>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48" name="Content Placeholder 2"/>
            <p:cNvSpPr txBox="1">
              <a:spLocks/>
            </p:cNvSpPr>
            <p:nvPr/>
          </p:nvSpPr>
          <p:spPr>
            <a:xfrm>
              <a:off x="9084294" y="3393719"/>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49" name="Content Placeholder 2"/>
            <p:cNvSpPr txBox="1">
              <a:spLocks/>
            </p:cNvSpPr>
            <p:nvPr/>
          </p:nvSpPr>
          <p:spPr>
            <a:xfrm>
              <a:off x="9082348" y="4383802"/>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50" name="Content Placeholder 2"/>
            <p:cNvSpPr txBox="1">
              <a:spLocks/>
            </p:cNvSpPr>
            <p:nvPr/>
          </p:nvSpPr>
          <p:spPr>
            <a:xfrm>
              <a:off x="9103434" y="5332673"/>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grpSp>
      <p:grpSp>
        <p:nvGrpSpPr>
          <p:cNvPr id="55" name="Group 54"/>
          <p:cNvGrpSpPr/>
          <p:nvPr/>
        </p:nvGrpSpPr>
        <p:grpSpPr>
          <a:xfrm>
            <a:off x="840661" y="2272209"/>
            <a:ext cx="2755479" cy="3780430"/>
            <a:chOff x="871402" y="2401463"/>
            <a:chExt cx="2755479" cy="3780430"/>
          </a:xfrm>
        </p:grpSpPr>
        <p:sp>
          <p:nvSpPr>
            <p:cNvPr id="56" name="Freeform 127"/>
            <p:cNvSpPr>
              <a:spLocks noEditPoints="1"/>
            </p:cNvSpPr>
            <p:nvPr/>
          </p:nvSpPr>
          <p:spPr bwMode="auto">
            <a:xfrm>
              <a:off x="3125021" y="2476361"/>
              <a:ext cx="488950" cy="582613"/>
            </a:xfrm>
            <a:custGeom>
              <a:avLst/>
              <a:gdLst>
                <a:gd name="T0" fmla="*/ 237 w 259"/>
                <a:gd name="T1" fmla="*/ 79 h 308"/>
                <a:gd name="T2" fmla="*/ 234 w 259"/>
                <a:gd name="T3" fmla="*/ 123 h 308"/>
                <a:gd name="T4" fmla="*/ 213 w 259"/>
                <a:gd name="T5" fmla="*/ 132 h 308"/>
                <a:gd name="T6" fmla="*/ 209 w 259"/>
                <a:gd name="T7" fmla="*/ 126 h 308"/>
                <a:gd name="T8" fmla="*/ 142 w 259"/>
                <a:gd name="T9" fmla="*/ 100 h 308"/>
                <a:gd name="T10" fmla="*/ 212 w 259"/>
                <a:gd name="T11" fmla="*/ 50 h 308"/>
                <a:gd name="T12" fmla="*/ 95 w 259"/>
                <a:gd name="T13" fmla="*/ 0 h 308"/>
                <a:gd name="T14" fmla="*/ 95 w 259"/>
                <a:gd name="T15" fmla="*/ 100 h 308"/>
                <a:gd name="T16" fmla="*/ 114 w 259"/>
                <a:gd name="T17" fmla="*/ 115 h 308"/>
                <a:gd name="T18" fmla="*/ 49 w 259"/>
                <a:gd name="T19" fmla="*/ 132 h 308"/>
                <a:gd name="T20" fmla="*/ 27 w 259"/>
                <a:gd name="T21" fmla="*/ 123 h 308"/>
                <a:gd name="T22" fmla="*/ 22 w 259"/>
                <a:gd name="T23" fmla="*/ 79 h 308"/>
                <a:gd name="T24" fmla="*/ 16 w 259"/>
                <a:gd name="T25" fmla="*/ 122 h 308"/>
                <a:gd name="T26" fmla="*/ 49 w 259"/>
                <a:gd name="T27" fmla="*/ 159 h 308"/>
                <a:gd name="T28" fmla="*/ 109 w 259"/>
                <a:gd name="T29" fmla="*/ 165 h 308"/>
                <a:gd name="T30" fmla="*/ 58 w 259"/>
                <a:gd name="T31" fmla="*/ 241 h 308"/>
                <a:gd name="T32" fmla="*/ 58 w 259"/>
                <a:gd name="T33" fmla="*/ 279 h 308"/>
                <a:gd name="T34" fmla="*/ 53 w 259"/>
                <a:gd name="T35" fmla="*/ 290 h 308"/>
                <a:gd name="T36" fmla="*/ 88 w 259"/>
                <a:gd name="T37" fmla="*/ 290 h 308"/>
                <a:gd name="T38" fmla="*/ 176 w 259"/>
                <a:gd name="T39" fmla="*/ 279 h 308"/>
                <a:gd name="T40" fmla="*/ 189 w 259"/>
                <a:gd name="T41" fmla="*/ 308 h 308"/>
                <a:gd name="T42" fmla="*/ 201 w 259"/>
                <a:gd name="T43" fmla="*/ 278 h 308"/>
                <a:gd name="T44" fmla="*/ 198 w 259"/>
                <a:gd name="T45" fmla="*/ 241 h 308"/>
                <a:gd name="T46" fmla="*/ 147 w 259"/>
                <a:gd name="T47" fmla="*/ 165 h 308"/>
                <a:gd name="T48" fmla="*/ 213 w 259"/>
                <a:gd name="T49" fmla="*/ 159 h 308"/>
                <a:gd name="T50" fmla="*/ 246 w 259"/>
                <a:gd name="T51" fmla="*/ 121 h 308"/>
                <a:gd name="T52" fmla="*/ 12 w 259"/>
                <a:gd name="T53" fmla="*/ 101 h 308"/>
                <a:gd name="T54" fmla="*/ 33 w 259"/>
                <a:gd name="T55" fmla="*/ 101 h 308"/>
                <a:gd name="T56" fmla="*/ 12 w 259"/>
                <a:gd name="T57" fmla="*/ 101 h 308"/>
                <a:gd name="T58" fmla="*/ 61 w 259"/>
                <a:gd name="T59" fmla="*/ 290 h 308"/>
                <a:gd name="T60" fmla="*/ 80 w 259"/>
                <a:gd name="T61" fmla="*/ 290 h 308"/>
                <a:gd name="T62" fmla="*/ 56 w 259"/>
                <a:gd name="T63" fmla="*/ 50 h 308"/>
                <a:gd name="T64" fmla="*/ 162 w 259"/>
                <a:gd name="T65" fmla="*/ 11 h 308"/>
                <a:gd name="T66" fmla="*/ 162 w 259"/>
                <a:gd name="T67" fmla="*/ 88 h 308"/>
                <a:gd name="T68" fmla="*/ 56 w 259"/>
                <a:gd name="T69" fmla="*/ 50 h 308"/>
                <a:gd name="T70" fmla="*/ 179 w 259"/>
                <a:gd name="T71" fmla="*/ 290 h 308"/>
                <a:gd name="T72" fmla="*/ 199 w 259"/>
                <a:gd name="T73" fmla="*/ 290 h 308"/>
                <a:gd name="T74" fmla="*/ 207 w 259"/>
                <a:gd name="T75" fmla="*/ 260 h 308"/>
                <a:gd name="T76" fmla="*/ 58 w 259"/>
                <a:gd name="T77" fmla="*/ 268 h 308"/>
                <a:gd name="T78" fmla="*/ 58 w 259"/>
                <a:gd name="T79" fmla="*/ 251 h 308"/>
                <a:gd name="T80" fmla="*/ 207 w 259"/>
                <a:gd name="T81" fmla="*/ 260 h 308"/>
                <a:gd name="T82" fmla="*/ 121 w 259"/>
                <a:gd name="T83" fmla="*/ 241 h 308"/>
                <a:gd name="T84" fmla="*/ 136 w 259"/>
                <a:gd name="T85" fmla="*/ 165 h 308"/>
                <a:gd name="T86" fmla="*/ 201 w 259"/>
                <a:gd name="T87" fmla="*/ 153 h 308"/>
                <a:gd name="T88" fmla="*/ 61 w 259"/>
                <a:gd name="T89" fmla="*/ 138 h 308"/>
                <a:gd name="T90" fmla="*/ 201 w 259"/>
                <a:gd name="T91" fmla="*/ 153 h 308"/>
                <a:gd name="T92" fmla="*/ 226 w 259"/>
                <a:gd name="T93" fmla="*/ 101 h 308"/>
                <a:gd name="T94" fmla="*/ 247 w 259"/>
                <a:gd name="T95" fmla="*/ 101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9" h="308">
                  <a:moveTo>
                    <a:pt x="259" y="101"/>
                  </a:moveTo>
                  <a:cubicBezTo>
                    <a:pt x="259" y="89"/>
                    <a:pt x="249" y="79"/>
                    <a:pt x="237" y="79"/>
                  </a:cubicBezTo>
                  <a:cubicBezTo>
                    <a:pt x="225" y="79"/>
                    <a:pt x="215" y="89"/>
                    <a:pt x="215" y="101"/>
                  </a:cubicBezTo>
                  <a:cubicBezTo>
                    <a:pt x="215" y="112"/>
                    <a:pt x="223" y="122"/>
                    <a:pt x="234" y="123"/>
                  </a:cubicBezTo>
                  <a:cubicBezTo>
                    <a:pt x="232" y="129"/>
                    <a:pt x="227" y="138"/>
                    <a:pt x="213" y="141"/>
                  </a:cubicBezTo>
                  <a:cubicBezTo>
                    <a:pt x="213" y="132"/>
                    <a:pt x="213" y="132"/>
                    <a:pt x="213" y="132"/>
                  </a:cubicBezTo>
                  <a:cubicBezTo>
                    <a:pt x="213" y="129"/>
                    <a:pt x="211" y="127"/>
                    <a:pt x="209" y="126"/>
                  </a:cubicBezTo>
                  <a:cubicBezTo>
                    <a:pt x="209" y="126"/>
                    <a:pt x="209" y="126"/>
                    <a:pt x="209" y="126"/>
                  </a:cubicBezTo>
                  <a:cubicBezTo>
                    <a:pt x="196" y="120"/>
                    <a:pt x="160" y="117"/>
                    <a:pt x="142" y="115"/>
                  </a:cubicBezTo>
                  <a:cubicBezTo>
                    <a:pt x="142" y="100"/>
                    <a:pt x="142" y="100"/>
                    <a:pt x="142" y="100"/>
                  </a:cubicBezTo>
                  <a:cubicBezTo>
                    <a:pt x="162" y="100"/>
                    <a:pt x="162" y="100"/>
                    <a:pt x="162" y="100"/>
                  </a:cubicBezTo>
                  <a:cubicBezTo>
                    <a:pt x="189" y="100"/>
                    <a:pt x="212" y="78"/>
                    <a:pt x="212" y="50"/>
                  </a:cubicBezTo>
                  <a:cubicBezTo>
                    <a:pt x="212" y="22"/>
                    <a:pt x="189" y="0"/>
                    <a:pt x="162" y="0"/>
                  </a:cubicBezTo>
                  <a:cubicBezTo>
                    <a:pt x="95" y="0"/>
                    <a:pt x="95" y="0"/>
                    <a:pt x="95" y="0"/>
                  </a:cubicBezTo>
                  <a:cubicBezTo>
                    <a:pt x="67" y="0"/>
                    <a:pt x="45" y="22"/>
                    <a:pt x="45" y="50"/>
                  </a:cubicBezTo>
                  <a:cubicBezTo>
                    <a:pt x="45" y="78"/>
                    <a:pt x="67" y="100"/>
                    <a:pt x="95" y="100"/>
                  </a:cubicBezTo>
                  <a:cubicBezTo>
                    <a:pt x="114" y="100"/>
                    <a:pt x="114" y="100"/>
                    <a:pt x="114" y="100"/>
                  </a:cubicBezTo>
                  <a:cubicBezTo>
                    <a:pt x="114" y="115"/>
                    <a:pt x="114" y="115"/>
                    <a:pt x="114" y="115"/>
                  </a:cubicBezTo>
                  <a:cubicBezTo>
                    <a:pt x="78" y="117"/>
                    <a:pt x="57" y="125"/>
                    <a:pt x="55" y="126"/>
                  </a:cubicBezTo>
                  <a:cubicBezTo>
                    <a:pt x="52" y="126"/>
                    <a:pt x="49" y="129"/>
                    <a:pt x="49" y="132"/>
                  </a:cubicBezTo>
                  <a:cubicBezTo>
                    <a:pt x="49" y="142"/>
                    <a:pt x="49" y="142"/>
                    <a:pt x="49" y="142"/>
                  </a:cubicBezTo>
                  <a:cubicBezTo>
                    <a:pt x="35" y="138"/>
                    <a:pt x="29" y="128"/>
                    <a:pt x="27" y="123"/>
                  </a:cubicBezTo>
                  <a:cubicBezTo>
                    <a:pt x="37" y="121"/>
                    <a:pt x="45" y="112"/>
                    <a:pt x="45" y="101"/>
                  </a:cubicBezTo>
                  <a:cubicBezTo>
                    <a:pt x="45" y="89"/>
                    <a:pt x="35" y="79"/>
                    <a:pt x="22" y="79"/>
                  </a:cubicBezTo>
                  <a:cubicBezTo>
                    <a:pt x="10" y="79"/>
                    <a:pt x="0" y="89"/>
                    <a:pt x="0" y="101"/>
                  </a:cubicBezTo>
                  <a:cubicBezTo>
                    <a:pt x="0" y="111"/>
                    <a:pt x="7" y="119"/>
                    <a:pt x="16" y="122"/>
                  </a:cubicBezTo>
                  <a:cubicBezTo>
                    <a:pt x="18" y="132"/>
                    <a:pt x="27" y="148"/>
                    <a:pt x="49" y="152"/>
                  </a:cubicBezTo>
                  <a:cubicBezTo>
                    <a:pt x="49" y="159"/>
                    <a:pt x="49" y="159"/>
                    <a:pt x="49" y="159"/>
                  </a:cubicBezTo>
                  <a:cubicBezTo>
                    <a:pt x="49" y="162"/>
                    <a:pt x="52" y="165"/>
                    <a:pt x="55" y="165"/>
                  </a:cubicBezTo>
                  <a:cubicBezTo>
                    <a:pt x="109" y="165"/>
                    <a:pt x="109" y="165"/>
                    <a:pt x="109" y="165"/>
                  </a:cubicBezTo>
                  <a:cubicBezTo>
                    <a:pt x="109" y="241"/>
                    <a:pt x="109" y="241"/>
                    <a:pt x="109" y="241"/>
                  </a:cubicBezTo>
                  <a:cubicBezTo>
                    <a:pt x="58" y="241"/>
                    <a:pt x="58" y="241"/>
                    <a:pt x="58" y="241"/>
                  </a:cubicBezTo>
                  <a:cubicBezTo>
                    <a:pt x="49" y="241"/>
                    <a:pt x="41" y="250"/>
                    <a:pt x="41" y="260"/>
                  </a:cubicBezTo>
                  <a:cubicBezTo>
                    <a:pt x="41" y="270"/>
                    <a:pt x="49" y="279"/>
                    <a:pt x="58" y="279"/>
                  </a:cubicBezTo>
                  <a:cubicBezTo>
                    <a:pt x="58" y="279"/>
                    <a:pt x="58" y="279"/>
                    <a:pt x="58" y="279"/>
                  </a:cubicBezTo>
                  <a:cubicBezTo>
                    <a:pt x="55" y="282"/>
                    <a:pt x="53" y="286"/>
                    <a:pt x="53" y="290"/>
                  </a:cubicBezTo>
                  <a:cubicBezTo>
                    <a:pt x="53" y="300"/>
                    <a:pt x="61" y="308"/>
                    <a:pt x="71" y="308"/>
                  </a:cubicBezTo>
                  <a:cubicBezTo>
                    <a:pt x="80" y="308"/>
                    <a:pt x="88" y="300"/>
                    <a:pt x="88" y="290"/>
                  </a:cubicBezTo>
                  <a:cubicBezTo>
                    <a:pt x="88" y="286"/>
                    <a:pt x="86" y="282"/>
                    <a:pt x="83" y="279"/>
                  </a:cubicBezTo>
                  <a:cubicBezTo>
                    <a:pt x="176" y="279"/>
                    <a:pt x="176" y="279"/>
                    <a:pt x="176" y="279"/>
                  </a:cubicBezTo>
                  <a:cubicBezTo>
                    <a:pt x="173" y="282"/>
                    <a:pt x="171" y="286"/>
                    <a:pt x="171" y="290"/>
                  </a:cubicBezTo>
                  <a:cubicBezTo>
                    <a:pt x="171" y="300"/>
                    <a:pt x="179" y="308"/>
                    <a:pt x="189" y="308"/>
                  </a:cubicBezTo>
                  <a:cubicBezTo>
                    <a:pt x="198" y="308"/>
                    <a:pt x="206" y="300"/>
                    <a:pt x="206" y="290"/>
                  </a:cubicBezTo>
                  <a:cubicBezTo>
                    <a:pt x="206" y="286"/>
                    <a:pt x="204" y="281"/>
                    <a:pt x="201" y="278"/>
                  </a:cubicBezTo>
                  <a:cubicBezTo>
                    <a:pt x="209" y="277"/>
                    <a:pt x="215" y="269"/>
                    <a:pt x="215" y="260"/>
                  </a:cubicBezTo>
                  <a:cubicBezTo>
                    <a:pt x="215" y="250"/>
                    <a:pt x="208" y="241"/>
                    <a:pt x="198" y="241"/>
                  </a:cubicBezTo>
                  <a:cubicBezTo>
                    <a:pt x="147" y="241"/>
                    <a:pt x="147" y="241"/>
                    <a:pt x="147" y="241"/>
                  </a:cubicBezTo>
                  <a:cubicBezTo>
                    <a:pt x="147" y="165"/>
                    <a:pt x="147" y="165"/>
                    <a:pt x="147" y="165"/>
                  </a:cubicBezTo>
                  <a:cubicBezTo>
                    <a:pt x="207" y="165"/>
                    <a:pt x="207" y="165"/>
                    <a:pt x="207" y="165"/>
                  </a:cubicBezTo>
                  <a:cubicBezTo>
                    <a:pt x="210" y="165"/>
                    <a:pt x="213" y="162"/>
                    <a:pt x="213" y="159"/>
                  </a:cubicBezTo>
                  <a:cubicBezTo>
                    <a:pt x="213" y="152"/>
                    <a:pt x="213" y="152"/>
                    <a:pt x="213" y="152"/>
                  </a:cubicBezTo>
                  <a:cubicBezTo>
                    <a:pt x="235" y="148"/>
                    <a:pt x="244" y="131"/>
                    <a:pt x="246" y="121"/>
                  </a:cubicBezTo>
                  <a:cubicBezTo>
                    <a:pt x="253" y="118"/>
                    <a:pt x="259" y="110"/>
                    <a:pt x="259" y="101"/>
                  </a:cubicBezTo>
                  <a:close/>
                  <a:moveTo>
                    <a:pt x="12" y="101"/>
                  </a:moveTo>
                  <a:cubicBezTo>
                    <a:pt x="12" y="95"/>
                    <a:pt x="16" y="90"/>
                    <a:pt x="22" y="90"/>
                  </a:cubicBezTo>
                  <a:cubicBezTo>
                    <a:pt x="28" y="90"/>
                    <a:pt x="33" y="95"/>
                    <a:pt x="33" y="101"/>
                  </a:cubicBezTo>
                  <a:cubicBezTo>
                    <a:pt x="33" y="107"/>
                    <a:pt x="28" y="112"/>
                    <a:pt x="22" y="112"/>
                  </a:cubicBezTo>
                  <a:cubicBezTo>
                    <a:pt x="16" y="112"/>
                    <a:pt x="12" y="107"/>
                    <a:pt x="12" y="101"/>
                  </a:cubicBezTo>
                  <a:close/>
                  <a:moveTo>
                    <a:pt x="71" y="300"/>
                  </a:moveTo>
                  <a:cubicBezTo>
                    <a:pt x="65" y="300"/>
                    <a:pt x="61" y="296"/>
                    <a:pt x="61" y="290"/>
                  </a:cubicBezTo>
                  <a:cubicBezTo>
                    <a:pt x="61" y="285"/>
                    <a:pt x="65" y="281"/>
                    <a:pt x="71" y="281"/>
                  </a:cubicBezTo>
                  <a:cubicBezTo>
                    <a:pt x="76" y="281"/>
                    <a:pt x="80" y="285"/>
                    <a:pt x="80" y="290"/>
                  </a:cubicBezTo>
                  <a:cubicBezTo>
                    <a:pt x="80" y="296"/>
                    <a:pt x="76" y="300"/>
                    <a:pt x="71" y="300"/>
                  </a:cubicBezTo>
                  <a:close/>
                  <a:moveTo>
                    <a:pt x="56" y="50"/>
                  </a:moveTo>
                  <a:cubicBezTo>
                    <a:pt x="56" y="29"/>
                    <a:pt x="74" y="11"/>
                    <a:pt x="95" y="11"/>
                  </a:cubicBezTo>
                  <a:cubicBezTo>
                    <a:pt x="162" y="11"/>
                    <a:pt x="162" y="11"/>
                    <a:pt x="162" y="11"/>
                  </a:cubicBezTo>
                  <a:cubicBezTo>
                    <a:pt x="183" y="11"/>
                    <a:pt x="200" y="29"/>
                    <a:pt x="200" y="50"/>
                  </a:cubicBezTo>
                  <a:cubicBezTo>
                    <a:pt x="200" y="71"/>
                    <a:pt x="183" y="88"/>
                    <a:pt x="162" y="88"/>
                  </a:cubicBezTo>
                  <a:cubicBezTo>
                    <a:pt x="95" y="88"/>
                    <a:pt x="95" y="88"/>
                    <a:pt x="95" y="88"/>
                  </a:cubicBezTo>
                  <a:cubicBezTo>
                    <a:pt x="74" y="88"/>
                    <a:pt x="56" y="71"/>
                    <a:pt x="56" y="50"/>
                  </a:cubicBezTo>
                  <a:close/>
                  <a:moveTo>
                    <a:pt x="189" y="300"/>
                  </a:moveTo>
                  <a:cubicBezTo>
                    <a:pt x="183" y="300"/>
                    <a:pt x="179" y="296"/>
                    <a:pt x="179" y="290"/>
                  </a:cubicBezTo>
                  <a:cubicBezTo>
                    <a:pt x="179" y="285"/>
                    <a:pt x="183" y="281"/>
                    <a:pt x="189" y="281"/>
                  </a:cubicBezTo>
                  <a:cubicBezTo>
                    <a:pt x="194" y="281"/>
                    <a:pt x="199" y="285"/>
                    <a:pt x="199" y="290"/>
                  </a:cubicBezTo>
                  <a:cubicBezTo>
                    <a:pt x="199" y="296"/>
                    <a:pt x="194" y="300"/>
                    <a:pt x="189" y="300"/>
                  </a:cubicBezTo>
                  <a:close/>
                  <a:moveTo>
                    <a:pt x="207" y="260"/>
                  </a:moveTo>
                  <a:cubicBezTo>
                    <a:pt x="207" y="264"/>
                    <a:pt x="203" y="268"/>
                    <a:pt x="198" y="268"/>
                  </a:cubicBezTo>
                  <a:cubicBezTo>
                    <a:pt x="58" y="268"/>
                    <a:pt x="58" y="268"/>
                    <a:pt x="58" y="268"/>
                  </a:cubicBezTo>
                  <a:cubicBezTo>
                    <a:pt x="53" y="268"/>
                    <a:pt x="49" y="264"/>
                    <a:pt x="49" y="260"/>
                  </a:cubicBezTo>
                  <a:cubicBezTo>
                    <a:pt x="49" y="255"/>
                    <a:pt x="53" y="251"/>
                    <a:pt x="58" y="251"/>
                  </a:cubicBezTo>
                  <a:cubicBezTo>
                    <a:pt x="198" y="251"/>
                    <a:pt x="198" y="251"/>
                    <a:pt x="198" y="251"/>
                  </a:cubicBezTo>
                  <a:cubicBezTo>
                    <a:pt x="203" y="251"/>
                    <a:pt x="207" y="255"/>
                    <a:pt x="207" y="260"/>
                  </a:cubicBezTo>
                  <a:close/>
                  <a:moveTo>
                    <a:pt x="136" y="241"/>
                  </a:moveTo>
                  <a:cubicBezTo>
                    <a:pt x="121" y="241"/>
                    <a:pt x="121" y="241"/>
                    <a:pt x="121" y="241"/>
                  </a:cubicBezTo>
                  <a:cubicBezTo>
                    <a:pt x="121" y="165"/>
                    <a:pt x="121" y="165"/>
                    <a:pt x="121" y="165"/>
                  </a:cubicBezTo>
                  <a:cubicBezTo>
                    <a:pt x="136" y="165"/>
                    <a:pt x="136" y="165"/>
                    <a:pt x="136" y="165"/>
                  </a:cubicBezTo>
                  <a:lnTo>
                    <a:pt x="136" y="241"/>
                  </a:lnTo>
                  <a:close/>
                  <a:moveTo>
                    <a:pt x="201" y="153"/>
                  </a:moveTo>
                  <a:cubicBezTo>
                    <a:pt x="61" y="153"/>
                    <a:pt x="61" y="153"/>
                    <a:pt x="61" y="153"/>
                  </a:cubicBezTo>
                  <a:cubicBezTo>
                    <a:pt x="61" y="138"/>
                    <a:pt x="61" y="138"/>
                    <a:pt x="61" y="138"/>
                  </a:cubicBezTo>
                  <a:cubicBezTo>
                    <a:pt x="201" y="138"/>
                    <a:pt x="201" y="138"/>
                    <a:pt x="201" y="138"/>
                  </a:cubicBezTo>
                  <a:lnTo>
                    <a:pt x="201" y="153"/>
                  </a:lnTo>
                  <a:close/>
                  <a:moveTo>
                    <a:pt x="237" y="112"/>
                  </a:moveTo>
                  <a:cubicBezTo>
                    <a:pt x="231" y="112"/>
                    <a:pt x="226" y="107"/>
                    <a:pt x="226" y="101"/>
                  </a:cubicBezTo>
                  <a:cubicBezTo>
                    <a:pt x="226" y="95"/>
                    <a:pt x="231" y="90"/>
                    <a:pt x="237" y="90"/>
                  </a:cubicBezTo>
                  <a:cubicBezTo>
                    <a:pt x="243" y="90"/>
                    <a:pt x="247" y="95"/>
                    <a:pt x="247" y="101"/>
                  </a:cubicBezTo>
                  <a:cubicBezTo>
                    <a:pt x="247" y="107"/>
                    <a:pt x="243" y="112"/>
                    <a:pt x="237" y="11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7" name="Group 56"/>
            <p:cNvGrpSpPr/>
            <p:nvPr/>
          </p:nvGrpSpPr>
          <p:grpSpPr>
            <a:xfrm>
              <a:off x="3028393" y="3565949"/>
              <a:ext cx="598488" cy="277813"/>
              <a:chOff x="3917950" y="2146300"/>
              <a:chExt cx="598488" cy="277813"/>
            </a:xfrm>
            <a:solidFill>
              <a:schemeClr val="accent2"/>
            </a:solidFill>
          </p:grpSpPr>
          <p:sp>
            <p:nvSpPr>
              <p:cNvPr id="69" name="Freeform 155"/>
              <p:cNvSpPr>
                <a:spLocks noEditPoints="1"/>
              </p:cNvSpPr>
              <p:nvPr/>
            </p:nvSpPr>
            <p:spPr bwMode="auto">
              <a:xfrm>
                <a:off x="3917950" y="2146300"/>
                <a:ext cx="598488" cy="277813"/>
              </a:xfrm>
              <a:custGeom>
                <a:avLst/>
                <a:gdLst>
                  <a:gd name="T0" fmla="*/ 306 w 317"/>
                  <a:gd name="T1" fmla="*/ 49 h 147"/>
                  <a:gd name="T2" fmla="*/ 302 w 317"/>
                  <a:gd name="T3" fmla="*/ 50 h 147"/>
                  <a:gd name="T4" fmla="*/ 302 w 317"/>
                  <a:gd name="T5" fmla="*/ 44 h 147"/>
                  <a:gd name="T6" fmla="*/ 259 w 317"/>
                  <a:gd name="T7" fmla="*/ 1 h 147"/>
                  <a:gd name="T8" fmla="*/ 44 w 317"/>
                  <a:gd name="T9" fmla="*/ 0 h 147"/>
                  <a:gd name="T10" fmla="*/ 1 w 317"/>
                  <a:gd name="T11" fmla="*/ 43 h 147"/>
                  <a:gd name="T12" fmla="*/ 0 w 317"/>
                  <a:gd name="T13" fmla="*/ 104 h 147"/>
                  <a:gd name="T14" fmla="*/ 43 w 317"/>
                  <a:gd name="T15" fmla="*/ 147 h 147"/>
                  <a:gd name="T16" fmla="*/ 259 w 317"/>
                  <a:gd name="T17" fmla="*/ 147 h 147"/>
                  <a:gd name="T18" fmla="*/ 302 w 317"/>
                  <a:gd name="T19" fmla="*/ 104 h 147"/>
                  <a:gd name="T20" fmla="*/ 302 w 317"/>
                  <a:gd name="T21" fmla="*/ 99 h 147"/>
                  <a:gd name="T22" fmla="*/ 305 w 317"/>
                  <a:gd name="T23" fmla="*/ 99 h 147"/>
                  <a:gd name="T24" fmla="*/ 317 w 317"/>
                  <a:gd name="T25" fmla="*/ 89 h 147"/>
                  <a:gd name="T26" fmla="*/ 317 w 317"/>
                  <a:gd name="T27" fmla="*/ 59 h 147"/>
                  <a:gd name="T28" fmla="*/ 306 w 317"/>
                  <a:gd name="T29" fmla="*/ 49 h 147"/>
                  <a:gd name="T30" fmla="*/ 291 w 317"/>
                  <a:gd name="T31" fmla="*/ 104 h 147"/>
                  <a:gd name="T32" fmla="*/ 259 w 317"/>
                  <a:gd name="T33" fmla="*/ 136 h 147"/>
                  <a:gd name="T34" fmla="*/ 43 w 317"/>
                  <a:gd name="T35" fmla="*/ 135 h 147"/>
                  <a:gd name="T36" fmla="*/ 12 w 317"/>
                  <a:gd name="T37" fmla="*/ 104 h 147"/>
                  <a:gd name="T38" fmla="*/ 12 w 317"/>
                  <a:gd name="T39" fmla="*/ 43 h 147"/>
                  <a:gd name="T40" fmla="*/ 44 w 317"/>
                  <a:gd name="T41" fmla="*/ 12 h 147"/>
                  <a:gd name="T42" fmla="*/ 259 w 317"/>
                  <a:gd name="T43" fmla="*/ 12 h 147"/>
                  <a:gd name="T44" fmla="*/ 291 w 317"/>
                  <a:gd name="T45" fmla="*/ 44 h 147"/>
                  <a:gd name="T46" fmla="*/ 291 w 317"/>
                  <a:gd name="T47" fmla="*/ 104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7" h="147">
                    <a:moveTo>
                      <a:pt x="306" y="49"/>
                    </a:moveTo>
                    <a:cubicBezTo>
                      <a:pt x="304" y="49"/>
                      <a:pt x="303" y="49"/>
                      <a:pt x="302" y="50"/>
                    </a:cubicBezTo>
                    <a:cubicBezTo>
                      <a:pt x="302" y="44"/>
                      <a:pt x="302" y="44"/>
                      <a:pt x="302" y="44"/>
                    </a:cubicBezTo>
                    <a:cubicBezTo>
                      <a:pt x="302" y="20"/>
                      <a:pt x="283" y="1"/>
                      <a:pt x="259" y="1"/>
                    </a:cubicBezTo>
                    <a:cubicBezTo>
                      <a:pt x="44" y="0"/>
                      <a:pt x="44" y="0"/>
                      <a:pt x="44" y="0"/>
                    </a:cubicBezTo>
                    <a:cubicBezTo>
                      <a:pt x="20" y="0"/>
                      <a:pt x="1" y="19"/>
                      <a:pt x="1" y="43"/>
                    </a:cubicBezTo>
                    <a:cubicBezTo>
                      <a:pt x="0" y="104"/>
                      <a:pt x="0" y="104"/>
                      <a:pt x="0" y="104"/>
                    </a:cubicBezTo>
                    <a:cubicBezTo>
                      <a:pt x="0" y="128"/>
                      <a:pt x="20" y="147"/>
                      <a:pt x="43" y="147"/>
                    </a:cubicBezTo>
                    <a:cubicBezTo>
                      <a:pt x="259" y="147"/>
                      <a:pt x="259" y="147"/>
                      <a:pt x="259" y="147"/>
                    </a:cubicBezTo>
                    <a:cubicBezTo>
                      <a:pt x="283" y="147"/>
                      <a:pt x="302" y="128"/>
                      <a:pt x="302" y="104"/>
                    </a:cubicBezTo>
                    <a:cubicBezTo>
                      <a:pt x="302" y="99"/>
                      <a:pt x="302" y="99"/>
                      <a:pt x="302" y="99"/>
                    </a:cubicBezTo>
                    <a:cubicBezTo>
                      <a:pt x="303" y="99"/>
                      <a:pt x="304" y="99"/>
                      <a:pt x="305" y="99"/>
                    </a:cubicBezTo>
                    <a:cubicBezTo>
                      <a:pt x="312" y="99"/>
                      <a:pt x="317" y="95"/>
                      <a:pt x="317" y="89"/>
                    </a:cubicBezTo>
                    <a:cubicBezTo>
                      <a:pt x="317" y="59"/>
                      <a:pt x="317" y="59"/>
                      <a:pt x="317" y="59"/>
                    </a:cubicBezTo>
                    <a:cubicBezTo>
                      <a:pt x="317" y="54"/>
                      <a:pt x="312" y="49"/>
                      <a:pt x="306" y="49"/>
                    </a:cubicBezTo>
                    <a:close/>
                    <a:moveTo>
                      <a:pt x="291" y="104"/>
                    </a:moveTo>
                    <a:cubicBezTo>
                      <a:pt x="291" y="122"/>
                      <a:pt x="276" y="136"/>
                      <a:pt x="259" y="136"/>
                    </a:cubicBezTo>
                    <a:cubicBezTo>
                      <a:pt x="43" y="135"/>
                      <a:pt x="43" y="135"/>
                      <a:pt x="43" y="135"/>
                    </a:cubicBezTo>
                    <a:cubicBezTo>
                      <a:pt x="26" y="135"/>
                      <a:pt x="12" y="121"/>
                      <a:pt x="12" y="104"/>
                    </a:cubicBezTo>
                    <a:cubicBezTo>
                      <a:pt x="12" y="43"/>
                      <a:pt x="12" y="43"/>
                      <a:pt x="12" y="43"/>
                    </a:cubicBezTo>
                    <a:cubicBezTo>
                      <a:pt x="12" y="26"/>
                      <a:pt x="26" y="12"/>
                      <a:pt x="44" y="12"/>
                    </a:cubicBezTo>
                    <a:cubicBezTo>
                      <a:pt x="259" y="12"/>
                      <a:pt x="259" y="12"/>
                      <a:pt x="259" y="12"/>
                    </a:cubicBezTo>
                    <a:cubicBezTo>
                      <a:pt x="277" y="12"/>
                      <a:pt x="291" y="26"/>
                      <a:pt x="291" y="44"/>
                    </a:cubicBezTo>
                    <a:lnTo>
                      <a:pt x="2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156"/>
              <p:cNvSpPr>
                <a:spLocks noChangeArrowheads="1"/>
              </p:cNvSpPr>
              <p:nvPr/>
            </p:nvSpPr>
            <p:spPr bwMode="auto">
              <a:xfrm>
                <a:off x="4019550" y="2182813"/>
                <a:ext cx="47625" cy="206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157"/>
              <p:cNvSpPr>
                <a:spLocks noChangeArrowheads="1"/>
              </p:cNvSpPr>
              <p:nvPr/>
            </p:nvSpPr>
            <p:spPr bwMode="auto">
              <a:xfrm>
                <a:off x="4084638" y="2182813"/>
                <a:ext cx="47625" cy="206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158"/>
              <p:cNvSpPr>
                <a:spLocks/>
              </p:cNvSpPr>
              <p:nvPr/>
            </p:nvSpPr>
            <p:spPr bwMode="auto">
              <a:xfrm>
                <a:off x="3954463" y="2182813"/>
                <a:ext cx="47625" cy="206375"/>
              </a:xfrm>
              <a:custGeom>
                <a:avLst/>
                <a:gdLst>
                  <a:gd name="T0" fmla="*/ 0 w 25"/>
                  <a:gd name="T1" fmla="*/ 22 h 109"/>
                  <a:gd name="T2" fmla="*/ 0 w 25"/>
                  <a:gd name="T3" fmla="*/ 91 h 109"/>
                  <a:gd name="T4" fmla="*/ 15 w 25"/>
                  <a:gd name="T5" fmla="*/ 109 h 109"/>
                  <a:gd name="T6" fmla="*/ 25 w 25"/>
                  <a:gd name="T7" fmla="*/ 109 h 109"/>
                  <a:gd name="T8" fmla="*/ 25 w 25"/>
                  <a:gd name="T9" fmla="*/ 0 h 109"/>
                  <a:gd name="T10" fmla="*/ 17 w 25"/>
                  <a:gd name="T11" fmla="*/ 0 h 109"/>
                  <a:gd name="T12" fmla="*/ 0 w 25"/>
                  <a:gd name="T13" fmla="*/ 22 h 109"/>
                </a:gdLst>
                <a:ahLst/>
                <a:cxnLst>
                  <a:cxn ang="0">
                    <a:pos x="T0" y="T1"/>
                  </a:cxn>
                  <a:cxn ang="0">
                    <a:pos x="T2" y="T3"/>
                  </a:cxn>
                  <a:cxn ang="0">
                    <a:pos x="T4" y="T5"/>
                  </a:cxn>
                  <a:cxn ang="0">
                    <a:pos x="T6" y="T7"/>
                  </a:cxn>
                  <a:cxn ang="0">
                    <a:pos x="T8" y="T9"/>
                  </a:cxn>
                  <a:cxn ang="0">
                    <a:pos x="T10" y="T11"/>
                  </a:cxn>
                  <a:cxn ang="0">
                    <a:pos x="T12" y="T13"/>
                  </a:cxn>
                </a:cxnLst>
                <a:rect l="0" t="0" r="r" b="b"/>
                <a:pathLst>
                  <a:path w="25" h="109">
                    <a:moveTo>
                      <a:pt x="0" y="22"/>
                    </a:moveTo>
                    <a:cubicBezTo>
                      <a:pt x="0" y="91"/>
                      <a:pt x="0" y="91"/>
                      <a:pt x="0" y="91"/>
                    </a:cubicBezTo>
                    <a:cubicBezTo>
                      <a:pt x="2" y="97"/>
                      <a:pt x="6" y="104"/>
                      <a:pt x="15" y="109"/>
                    </a:cubicBezTo>
                    <a:cubicBezTo>
                      <a:pt x="25" y="109"/>
                      <a:pt x="25" y="109"/>
                      <a:pt x="25" y="109"/>
                    </a:cubicBezTo>
                    <a:cubicBezTo>
                      <a:pt x="25" y="0"/>
                      <a:pt x="25" y="0"/>
                      <a:pt x="25" y="0"/>
                    </a:cubicBezTo>
                    <a:cubicBezTo>
                      <a:pt x="17" y="0"/>
                      <a:pt x="17" y="0"/>
                      <a:pt x="17" y="0"/>
                    </a:cubicBezTo>
                    <a:cubicBezTo>
                      <a:pt x="12" y="2"/>
                      <a:pt x="3" y="7"/>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8" name="Freeform 107"/>
            <p:cNvSpPr>
              <a:spLocks noEditPoints="1"/>
            </p:cNvSpPr>
            <p:nvPr/>
          </p:nvSpPr>
          <p:spPr bwMode="auto">
            <a:xfrm>
              <a:off x="3139308" y="4422773"/>
              <a:ext cx="474663" cy="549275"/>
            </a:xfrm>
            <a:custGeom>
              <a:avLst/>
              <a:gdLst>
                <a:gd name="T0" fmla="*/ 251 w 252"/>
                <a:gd name="T1" fmla="*/ 83 h 291"/>
                <a:gd name="T2" fmla="*/ 248 w 252"/>
                <a:gd name="T3" fmla="*/ 80 h 291"/>
                <a:gd name="T4" fmla="*/ 142 w 252"/>
                <a:gd name="T5" fmla="*/ 34 h 291"/>
                <a:gd name="T6" fmla="*/ 141 w 252"/>
                <a:gd name="T7" fmla="*/ 34 h 291"/>
                <a:gd name="T8" fmla="*/ 72 w 252"/>
                <a:gd name="T9" fmla="*/ 0 h 291"/>
                <a:gd name="T10" fmla="*/ 66 w 252"/>
                <a:gd name="T11" fmla="*/ 1 h 291"/>
                <a:gd name="T12" fmla="*/ 20 w 252"/>
                <a:gd name="T13" fmla="*/ 41 h 291"/>
                <a:gd name="T14" fmla="*/ 34 w 252"/>
                <a:gd name="T15" fmla="*/ 237 h 291"/>
                <a:gd name="T16" fmla="*/ 20 w 252"/>
                <a:gd name="T17" fmla="*/ 262 h 291"/>
                <a:gd name="T18" fmla="*/ 49 w 252"/>
                <a:gd name="T19" fmla="*/ 291 h 291"/>
                <a:gd name="T20" fmla="*/ 132 w 252"/>
                <a:gd name="T21" fmla="*/ 291 h 291"/>
                <a:gd name="T22" fmla="*/ 161 w 252"/>
                <a:gd name="T23" fmla="*/ 262 h 291"/>
                <a:gd name="T24" fmla="*/ 132 w 252"/>
                <a:gd name="T25" fmla="*/ 233 h 291"/>
                <a:gd name="T26" fmla="*/ 123 w 252"/>
                <a:gd name="T27" fmla="*/ 233 h 291"/>
                <a:gd name="T28" fmla="*/ 123 w 252"/>
                <a:gd name="T29" fmla="*/ 229 h 291"/>
                <a:gd name="T30" fmla="*/ 112 w 252"/>
                <a:gd name="T31" fmla="*/ 218 h 291"/>
                <a:gd name="T32" fmla="*/ 104 w 252"/>
                <a:gd name="T33" fmla="*/ 218 h 291"/>
                <a:gd name="T34" fmla="*/ 93 w 252"/>
                <a:gd name="T35" fmla="*/ 229 h 291"/>
                <a:gd name="T36" fmla="*/ 94 w 252"/>
                <a:gd name="T37" fmla="*/ 233 h 291"/>
                <a:gd name="T38" fmla="*/ 74 w 252"/>
                <a:gd name="T39" fmla="*/ 233 h 291"/>
                <a:gd name="T40" fmla="*/ 56 w 252"/>
                <a:gd name="T41" fmla="*/ 56 h 291"/>
                <a:gd name="T42" fmla="*/ 71 w 252"/>
                <a:gd name="T43" fmla="*/ 39 h 291"/>
                <a:gd name="T44" fmla="*/ 73 w 252"/>
                <a:gd name="T45" fmla="*/ 39 h 291"/>
                <a:gd name="T46" fmla="*/ 118 w 252"/>
                <a:gd name="T47" fmla="*/ 66 h 291"/>
                <a:gd name="T48" fmla="*/ 118 w 252"/>
                <a:gd name="T49" fmla="*/ 67 h 291"/>
                <a:gd name="T50" fmla="*/ 117 w 252"/>
                <a:gd name="T51" fmla="*/ 72 h 291"/>
                <a:gd name="T52" fmla="*/ 149 w 252"/>
                <a:gd name="T53" fmla="*/ 159 h 291"/>
                <a:gd name="T54" fmla="*/ 155 w 252"/>
                <a:gd name="T55" fmla="*/ 163 h 291"/>
                <a:gd name="T56" fmla="*/ 155 w 252"/>
                <a:gd name="T57" fmla="*/ 163 h 291"/>
                <a:gd name="T58" fmla="*/ 189 w 252"/>
                <a:gd name="T59" fmla="*/ 153 h 291"/>
                <a:gd name="T60" fmla="*/ 226 w 252"/>
                <a:gd name="T61" fmla="*/ 149 h 291"/>
                <a:gd name="T62" fmla="*/ 231 w 252"/>
                <a:gd name="T63" fmla="*/ 116 h 291"/>
                <a:gd name="T64" fmla="*/ 230 w 252"/>
                <a:gd name="T65" fmla="*/ 116 h 291"/>
                <a:gd name="T66" fmla="*/ 251 w 252"/>
                <a:gd name="T67" fmla="*/ 88 h 291"/>
                <a:gd name="T68" fmla="*/ 251 w 252"/>
                <a:gd name="T69" fmla="*/ 83 h 291"/>
                <a:gd name="T70" fmla="*/ 150 w 252"/>
                <a:gd name="T71" fmla="*/ 262 h 291"/>
                <a:gd name="T72" fmla="*/ 132 w 252"/>
                <a:gd name="T73" fmla="*/ 280 h 291"/>
                <a:gd name="T74" fmla="*/ 49 w 252"/>
                <a:gd name="T75" fmla="*/ 280 h 291"/>
                <a:gd name="T76" fmla="*/ 32 w 252"/>
                <a:gd name="T77" fmla="*/ 262 h 291"/>
                <a:gd name="T78" fmla="*/ 49 w 252"/>
                <a:gd name="T79" fmla="*/ 245 h 291"/>
                <a:gd name="T80" fmla="*/ 132 w 252"/>
                <a:gd name="T81" fmla="*/ 245 h 291"/>
                <a:gd name="T82" fmla="*/ 150 w 252"/>
                <a:gd name="T83" fmla="*/ 262 h 291"/>
                <a:gd name="T84" fmla="*/ 73 w 252"/>
                <a:gd name="T85" fmla="*/ 28 h 291"/>
                <a:gd name="T86" fmla="*/ 69 w 252"/>
                <a:gd name="T87" fmla="*/ 28 h 291"/>
                <a:gd name="T88" fmla="*/ 46 w 252"/>
                <a:gd name="T89" fmla="*/ 52 h 291"/>
                <a:gd name="T90" fmla="*/ 45 w 252"/>
                <a:gd name="T91" fmla="*/ 52 h 291"/>
                <a:gd name="T92" fmla="*/ 62 w 252"/>
                <a:gd name="T93" fmla="*/ 233 h 291"/>
                <a:gd name="T94" fmla="*/ 49 w 252"/>
                <a:gd name="T95" fmla="*/ 233 h 291"/>
                <a:gd name="T96" fmla="*/ 45 w 252"/>
                <a:gd name="T97" fmla="*/ 233 h 291"/>
                <a:gd name="T98" fmla="*/ 31 w 252"/>
                <a:gd name="T99" fmla="*/ 46 h 291"/>
                <a:gd name="T100" fmla="*/ 67 w 252"/>
                <a:gd name="T101" fmla="*/ 12 h 291"/>
                <a:gd name="T102" fmla="*/ 72 w 252"/>
                <a:gd name="T103" fmla="*/ 12 h 291"/>
                <a:gd name="T104" fmla="*/ 132 w 252"/>
                <a:gd name="T105" fmla="*/ 41 h 291"/>
                <a:gd name="T106" fmla="*/ 124 w 252"/>
                <a:gd name="T107" fmla="*/ 55 h 291"/>
                <a:gd name="T108" fmla="*/ 73 w 252"/>
                <a:gd name="T109" fmla="*/ 28 h 291"/>
                <a:gd name="T110" fmla="*/ 159 w 252"/>
                <a:gd name="T111" fmla="*/ 151 h 291"/>
                <a:gd name="T112" fmla="*/ 129 w 252"/>
                <a:gd name="T113" fmla="*/ 70 h 291"/>
                <a:gd name="T114" fmla="*/ 142 w 252"/>
                <a:gd name="T115" fmla="*/ 46 h 291"/>
                <a:gd name="T116" fmla="*/ 237 w 252"/>
                <a:gd name="T117" fmla="*/ 88 h 291"/>
                <a:gd name="T118" fmla="*/ 159 w 252"/>
                <a:gd name="T119" fmla="*/ 15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2" h="291">
                  <a:moveTo>
                    <a:pt x="251" y="83"/>
                  </a:moveTo>
                  <a:cubicBezTo>
                    <a:pt x="251" y="82"/>
                    <a:pt x="250" y="80"/>
                    <a:pt x="248" y="80"/>
                  </a:cubicBezTo>
                  <a:cubicBezTo>
                    <a:pt x="142" y="34"/>
                    <a:pt x="142" y="34"/>
                    <a:pt x="142" y="34"/>
                  </a:cubicBezTo>
                  <a:cubicBezTo>
                    <a:pt x="142" y="34"/>
                    <a:pt x="142" y="34"/>
                    <a:pt x="141" y="34"/>
                  </a:cubicBezTo>
                  <a:cubicBezTo>
                    <a:pt x="121" y="16"/>
                    <a:pt x="97" y="0"/>
                    <a:pt x="72" y="0"/>
                  </a:cubicBezTo>
                  <a:cubicBezTo>
                    <a:pt x="70" y="0"/>
                    <a:pt x="68" y="0"/>
                    <a:pt x="66" y="1"/>
                  </a:cubicBezTo>
                  <a:cubicBezTo>
                    <a:pt x="52" y="2"/>
                    <a:pt x="32" y="11"/>
                    <a:pt x="20" y="41"/>
                  </a:cubicBezTo>
                  <a:cubicBezTo>
                    <a:pt x="18" y="47"/>
                    <a:pt x="0" y="97"/>
                    <a:pt x="34" y="237"/>
                  </a:cubicBezTo>
                  <a:cubicBezTo>
                    <a:pt x="26" y="242"/>
                    <a:pt x="20" y="252"/>
                    <a:pt x="20" y="262"/>
                  </a:cubicBezTo>
                  <a:cubicBezTo>
                    <a:pt x="20" y="278"/>
                    <a:pt x="33" y="291"/>
                    <a:pt x="49" y="291"/>
                  </a:cubicBezTo>
                  <a:cubicBezTo>
                    <a:pt x="132" y="291"/>
                    <a:pt x="132" y="291"/>
                    <a:pt x="132" y="291"/>
                  </a:cubicBezTo>
                  <a:cubicBezTo>
                    <a:pt x="148" y="291"/>
                    <a:pt x="161" y="278"/>
                    <a:pt x="161" y="262"/>
                  </a:cubicBezTo>
                  <a:cubicBezTo>
                    <a:pt x="161" y="246"/>
                    <a:pt x="148" y="233"/>
                    <a:pt x="132" y="233"/>
                  </a:cubicBezTo>
                  <a:cubicBezTo>
                    <a:pt x="123" y="233"/>
                    <a:pt x="123" y="233"/>
                    <a:pt x="123" y="233"/>
                  </a:cubicBezTo>
                  <a:cubicBezTo>
                    <a:pt x="123" y="232"/>
                    <a:pt x="123" y="231"/>
                    <a:pt x="123" y="229"/>
                  </a:cubicBezTo>
                  <a:cubicBezTo>
                    <a:pt x="123" y="223"/>
                    <a:pt x="118" y="218"/>
                    <a:pt x="112" y="218"/>
                  </a:cubicBezTo>
                  <a:cubicBezTo>
                    <a:pt x="104" y="218"/>
                    <a:pt x="104" y="218"/>
                    <a:pt x="104" y="218"/>
                  </a:cubicBezTo>
                  <a:cubicBezTo>
                    <a:pt x="98" y="218"/>
                    <a:pt x="93" y="223"/>
                    <a:pt x="93" y="229"/>
                  </a:cubicBezTo>
                  <a:cubicBezTo>
                    <a:pt x="93" y="231"/>
                    <a:pt x="93" y="232"/>
                    <a:pt x="94" y="233"/>
                  </a:cubicBezTo>
                  <a:cubicBezTo>
                    <a:pt x="74" y="233"/>
                    <a:pt x="74" y="233"/>
                    <a:pt x="74" y="233"/>
                  </a:cubicBezTo>
                  <a:cubicBezTo>
                    <a:pt x="42" y="106"/>
                    <a:pt x="56" y="58"/>
                    <a:pt x="56" y="56"/>
                  </a:cubicBezTo>
                  <a:cubicBezTo>
                    <a:pt x="61" y="46"/>
                    <a:pt x="65" y="40"/>
                    <a:pt x="71" y="39"/>
                  </a:cubicBezTo>
                  <a:cubicBezTo>
                    <a:pt x="71" y="39"/>
                    <a:pt x="72" y="39"/>
                    <a:pt x="73" y="39"/>
                  </a:cubicBezTo>
                  <a:cubicBezTo>
                    <a:pt x="85" y="39"/>
                    <a:pt x="102" y="51"/>
                    <a:pt x="118" y="66"/>
                  </a:cubicBezTo>
                  <a:cubicBezTo>
                    <a:pt x="118" y="67"/>
                    <a:pt x="118" y="67"/>
                    <a:pt x="118" y="67"/>
                  </a:cubicBezTo>
                  <a:cubicBezTo>
                    <a:pt x="117" y="68"/>
                    <a:pt x="117" y="70"/>
                    <a:pt x="117" y="72"/>
                  </a:cubicBezTo>
                  <a:cubicBezTo>
                    <a:pt x="149" y="159"/>
                    <a:pt x="149" y="159"/>
                    <a:pt x="149" y="159"/>
                  </a:cubicBezTo>
                  <a:cubicBezTo>
                    <a:pt x="150" y="162"/>
                    <a:pt x="152" y="163"/>
                    <a:pt x="155" y="163"/>
                  </a:cubicBezTo>
                  <a:cubicBezTo>
                    <a:pt x="155" y="163"/>
                    <a:pt x="155" y="163"/>
                    <a:pt x="155" y="163"/>
                  </a:cubicBezTo>
                  <a:cubicBezTo>
                    <a:pt x="167" y="163"/>
                    <a:pt x="179" y="159"/>
                    <a:pt x="189" y="153"/>
                  </a:cubicBezTo>
                  <a:cubicBezTo>
                    <a:pt x="207" y="163"/>
                    <a:pt x="226" y="149"/>
                    <a:pt x="226" y="149"/>
                  </a:cubicBezTo>
                  <a:cubicBezTo>
                    <a:pt x="243" y="136"/>
                    <a:pt x="231" y="116"/>
                    <a:pt x="231" y="116"/>
                  </a:cubicBezTo>
                  <a:cubicBezTo>
                    <a:pt x="231" y="116"/>
                    <a:pt x="231" y="116"/>
                    <a:pt x="230" y="116"/>
                  </a:cubicBezTo>
                  <a:cubicBezTo>
                    <a:pt x="243" y="102"/>
                    <a:pt x="250" y="89"/>
                    <a:pt x="251" y="88"/>
                  </a:cubicBezTo>
                  <a:cubicBezTo>
                    <a:pt x="252" y="86"/>
                    <a:pt x="252" y="85"/>
                    <a:pt x="251" y="83"/>
                  </a:cubicBezTo>
                  <a:close/>
                  <a:moveTo>
                    <a:pt x="150" y="262"/>
                  </a:moveTo>
                  <a:cubicBezTo>
                    <a:pt x="150" y="272"/>
                    <a:pt x="142" y="280"/>
                    <a:pt x="132" y="280"/>
                  </a:cubicBezTo>
                  <a:cubicBezTo>
                    <a:pt x="49" y="280"/>
                    <a:pt x="49" y="280"/>
                    <a:pt x="49" y="280"/>
                  </a:cubicBezTo>
                  <a:cubicBezTo>
                    <a:pt x="40" y="280"/>
                    <a:pt x="32" y="272"/>
                    <a:pt x="32" y="262"/>
                  </a:cubicBezTo>
                  <a:cubicBezTo>
                    <a:pt x="32" y="253"/>
                    <a:pt x="40" y="245"/>
                    <a:pt x="49" y="245"/>
                  </a:cubicBezTo>
                  <a:cubicBezTo>
                    <a:pt x="132" y="245"/>
                    <a:pt x="132" y="245"/>
                    <a:pt x="132" y="245"/>
                  </a:cubicBezTo>
                  <a:cubicBezTo>
                    <a:pt x="142" y="245"/>
                    <a:pt x="150" y="253"/>
                    <a:pt x="150" y="262"/>
                  </a:cubicBezTo>
                  <a:close/>
                  <a:moveTo>
                    <a:pt x="73" y="28"/>
                  </a:moveTo>
                  <a:cubicBezTo>
                    <a:pt x="72" y="28"/>
                    <a:pt x="70" y="28"/>
                    <a:pt x="69" y="28"/>
                  </a:cubicBezTo>
                  <a:cubicBezTo>
                    <a:pt x="66" y="28"/>
                    <a:pt x="54" y="30"/>
                    <a:pt x="46" y="52"/>
                  </a:cubicBezTo>
                  <a:cubicBezTo>
                    <a:pt x="45" y="52"/>
                    <a:pt x="45" y="52"/>
                    <a:pt x="45" y="52"/>
                  </a:cubicBezTo>
                  <a:cubicBezTo>
                    <a:pt x="45" y="54"/>
                    <a:pt x="30" y="101"/>
                    <a:pt x="62" y="233"/>
                  </a:cubicBezTo>
                  <a:cubicBezTo>
                    <a:pt x="49" y="233"/>
                    <a:pt x="49" y="233"/>
                    <a:pt x="49" y="233"/>
                  </a:cubicBezTo>
                  <a:cubicBezTo>
                    <a:pt x="48" y="233"/>
                    <a:pt x="46" y="233"/>
                    <a:pt x="45" y="233"/>
                  </a:cubicBezTo>
                  <a:cubicBezTo>
                    <a:pt x="13" y="97"/>
                    <a:pt x="28" y="51"/>
                    <a:pt x="31" y="46"/>
                  </a:cubicBezTo>
                  <a:cubicBezTo>
                    <a:pt x="41" y="20"/>
                    <a:pt x="56" y="13"/>
                    <a:pt x="67" y="12"/>
                  </a:cubicBezTo>
                  <a:cubicBezTo>
                    <a:pt x="69" y="12"/>
                    <a:pt x="71" y="12"/>
                    <a:pt x="72" y="12"/>
                  </a:cubicBezTo>
                  <a:cubicBezTo>
                    <a:pt x="91" y="12"/>
                    <a:pt x="113" y="25"/>
                    <a:pt x="132" y="41"/>
                  </a:cubicBezTo>
                  <a:cubicBezTo>
                    <a:pt x="124" y="55"/>
                    <a:pt x="124" y="55"/>
                    <a:pt x="124" y="55"/>
                  </a:cubicBezTo>
                  <a:cubicBezTo>
                    <a:pt x="107" y="41"/>
                    <a:pt x="88" y="28"/>
                    <a:pt x="73" y="28"/>
                  </a:cubicBezTo>
                  <a:close/>
                  <a:moveTo>
                    <a:pt x="159" y="151"/>
                  </a:moveTo>
                  <a:cubicBezTo>
                    <a:pt x="129" y="70"/>
                    <a:pt x="129" y="70"/>
                    <a:pt x="129" y="70"/>
                  </a:cubicBezTo>
                  <a:cubicBezTo>
                    <a:pt x="142" y="46"/>
                    <a:pt x="142" y="46"/>
                    <a:pt x="142" y="46"/>
                  </a:cubicBezTo>
                  <a:cubicBezTo>
                    <a:pt x="237" y="88"/>
                    <a:pt x="237" y="88"/>
                    <a:pt x="237" y="88"/>
                  </a:cubicBezTo>
                  <a:cubicBezTo>
                    <a:pt x="227" y="103"/>
                    <a:pt x="195" y="148"/>
                    <a:pt x="159" y="15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9" name="Group 58"/>
            <p:cNvGrpSpPr/>
            <p:nvPr/>
          </p:nvGrpSpPr>
          <p:grpSpPr>
            <a:xfrm>
              <a:off x="3121846" y="5260180"/>
              <a:ext cx="492125" cy="595313"/>
              <a:chOff x="3971925" y="295275"/>
              <a:chExt cx="492125" cy="595313"/>
            </a:xfrm>
          </p:grpSpPr>
          <p:sp>
            <p:nvSpPr>
              <p:cNvPr id="64" name="Freeform 108"/>
              <p:cNvSpPr>
                <a:spLocks/>
              </p:cNvSpPr>
              <p:nvPr/>
            </p:nvSpPr>
            <p:spPr bwMode="auto">
              <a:xfrm>
                <a:off x="4133850" y="295275"/>
                <a:ext cx="92075" cy="187325"/>
              </a:xfrm>
              <a:custGeom>
                <a:avLst/>
                <a:gdLst>
                  <a:gd name="T0" fmla="*/ 17 w 48"/>
                  <a:gd name="T1" fmla="*/ 99 h 99"/>
                  <a:gd name="T2" fmla="*/ 24 w 48"/>
                  <a:gd name="T3" fmla="*/ 57 h 99"/>
                  <a:gd name="T4" fmla="*/ 15 w 48"/>
                  <a:gd name="T5" fmla="*/ 0 h 99"/>
                  <a:gd name="T6" fmla="*/ 13 w 48"/>
                  <a:gd name="T7" fmla="*/ 45 h 99"/>
                  <a:gd name="T8" fmla="*/ 3 w 48"/>
                  <a:gd name="T9" fmla="*/ 66 h 99"/>
                  <a:gd name="T10" fmla="*/ 17 w 48"/>
                  <a:gd name="T11" fmla="*/ 99 h 99"/>
                </a:gdLst>
                <a:ahLst/>
                <a:cxnLst>
                  <a:cxn ang="0">
                    <a:pos x="T0" y="T1"/>
                  </a:cxn>
                  <a:cxn ang="0">
                    <a:pos x="T2" y="T3"/>
                  </a:cxn>
                  <a:cxn ang="0">
                    <a:pos x="T4" y="T5"/>
                  </a:cxn>
                  <a:cxn ang="0">
                    <a:pos x="T6" y="T7"/>
                  </a:cxn>
                  <a:cxn ang="0">
                    <a:pos x="T8" y="T9"/>
                  </a:cxn>
                  <a:cxn ang="0">
                    <a:pos x="T10" y="T11"/>
                  </a:cxn>
                </a:cxnLst>
                <a:rect l="0" t="0" r="r" b="b"/>
                <a:pathLst>
                  <a:path w="48" h="99">
                    <a:moveTo>
                      <a:pt x="17" y="99"/>
                    </a:moveTo>
                    <a:cubicBezTo>
                      <a:pt x="8" y="80"/>
                      <a:pt x="24" y="57"/>
                      <a:pt x="24" y="57"/>
                    </a:cubicBezTo>
                    <a:cubicBezTo>
                      <a:pt x="48" y="25"/>
                      <a:pt x="15" y="0"/>
                      <a:pt x="15" y="0"/>
                    </a:cubicBezTo>
                    <a:cubicBezTo>
                      <a:pt x="26" y="10"/>
                      <a:pt x="21" y="32"/>
                      <a:pt x="13" y="45"/>
                    </a:cubicBezTo>
                    <a:cubicBezTo>
                      <a:pt x="4" y="58"/>
                      <a:pt x="3" y="66"/>
                      <a:pt x="3" y="66"/>
                    </a:cubicBezTo>
                    <a:cubicBezTo>
                      <a:pt x="0" y="89"/>
                      <a:pt x="17" y="99"/>
                      <a:pt x="17" y="9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09"/>
              <p:cNvSpPr>
                <a:spLocks/>
              </p:cNvSpPr>
              <p:nvPr/>
            </p:nvSpPr>
            <p:spPr bwMode="auto">
              <a:xfrm>
                <a:off x="4225925" y="358775"/>
                <a:ext cx="52388" cy="104775"/>
              </a:xfrm>
              <a:custGeom>
                <a:avLst/>
                <a:gdLst>
                  <a:gd name="T0" fmla="*/ 10 w 28"/>
                  <a:gd name="T1" fmla="*/ 56 h 56"/>
                  <a:gd name="T2" fmla="*/ 14 w 28"/>
                  <a:gd name="T3" fmla="*/ 32 h 56"/>
                  <a:gd name="T4" fmla="*/ 9 w 28"/>
                  <a:gd name="T5" fmla="*/ 0 h 56"/>
                  <a:gd name="T6" fmla="*/ 8 w 28"/>
                  <a:gd name="T7" fmla="*/ 25 h 56"/>
                  <a:gd name="T8" fmla="*/ 2 w 28"/>
                  <a:gd name="T9" fmla="*/ 37 h 56"/>
                  <a:gd name="T10" fmla="*/ 10 w 28"/>
                  <a:gd name="T11" fmla="*/ 56 h 56"/>
                </a:gdLst>
                <a:ahLst/>
                <a:cxnLst>
                  <a:cxn ang="0">
                    <a:pos x="T0" y="T1"/>
                  </a:cxn>
                  <a:cxn ang="0">
                    <a:pos x="T2" y="T3"/>
                  </a:cxn>
                  <a:cxn ang="0">
                    <a:pos x="T4" y="T5"/>
                  </a:cxn>
                  <a:cxn ang="0">
                    <a:pos x="T6" y="T7"/>
                  </a:cxn>
                  <a:cxn ang="0">
                    <a:pos x="T8" y="T9"/>
                  </a:cxn>
                  <a:cxn ang="0">
                    <a:pos x="T10" y="T11"/>
                  </a:cxn>
                </a:cxnLst>
                <a:rect l="0" t="0" r="r" b="b"/>
                <a:pathLst>
                  <a:path w="28" h="56">
                    <a:moveTo>
                      <a:pt x="10" y="56"/>
                    </a:moveTo>
                    <a:cubicBezTo>
                      <a:pt x="5" y="45"/>
                      <a:pt x="14" y="32"/>
                      <a:pt x="14" y="32"/>
                    </a:cubicBezTo>
                    <a:cubicBezTo>
                      <a:pt x="28" y="14"/>
                      <a:pt x="9" y="0"/>
                      <a:pt x="9" y="0"/>
                    </a:cubicBezTo>
                    <a:cubicBezTo>
                      <a:pt x="15" y="5"/>
                      <a:pt x="12" y="18"/>
                      <a:pt x="8" y="25"/>
                    </a:cubicBezTo>
                    <a:cubicBezTo>
                      <a:pt x="3" y="33"/>
                      <a:pt x="2" y="37"/>
                      <a:pt x="2" y="37"/>
                    </a:cubicBezTo>
                    <a:cubicBezTo>
                      <a:pt x="0" y="50"/>
                      <a:pt x="10" y="56"/>
                      <a:pt x="10" y="5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110"/>
              <p:cNvSpPr>
                <a:spLocks/>
              </p:cNvSpPr>
              <p:nvPr/>
            </p:nvSpPr>
            <p:spPr bwMode="auto">
              <a:xfrm>
                <a:off x="4051300" y="358775"/>
                <a:ext cx="50800" cy="104775"/>
              </a:xfrm>
              <a:custGeom>
                <a:avLst/>
                <a:gdLst>
                  <a:gd name="T0" fmla="*/ 10 w 27"/>
                  <a:gd name="T1" fmla="*/ 56 h 56"/>
                  <a:gd name="T2" fmla="*/ 14 w 27"/>
                  <a:gd name="T3" fmla="*/ 32 h 56"/>
                  <a:gd name="T4" fmla="*/ 9 w 27"/>
                  <a:gd name="T5" fmla="*/ 0 h 56"/>
                  <a:gd name="T6" fmla="*/ 7 w 27"/>
                  <a:gd name="T7" fmla="*/ 25 h 56"/>
                  <a:gd name="T8" fmla="*/ 2 w 27"/>
                  <a:gd name="T9" fmla="*/ 37 h 56"/>
                  <a:gd name="T10" fmla="*/ 10 w 27"/>
                  <a:gd name="T11" fmla="*/ 56 h 56"/>
                </a:gdLst>
                <a:ahLst/>
                <a:cxnLst>
                  <a:cxn ang="0">
                    <a:pos x="T0" y="T1"/>
                  </a:cxn>
                  <a:cxn ang="0">
                    <a:pos x="T2" y="T3"/>
                  </a:cxn>
                  <a:cxn ang="0">
                    <a:pos x="T4" y="T5"/>
                  </a:cxn>
                  <a:cxn ang="0">
                    <a:pos x="T6" y="T7"/>
                  </a:cxn>
                  <a:cxn ang="0">
                    <a:pos x="T8" y="T9"/>
                  </a:cxn>
                  <a:cxn ang="0">
                    <a:pos x="T10" y="T11"/>
                  </a:cxn>
                </a:cxnLst>
                <a:rect l="0" t="0" r="r" b="b"/>
                <a:pathLst>
                  <a:path w="27" h="56">
                    <a:moveTo>
                      <a:pt x="10" y="56"/>
                    </a:moveTo>
                    <a:cubicBezTo>
                      <a:pt x="4" y="45"/>
                      <a:pt x="14" y="32"/>
                      <a:pt x="14" y="32"/>
                    </a:cubicBezTo>
                    <a:cubicBezTo>
                      <a:pt x="27" y="14"/>
                      <a:pt x="9" y="0"/>
                      <a:pt x="9" y="0"/>
                    </a:cubicBezTo>
                    <a:cubicBezTo>
                      <a:pt x="15" y="5"/>
                      <a:pt x="12" y="18"/>
                      <a:pt x="7" y="25"/>
                    </a:cubicBezTo>
                    <a:cubicBezTo>
                      <a:pt x="2" y="33"/>
                      <a:pt x="2" y="37"/>
                      <a:pt x="2" y="37"/>
                    </a:cubicBezTo>
                    <a:cubicBezTo>
                      <a:pt x="0" y="50"/>
                      <a:pt x="10" y="56"/>
                      <a:pt x="10" y="5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111"/>
              <p:cNvSpPr>
                <a:spLocks noEditPoints="1"/>
              </p:cNvSpPr>
              <p:nvPr/>
            </p:nvSpPr>
            <p:spPr bwMode="auto">
              <a:xfrm>
                <a:off x="4318000" y="666750"/>
                <a:ext cx="96838" cy="93663"/>
              </a:xfrm>
              <a:custGeom>
                <a:avLst/>
                <a:gdLst>
                  <a:gd name="T0" fmla="*/ 25 w 51"/>
                  <a:gd name="T1" fmla="*/ 0 h 50"/>
                  <a:gd name="T2" fmla="*/ 0 w 51"/>
                  <a:gd name="T3" fmla="*/ 20 h 50"/>
                  <a:gd name="T4" fmla="*/ 0 w 51"/>
                  <a:gd name="T5" fmla="*/ 21 h 50"/>
                  <a:gd name="T6" fmla="*/ 0 w 51"/>
                  <a:gd name="T7" fmla="*/ 29 h 50"/>
                  <a:gd name="T8" fmla="*/ 0 w 51"/>
                  <a:gd name="T9" fmla="*/ 30 h 50"/>
                  <a:gd name="T10" fmla="*/ 25 w 51"/>
                  <a:gd name="T11" fmla="*/ 50 h 50"/>
                  <a:gd name="T12" fmla="*/ 51 w 51"/>
                  <a:gd name="T13" fmla="*/ 25 h 50"/>
                  <a:gd name="T14" fmla="*/ 25 w 51"/>
                  <a:gd name="T15" fmla="*/ 0 h 50"/>
                  <a:gd name="T16" fmla="*/ 25 w 51"/>
                  <a:gd name="T17" fmla="*/ 38 h 50"/>
                  <a:gd name="T18" fmla="*/ 11 w 51"/>
                  <a:gd name="T19" fmla="*/ 28 h 50"/>
                  <a:gd name="T20" fmla="*/ 11 w 51"/>
                  <a:gd name="T21" fmla="*/ 22 h 50"/>
                  <a:gd name="T22" fmla="*/ 25 w 51"/>
                  <a:gd name="T23" fmla="*/ 12 h 50"/>
                  <a:gd name="T24" fmla="*/ 39 w 51"/>
                  <a:gd name="T25" fmla="*/ 25 h 50"/>
                  <a:gd name="T26" fmla="*/ 25 w 51"/>
                  <a:gd name="T27"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0">
                    <a:moveTo>
                      <a:pt x="25" y="0"/>
                    </a:moveTo>
                    <a:cubicBezTo>
                      <a:pt x="13" y="0"/>
                      <a:pt x="3" y="8"/>
                      <a:pt x="0" y="20"/>
                    </a:cubicBezTo>
                    <a:cubicBezTo>
                      <a:pt x="0" y="20"/>
                      <a:pt x="0" y="21"/>
                      <a:pt x="0" y="21"/>
                    </a:cubicBezTo>
                    <a:cubicBezTo>
                      <a:pt x="0" y="29"/>
                      <a:pt x="0" y="29"/>
                      <a:pt x="0" y="29"/>
                    </a:cubicBezTo>
                    <a:cubicBezTo>
                      <a:pt x="0" y="29"/>
                      <a:pt x="0" y="30"/>
                      <a:pt x="0" y="30"/>
                    </a:cubicBezTo>
                    <a:cubicBezTo>
                      <a:pt x="3" y="41"/>
                      <a:pt x="13" y="50"/>
                      <a:pt x="25" y="50"/>
                    </a:cubicBezTo>
                    <a:cubicBezTo>
                      <a:pt x="39" y="50"/>
                      <a:pt x="51" y="39"/>
                      <a:pt x="51" y="25"/>
                    </a:cubicBezTo>
                    <a:cubicBezTo>
                      <a:pt x="51" y="11"/>
                      <a:pt x="39" y="0"/>
                      <a:pt x="25" y="0"/>
                    </a:cubicBezTo>
                    <a:close/>
                    <a:moveTo>
                      <a:pt x="25" y="38"/>
                    </a:moveTo>
                    <a:cubicBezTo>
                      <a:pt x="19" y="38"/>
                      <a:pt x="13" y="34"/>
                      <a:pt x="11" y="28"/>
                    </a:cubicBezTo>
                    <a:cubicBezTo>
                      <a:pt x="11" y="22"/>
                      <a:pt x="11" y="22"/>
                      <a:pt x="11" y="22"/>
                    </a:cubicBezTo>
                    <a:cubicBezTo>
                      <a:pt x="13" y="16"/>
                      <a:pt x="19" y="12"/>
                      <a:pt x="25" y="12"/>
                    </a:cubicBezTo>
                    <a:cubicBezTo>
                      <a:pt x="33" y="12"/>
                      <a:pt x="39" y="18"/>
                      <a:pt x="39" y="25"/>
                    </a:cubicBezTo>
                    <a:cubicBezTo>
                      <a:pt x="39" y="32"/>
                      <a:pt x="33" y="38"/>
                      <a:pt x="25" y="38"/>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112"/>
              <p:cNvSpPr>
                <a:spLocks noEditPoints="1"/>
              </p:cNvSpPr>
              <p:nvPr/>
            </p:nvSpPr>
            <p:spPr bwMode="auto">
              <a:xfrm>
                <a:off x="3971925" y="533400"/>
                <a:ext cx="492125" cy="357188"/>
              </a:xfrm>
              <a:custGeom>
                <a:avLst/>
                <a:gdLst>
                  <a:gd name="T0" fmla="*/ 208 w 260"/>
                  <a:gd name="T1" fmla="*/ 45 h 189"/>
                  <a:gd name="T2" fmla="*/ 194 w 260"/>
                  <a:gd name="T3" fmla="*/ 47 h 189"/>
                  <a:gd name="T4" fmla="*/ 194 w 260"/>
                  <a:gd name="T5" fmla="*/ 6 h 189"/>
                  <a:gd name="T6" fmla="*/ 189 w 260"/>
                  <a:gd name="T7" fmla="*/ 0 h 189"/>
                  <a:gd name="T8" fmla="*/ 6 w 260"/>
                  <a:gd name="T9" fmla="*/ 0 h 189"/>
                  <a:gd name="T10" fmla="*/ 0 w 260"/>
                  <a:gd name="T11" fmla="*/ 6 h 189"/>
                  <a:gd name="T12" fmla="*/ 0 w 260"/>
                  <a:gd name="T13" fmla="*/ 183 h 189"/>
                  <a:gd name="T14" fmla="*/ 6 w 260"/>
                  <a:gd name="T15" fmla="*/ 189 h 189"/>
                  <a:gd name="T16" fmla="*/ 189 w 260"/>
                  <a:gd name="T17" fmla="*/ 189 h 189"/>
                  <a:gd name="T18" fmla="*/ 194 w 260"/>
                  <a:gd name="T19" fmla="*/ 183 h 189"/>
                  <a:gd name="T20" fmla="*/ 194 w 260"/>
                  <a:gd name="T21" fmla="*/ 143 h 189"/>
                  <a:gd name="T22" fmla="*/ 208 w 260"/>
                  <a:gd name="T23" fmla="*/ 145 h 189"/>
                  <a:gd name="T24" fmla="*/ 260 w 260"/>
                  <a:gd name="T25" fmla="*/ 95 h 189"/>
                  <a:gd name="T26" fmla="*/ 208 w 260"/>
                  <a:gd name="T27" fmla="*/ 45 h 189"/>
                  <a:gd name="T28" fmla="*/ 208 w 260"/>
                  <a:gd name="T29" fmla="*/ 133 h 189"/>
                  <a:gd name="T30" fmla="*/ 191 w 260"/>
                  <a:gd name="T31" fmla="*/ 130 h 189"/>
                  <a:gd name="T32" fmla="*/ 186 w 260"/>
                  <a:gd name="T33" fmla="*/ 130 h 189"/>
                  <a:gd name="T34" fmla="*/ 183 w 260"/>
                  <a:gd name="T35" fmla="*/ 135 h 189"/>
                  <a:gd name="T36" fmla="*/ 183 w 260"/>
                  <a:gd name="T37" fmla="*/ 178 h 189"/>
                  <a:gd name="T38" fmla="*/ 12 w 260"/>
                  <a:gd name="T39" fmla="*/ 178 h 189"/>
                  <a:gd name="T40" fmla="*/ 12 w 260"/>
                  <a:gd name="T41" fmla="*/ 12 h 189"/>
                  <a:gd name="T42" fmla="*/ 183 w 260"/>
                  <a:gd name="T43" fmla="*/ 12 h 189"/>
                  <a:gd name="T44" fmla="*/ 183 w 260"/>
                  <a:gd name="T45" fmla="*/ 20 h 189"/>
                  <a:gd name="T46" fmla="*/ 14 w 260"/>
                  <a:gd name="T47" fmla="*/ 20 h 189"/>
                  <a:gd name="T48" fmla="*/ 183 w 260"/>
                  <a:gd name="T49" fmla="*/ 21 h 189"/>
                  <a:gd name="T50" fmla="*/ 183 w 260"/>
                  <a:gd name="T51" fmla="*/ 55 h 189"/>
                  <a:gd name="T52" fmla="*/ 186 w 260"/>
                  <a:gd name="T53" fmla="*/ 60 h 189"/>
                  <a:gd name="T54" fmla="*/ 191 w 260"/>
                  <a:gd name="T55" fmla="*/ 60 h 189"/>
                  <a:gd name="T56" fmla="*/ 208 w 260"/>
                  <a:gd name="T57" fmla="*/ 56 h 189"/>
                  <a:gd name="T58" fmla="*/ 248 w 260"/>
                  <a:gd name="T59" fmla="*/ 95 h 189"/>
                  <a:gd name="T60" fmla="*/ 208 w 260"/>
                  <a:gd name="T61" fmla="*/ 13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0" h="189">
                    <a:moveTo>
                      <a:pt x="208" y="45"/>
                    </a:moveTo>
                    <a:cubicBezTo>
                      <a:pt x="203" y="45"/>
                      <a:pt x="199" y="45"/>
                      <a:pt x="194" y="47"/>
                    </a:cubicBezTo>
                    <a:cubicBezTo>
                      <a:pt x="194" y="6"/>
                      <a:pt x="194" y="6"/>
                      <a:pt x="194" y="6"/>
                    </a:cubicBezTo>
                    <a:cubicBezTo>
                      <a:pt x="194" y="3"/>
                      <a:pt x="192" y="0"/>
                      <a:pt x="189" y="0"/>
                    </a:cubicBezTo>
                    <a:cubicBezTo>
                      <a:pt x="6" y="0"/>
                      <a:pt x="6" y="0"/>
                      <a:pt x="6" y="0"/>
                    </a:cubicBezTo>
                    <a:cubicBezTo>
                      <a:pt x="3" y="0"/>
                      <a:pt x="0" y="3"/>
                      <a:pt x="0" y="6"/>
                    </a:cubicBezTo>
                    <a:cubicBezTo>
                      <a:pt x="0" y="183"/>
                      <a:pt x="0" y="183"/>
                      <a:pt x="0" y="183"/>
                    </a:cubicBezTo>
                    <a:cubicBezTo>
                      <a:pt x="0" y="187"/>
                      <a:pt x="3" y="189"/>
                      <a:pt x="6" y="189"/>
                    </a:cubicBezTo>
                    <a:cubicBezTo>
                      <a:pt x="189" y="189"/>
                      <a:pt x="189" y="189"/>
                      <a:pt x="189" y="189"/>
                    </a:cubicBezTo>
                    <a:cubicBezTo>
                      <a:pt x="192" y="189"/>
                      <a:pt x="194" y="187"/>
                      <a:pt x="194" y="183"/>
                    </a:cubicBezTo>
                    <a:cubicBezTo>
                      <a:pt x="194" y="143"/>
                      <a:pt x="194" y="143"/>
                      <a:pt x="194" y="143"/>
                    </a:cubicBezTo>
                    <a:cubicBezTo>
                      <a:pt x="199" y="144"/>
                      <a:pt x="203" y="145"/>
                      <a:pt x="208" y="145"/>
                    </a:cubicBezTo>
                    <a:cubicBezTo>
                      <a:pt x="237" y="145"/>
                      <a:pt x="260" y="122"/>
                      <a:pt x="260" y="95"/>
                    </a:cubicBezTo>
                    <a:cubicBezTo>
                      <a:pt x="260" y="67"/>
                      <a:pt x="237" y="45"/>
                      <a:pt x="208" y="45"/>
                    </a:cubicBezTo>
                    <a:close/>
                    <a:moveTo>
                      <a:pt x="208" y="133"/>
                    </a:moveTo>
                    <a:cubicBezTo>
                      <a:pt x="202" y="133"/>
                      <a:pt x="196" y="132"/>
                      <a:pt x="191" y="130"/>
                    </a:cubicBezTo>
                    <a:cubicBezTo>
                      <a:pt x="189" y="129"/>
                      <a:pt x="187" y="129"/>
                      <a:pt x="186" y="130"/>
                    </a:cubicBezTo>
                    <a:cubicBezTo>
                      <a:pt x="184" y="131"/>
                      <a:pt x="183" y="133"/>
                      <a:pt x="183" y="135"/>
                    </a:cubicBezTo>
                    <a:cubicBezTo>
                      <a:pt x="183" y="178"/>
                      <a:pt x="183" y="178"/>
                      <a:pt x="183" y="178"/>
                    </a:cubicBezTo>
                    <a:cubicBezTo>
                      <a:pt x="12" y="178"/>
                      <a:pt x="12" y="178"/>
                      <a:pt x="12" y="178"/>
                    </a:cubicBezTo>
                    <a:cubicBezTo>
                      <a:pt x="12" y="12"/>
                      <a:pt x="12" y="12"/>
                      <a:pt x="12" y="12"/>
                    </a:cubicBezTo>
                    <a:cubicBezTo>
                      <a:pt x="183" y="12"/>
                      <a:pt x="183" y="12"/>
                      <a:pt x="183" y="12"/>
                    </a:cubicBezTo>
                    <a:cubicBezTo>
                      <a:pt x="183" y="20"/>
                      <a:pt x="183" y="20"/>
                      <a:pt x="183" y="20"/>
                    </a:cubicBezTo>
                    <a:cubicBezTo>
                      <a:pt x="14" y="20"/>
                      <a:pt x="14" y="20"/>
                      <a:pt x="14" y="20"/>
                    </a:cubicBezTo>
                    <a:cubicBezTo>
                      <a:pt x="14" y="20"/>
                      <a:pt x="95" y="52"/>
                      <a:pt x="183" y="21"/>
                    </a:cubicBezTo>
                    <a:cubicBezTo>
                      <a:pt x="183" y="55"/>
                      <a:pt x="183" y="55"/>
                      <a:pt x="183" y="55"/>
                    </a:cubicBezTo>
                    <a:cubicBezTo>
                      <a:pt x="183" y="57"/>
                      <a:pt x="184" y="59"/>
                      <a:pt x="186" y="60"/>
                    </a:cubicBezTo>
                    <a:cubicBezTo>
                      <a:pt x="187" y="61"/>
                      <a:pt x="189" y="61"/>
                      <a:pt x="191" y="60"/>
                    </a:cubicBezTo>
                    <a:cubicBezTo>
                      <a:pt x="196" y="58"/>
                      <a:pt x="202" y="56"/>
                      <a:pt x="208" y="56"/>
                    </a:cubicBezTo>
                    <a:cubicBezTo>
                      <a:pt x="230" y="56"/>
                      <a:pt x="248" y="74"/>
                      <a:pt x="248" y="95"/>
                    </a:cubicBezTo>
                    <a:cubicBezTo>
                      <a:pt x="248" y="116"/>
                      <a:pt x="230" y="133"/>
                      <a:pt x="208" y="133"/>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0" name="Content Placeholder 2"/>
            <p:cNvSpPr txBox="1">
              <a:spLocks/>
            </p:cNvSpPr>
            <p:nvPr/>
          </p:nvSpPr>
          <p:spPr>
            <a:xfrm>
              <a:off x="873348" y="2401463"/>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61" name="Content Placeholder 2"/>
            <p:cNvSpPr txBox="1">
              <a:spLocks/>
            </p:cNvSpPr>
            <p:nvPr/>
          </p:nvSpPr>
          <p:spPr>
            <a:xfrm>
              <a:off x="873348" y="3393719"/>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62" name="Content Placeholder 2"/>
            <p:cNvSpPr txBox="1">
              <a:spLocks/>
            </p:cNvSpPr>
            <p:nvPr/>
          </p:nvSpPr>
          <p:spPr>
            <a:xfrm>
              <a:off x="871402" y="4383802"/>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sp>
          <p:nvSpPr>
            <p:cNvPr id="63" name="Content Placeholder 2"/>
            <p:cNvSpPr txBox="1">
              <a:spLocks/>
            </p:cNvSpPr>
            <p:nvPr/>
          </p:nvSpPr>
          <p:spPr>
            <a:xfrm>
              <a:off x="892488" y="5332673"/>
              <a:ext cx="1931813" cy="8492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b="1" dirty="0">
                  <a:solidFill>
                    <a:schemeClr val="tx2"/>
                  </a:solidFill>
                </a:rPr>
                <a:t>Clever &amp; Intellegence</a:t>
              </a:r>
              <a:br>
                <a:rPr lang="en-US" b="1" dirty="0">
                  <a:solidFill>
                    <a:schemeClr val="tx2"/>
                  </a:solidFill>
                </a:rPr>
              </a:br>
              <a:r>
                <a:rPr lang="en-US" sz="1100" dirty="0">
                  <a:solidFill>
                    <a:schemeClr val="tx2"/>
                  </a:solidFill>
                </a:rPr>
                <a:t>Lorem ipsum dolor sit amet, consectetur adipiscing elit. </a:t>
              </a:r>
            </a:p>
          </p:txBody>
        </p:sp>
      </p:grpSp>
    </p:spTree>
    <p:extLst>
      <p:ext uri="{BB962C8B-B14F-4D97-AF65-F5344CB8AC3E}">
        <p14:creationId xmlns:p14="http://schemas.microsoft.com/office/powerpoint/2010/main" val="418247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1700"/>
                                        <p:tgtEl>
                                          <p:spTgt spid="3"/>
                                        </p:tgtEl>
                                      </p:cBhvr>
                                    </p:animEffect>
                                  </p:childTnLst>
                                </p:cTn>
                              </p:par>
                              <p:par>
                                <p:cTn id="8" presetID="42" presetClass="entr" presetSubtype="0" fill="hold" grpId="0" nodeType="withEffect">
                                  <p:stCondLst>
                                    <p:cond delay="17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olidFill>
                  <a:srgbClr val="000000"/>
                </a:solidFill>
              </a:rPr>
              <a:t>单击此处添加标题</a:t>
            </a:r>
          </a:p>
        </p:txBody>
      </p:sp>
      <p:sp>
        <p:nvSpPr>
          <p:cNvPr id="37" name="Rectangle 13" descr="FD1DDF730CE4456e89755B07FE1653D0# #Rectangle 13"/>
          <p:cNvSpPr>
            <a:spLocks noChangeArrowheads="1"/>
          </p:cNvSpPr>
          <p:nvPr/>
        </p:nvSpPr>
        <p:spPr bwMode="auto">
          <a:xfrm>
            <a:off x="7728181" y="2169144"/>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31" name="Freeform 5"/>
          <p:cNvSpPr>
            <a:spLocks/>
          </p:cNvSpPr>
          <p:nvPr/>
        </p:nvSpPr>
        <p:spPr bwMode="auto">
          <a:xfrm rot="1800000">
            <a:off x="5984936" y="1640158"/>
            <a:ext cx="1445864" cy="2073887"/>
          </a:xfrm>
          <a:custGeom>
            <a:avLst/>
            <a:gdLst>
              <a:gd name="T0" fmla="*/ 2366 w 4733"/>
              <a:gd name="T1" fmla="*/ 0 h 6775"/>
              <a:gd name="T2" fmla="*/ 4733 w 4733"/>
              <a:gd name="T3" fmla="*/ 2366 h 6775"/>
              <a:gd name="T4" fmla="*/ 4375 w 4733"/>
              <a:gd name="T5" fmla="*/ 3618 h 6775"/>
              <a:gd name="T6" fmla="*/ 4375 w 4733"/>
              <a:gd name="T7" fmla="*/ 3618 h 6775"/>
              <a:gd name="T8" fmla="*/ 4364 w 4733"/>
              <a:gd name="T9" fmla="*/ 3635 h 6775"/>
              <a:gd name="T10" fmla="*/ 4358 w 4733"/>
              <a:gd name="T11" fmla="*/ 3645 h 6775"/>
              <a:gd name="T12" fmla="*/ 2366 w 4733"/>
              <a:gd name="T13" fmla="*/ 6775 h 6775"/>
              <a:gd name="T14" fmla="*/ 375 w 4733"/>
              <a:gd name="T15" fmla="*/ 3645 h 6775"/>
              <a:gd name="T16" fmla="*/ 369 w 4733"/>
              <a:gd name="T17" fmla="*/ 3635 h 6775"/>
              <a:gd name="T18" fmla="*/ 357 w 4733"/>
              <a:gd name="T19" fmla="*/ 3618 h 6775"/>
              <a:gd name="T20" fmla="*/ 357 w 4733"/>
              <a:gd name="T21" fmla="*/ 3618 h 6775"/>
              <a:gd name="T22" fmla="*/ 0 w 4733"/>
              <a:gd name="T23" fmla="*/ 2366 h 6775"/>
              <a:gd name="T24" fmla="*/ 2366 w 4733"/>
              <a:gd name="T25" fmla="*/ 0 h 6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3" h="6775">
                <a:moveTo>
                  <a:pt x="2366" y="0"/>
                </a:moveTo>
                <a:cubicBezTo>
                  <a:pt x="3673" y="0"/>
                  <a:pt x="4733" y="1060"/>
                  <a:pt x="4733" y="2366"/>
                </a:cubicBezTo>
                <a:cubicBezTo>
                  <a:pt x="4733" y="2826"/>
                  <a:pt x="4602" y="3255"/>
                  <a:pt x="4375" y="3618"/>
                </a:cubicBezTo>
                <a:lnTo>
                  <a:pt x="4375" y="3618"/>
                </a:lnTo>
                <a:lnTo>
                  <a:pt x="4364" y="3635"/>
                </a:lnTo>
                <a:lnTo>
                  <a:pt x="4358" y="3645"/>
                </a:lnTo>
                <a:lnTo>
                  <a:pt x="2366" y="6775"/>
                </a:lnTo>
                <a:lnTo>
                  <a:pt x="375" y="3645"/>
                </a:lnTo>
                <a:lnTo>
                  <a:pt x="369" y="3635"/>
                </a:lnTo>
                <a:lnTo>
                  <a:pt x="357" y="3618"/>
                </a:lnTo>
                <a:lnTo>
                  <a:pt x="357" y="3618"/>
                </a:lnTo>
                <a:cubicBezTo>
                  <a:pt x="131" y="3255"/>
                  <a:pt x="0" y="2826"/>
                  <a:pt x="0" y="2366"/>
                </a:cubicBezTo>
                <a:cubicBezTo>
                  <a:pt x="0" y="1060"/>
                  <a:pt x="1060" y="0"/>
                  <a:pt x="2366" y="0"/>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32" name="Freeform 6"/>
          <p:cNvSpPr>
            <a:spLocks/>
          </p:cNvSpPr>
          <p:nvPr/>
        </p:nvSpPr>
        <p:spPr bwMode="auto">
          <a:xfrm rot="1800000">
            <a:off x="4761201" y="3759727"/>
            <a:ext cx="1445864" cy="2073887"/>
          </a:xfrm>
          <a:custGeom>
            <a:avLst/>
            <a:gdLst>
              <a:gd name="T0" fmla="*/ 2366 w 4733"/>
              <a:gd name="T1" fmla="*/ 6776 h 6776"/>
              <a:gd name="T2" fmla="*/ 4733 w 4733"/>
              <a:gd name="T3" fmla="*/ 4409 h 6776"/>
              <a:gd name="T4" fmla="*/ 4375 w 4733"/>
              <a:gd name="T5" fmla="*/ 3158 h 6776"/>
              <a:gd name="T6" fmla="*/ 4375 w 4733"/>
              <a:gd name="T7" fmla="*/ 3158 h 6776"/>
              <a:gd name="T8" fmla="*/ 4364 w 4733"/>
              <a:gd name="T9" fmla="*/ 3140 h 6776"/>
              <a:gd name="T10" fmla="*/ 4358 w 4733"/>
              <a:gd name="T11" fmla="*/ 3130 h 6776"/>
              <a:gd name="T12" fmla="*/ 2366 w 4733"/>
              <a:gd name="T13" fmla="*/ 0 h 6776"/>
              <a:gd name="T14" fmla="*/ 375 w 4733"/>
              <a:gd name="T15" fmla="*/ 3130 h 6776"/>
              <a:gd name="T16" fmla="*/ 369 w 4733"/>
              <a:gd name="T17" fmla="*/ 3140 h 6776"/>
              <a:gd name="T18" fmla="*/ 357 w 4733"/>
              <a:gd name="T19" fmla="*/ 3158 h 6776"/>
              <a:gd name="T20" fmla="*/ 357 w 4733"/>
              <a:gd name="T21" fmla="*/ 3158 h 6776"/>
              <a:gd name="T22" fmla="*/ 0 w 4733"/>
              <a:gd name="T23" fmla="*/ 4409 h 6776"/>
              <a:gd name="T24" fmla="*/ 2366 w 4733"/>
              <a:gd name="T25" fmla="*/ 6776 h 6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3" h="6776">
                <a:moveTo>
                  <a:pt x="2366" y="6776"/>
                </a:moveTo>
                <a:cubicBezTo>
                  <a:pt x="3673" y="6776"/>
                  <a:pt x="4733" y="5716"/>
                  <a:pt x="4733" y="4409"/>
                </a:cubicBezTo>
                <a:cubicBezTo>
                  <a:pt x="4733" y="3950"/>
                  <a:pt x="4602" y="3521"/>
                  <a:pt x="4375" y="3158"/>
                </a:cubicBezTo>
                <a:lnTo>
                  <a:pt x="4375" y="3158"/>
                </a:lnTo>
                <a:lnTo>
                  <a:pt x="4364" y="3140"/>
                </a:lnTo>
                <a:lnTo>
                  <a:pt x="4358" y="3130"/>
                </a:lnTo>
                <a:lnTo>
                  <a:pt x="2366" y="0"/>
                </a:lnTo>
                <a:lnTo>
                  <a:pt x="375" y="3130"/>
                </a:lnTo>
                <a:lnTo>
                  <a:pt x="369" y="3140"/>
                </a:lnTo>
                <a:lnTo>
                  <a:pt x="357" y="3158"/>
                </a:lnTo>
                <a:lnTo>
                  <a:pt x="357" y="3158"/>
                </a:lnTo>
                <a:cubicBezTo>
                  <a:pt x="131" y="3521"/>
                  <a:pt x="0" y="3950"/>
                  <a:pt x="0" y="4409"/>
                </a:cubicBezTo>
                <a:cubicBezTo>
                  <a:pt x="0" y="5716"/>
                  <a:pt x="1060" y="6776"/>
                  <a:pt x="2366" y="6776"/>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33" name="Freeform 7"/>
          <p:cNvSpPr>
            <a:spLocks/>
          </p:cNvSpPr>
          <p:nvPr/>
        </p:nvSpPr>
        <p:spPr bwMode="auto">
          <a:xfrm rot="1800000">
            <a:off x="4508816" y="1669988"/>
            <a:ext cx="1991093" cy="1554909"/>
          </a:xfrm>
          <a:custGeom>
            <a:avLst/>
            <a:gdLst>
              <a:gd name="T0" fmla="*/ 655 w 6517"/>
              <a:gd name="T1" fmla="*/ 1516 h 5082"/>
              <a:gd name="T2" fmla="*/ 3889 w 6517"/>
              <a:gd name="T3" fmla="*/ 655 h 5082"/>
              <a:gd name="T4" fmla="*/ 4792 w 6517"/>
              <a:gd name="T5" fmla="*/ 1592 h 5082"/>
              <a:gd name="T6" fmla="*/ 4792 w 6517"/>
              <a:gd name="T7" fmla="*/ 1592 h 5082"/>
              <a:gd name="T8" fmla="*/ 4802 w 6517"/>
              <a:gd name="T9" fmla="*/ 1610 h 5082"/>
              <a:gd name="T10" fmla="*/ 4808 w 6517"/>
              <a:gd name="T11" fmla="*/ 1621 h 5082"/>
              <a:gd name="T12" fmla="*/ 6517 w 6517"/>
              <a:gd name="T13" fmla="*/ 4913 h 5082"/>
              <a:gd name="T14" fmla="*/ 2811 w 6517"/>
              <a:gd name="T15" fmla="*/ 5067 h 5082"/>
              <a:gd name="T16" fmla="*/ 2799 w 6517"/>
              <a:gd name="T17" fmla="*/ 5067 h 5082"/>
              <a:gd name="T18" fmla="*/ 2778 w 6517"/>
              <a:gd name="T19" fmla="*/ 5068 h 5082"/>
              <a:gd name="T20" fmla="*/ 2778 w 6517"/>
              <a:gd name="T21" fmla="*/ 5068 h 5082"/>
              <a:gd name="T22" fmla="*/ 1516 w 6517"/>
              <a:gd name="T23" fmla="*/ 4750 h 5082"/>
              <a:gd name="T24" fmla="*/ 655 w 6517"/>
              <a:gd name="T25" fmla="*/ 1516 h 5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17" h="5082">
                <a:moveTo>
                  <a:pt x="655" y="1516"/>
                </a:moveTo>
                <a:cubicBezTo>
                  <a:pt x="1310" y="385"/>
                  <a:pt x="2759" y="0"/>
                  <a:pt x="3889" y="655"/>
                </a:cubicBezTo>
                <a:cubicBezTo>
                  <a:pt x="4287" y="885"/>
                  <a:pt x="4592" y="1214"/>
                  <a:pt x="4792" y="1592"/>
                </a:cubicBezTo>
                <a:lnTo>
                  <a:pt x="4792" y="1592"/>
                </a:lnTo>
                <a:lnTo>
                  <a:pt x="4802" y="1610"/>
                </a:lnTo>
                <a:lnTo>
                  <a:pt x="4808" y="1621"/>
                </a:lnTo>
                <a:lnTo>
                  <a:pt x="6517" y="4913"/>
                </a:lnTo>
                <a:lnTo>
                  <a:pt x="2811" y="5067"/>
                </a:lnTo>
                <a:lnTo>
                  <a:pt x="2799" y="5067"/>
                </a:lnTo>
                <a:lnTo>
                  <a:pt x="2778" y="5068"/>
                </a:lnTo>
                <a:lnTo>
                  <a:pt x="2778" y="5068"/>
                </a:lnTo>
                <a:cubicBezTo>
                  <a:pt x="2350" y="5082"/>
                  <a:pt x="1913" y="4980"/>
                  <a:pt x="1516" y="4750"/>
                </a:cubicBezTo>
                <a:cubicBezTo>
                  <a:pt x="385" y="4095"/>
                  <a:pt x="0" y="2647"/>
                  <a:pt x="655" y="1516"/>
                </a:cubicBezTo>
                <a:close/>
              </a:path>
            </a:pathLst>
          </a:custGeom>
          <a:solidFill>
            <a:schemeClr val="accent6"/>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34" name="Freeform 8"/>
          <p:cNvSpPr>
            <a:spLocks/>
          </p:cNvSpPr>
          <p:nvPr/>
        </p:nvSpPr>
        <p:spPr bwMode="auto">
          <a:xfrm rot="1800000">
            <a:off x="5693102" y="4247124"/>
            <a:ext cx="1991093" cy="1554909"/>
          </a:xfrm>
          <a:custGeom>
            <a:avLst/>
            <a:gdLst>
              <a:gd name="T0" fmla="*/ 5863 w 6518"/>
              <a:gd name="T1" fmla="*/ 3566 h 5082"/>
              <a:gd name="T2" fmla="*/ 5002 w 6518"/>
              <a:gd name="T3" fmla="*/ 332 h 5082"/>
              <a:gd name="T4" fmla="*/ 3740 w 6518"/>
              <a:gd name="T5" fmla="*/ 14 h 5082"/>
              <a:gd name="T6" fmla="*/ 3740 w 6518"/>
              <a:gd name="T7" fmla="*/ 14 h 5082"/>
              <a:gd name="T8" fmla="*/ 3719 w 6518"/>
              <a:gd name="T9" fmla="*/ 14 h 5082"/>
              <a:gd name="T10" fmla="*/ 3707 w 6518"/>
              <a:gd name="T11" fmla="*/ 15 h 5082"/>
              <a:gd name="T12" fmla="*/ 0 w 6518"/>
              <a:gd name="T13" fmla="*/ 168 h 5082"/>
              <a:gd name="T14" fmla="*/ 1710 w 6518"/>
              <a:gd name="T15" fmla="*/ 3461 h 5082"/>
              <a:gd name="T16" fmla="*/ 1715 w 6518"/>
              <a:gd name="T17" fmla="*/ 3471 h 5082"/>
              <a:gd name="T18" fmla="*/ 1725 w 6518"/>
              <a:gd name="T19" fmla="*/ 3490 h 5082"/>
              <a:gd name="T20" fmla="*/ 1725 w 6518"/>
              <a:gd name="T21" fmla="*/ 3490 h 5082"/>
              <a:gd name="T22" fmla="*/ 2628 w 6518"/>
              <a:gd name="T23" fmla="*/ 4427 h 5082"/>
              <a:gd name="T24" fmla="*/ 5863 w 6518"/>
              <a:gd name="T25" fmla="*/ 3566 h 5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18" h="5082">
                <a:moveTo>
                  <a:pt x="5863" y="3566"/>
                </a:moveTo>
                <a:cubicBezTo>
                  <a:pt x="6518" y="2435"/>
                  <a:pt x="6132" y="987"/>
                  <a:pt x="5002" y="332"/>
                </a:cubicBezTo>
                <a:cubicBezTo>
                  <a:pt x="4604" y="101"/>
                  <a:pt x="4168" y="0"/>
                  <a:pt x="3740" y="14"/>
                </a:cubicBezTo>
                <a:lnTo>
                  <a:pt x="3740" y="14"/>
                </a:lnTo>
                <a:lnTo>
                  <a:pt x="3719" y="14"/>
                </a:lnTo>
                <a:lnTo>
                  <a:pt x="3707" y="15"/>
                </a:lnTo>
                <a:lnTo>
                  <a:pt x="0" y="168"/>
                </a:lnTo>
                <a:lnTo>
                  <a:pt x="1710" y="3461"/>
                </a:lnTo>
                <a:lnTo>
                  <a:pt x="1715" y="3471"/>
                </a:lnTo>
                <a:lnTo>
                  <a:pt x="1725" y="3490"/>
                </a:lnTo>
                <a:lnTo>
                  <a:pt x="1725" y="3490"/>
                </a:lnTo>
                <a:cubicBezTo>
                  <a:pt x="1926" y="3868"/>
                  <a:pt x="2231" y="4196"/>
                  <a:pt x="2628" y="4427"/>
                </a:cubicBezTo>
                <a:cubicBezTo>
                  <a:pt x="3759" y="5082"/>
                  <a:pt x="5207" y="4696"/>
                  <a:pt x="5863" y="3566"/>
                </a:cubicBezTo>
                <a:close/>
              </a:path>
            </a:pathLst>
          </a:custGeom>
          <a:solidFill>
            <a:schemeClr val="accent6"/>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35" name="Freeform 9"/>
          <p:cNvSpPr>
            <a:spLocks/>
          </p:cNvSpPr>
          <p:nvPr/>
        </p:nvSpPr>
        <p:spPr bwMode="auto">
          <a:xfrm rot="1800000">
            <a:off x="3688080" y="3087778"/>
            <a:ext cx="1993112" cy="1554909"/>
          </a:xfrm>
          <a:custGeom>
            <a:avLst/>
            <a:gdLst>
              <a:gd name="T0" fmla="*/ 653 w 6523"/>
              <a:gd name="T1" fmla="*/ 3563 h 5083"/>
              <a:gd name="T2" fmla="*/ 1521 w 6523"/>
              <a:gd name="T3" fmla="*/ 331 h 5083"/>
              <a:gd name="T4" fmla="*/ 2783 w 6523"/>
              <a:gd name="T5" fmla="*/ 15 h 5083"/>
              <a:gd name="T6" fmla="*/ 2783 w 6523"/>
              <a:gd name="T7" fmla="*/ 15 h 5083"/>
              <a:gd name="T8" fmla="*/ 2805 w 6523"/>
              <a:gd name="T9" fmla="*/ 16 h 5083"/>
              <a:gd name="T10" fmla="*/ 2816 w 6523"/>
              <a:gd name="T11" fmla="*/ 17 h 5083"/>
              <a:gd name="T12" fmla="*/ 6523 w 6523"/>
              <a:gd name="T13" fmla="*/ 178 h 5083"/>
              <a:gd name="T14" fmla="*/ 4806 w 6523"/>
              <a:gd name="T15" fmla="*/ 3467 h 5083"/>
              <a:gd name="T16" fmla="*/ 4800 w 6523"/>
              <a:gd name="T17" fmla="*/ 3477 h 5083"/>
              <a:gd name="T18" fmla="*/ 4791 w 6523"/>
              <a:gd name="T19" fmla="*/ 3496 h 5083"/>
              <a:gd name="T20" fmla="*/ 4790 w 6523"/>
              <a:gd name="T21" fmla="*/ 3496 h 5083"/>
              <a:gd name="T22" fmla="*/ 3885 w 6523"/>
              <a:gd name="T23" fmla="*/ 4431 h 5083"/>
              <a:gd name="T24" fmla="*/ 653 w 6523"/>
              <a:gd name="T25" fmla="*/ 3563 h 5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23" h="5083">
                <a:moveTo>
                  <a:pt x="653" y="3563"/>
                </a:moveTo>
                <a:cubicBezTo>
                  <a:pt x="0" y="2431"/>
                  <a:pt x="389" y="983"/>
                  <a:pt x="1521" y="331"/>
                </a:cubicBezTo>
                <a:cubicBezTo>
                  <a:pt x="1919" y="101"/>
                  <a:pt x="2356" y="0"/>
                  <a:pt x="2783" y="15"/>
                </a:cubicBezTo>
                <a:lnTo>
                  <a:pt x="2783" y="15"/>
                </a:lnTo>
                <a:lnTo>
                  <a:pt x="2805" y="16"/>
                </a:lnTo>
                <a:lnTo>
                  <a:pt x="2816" y="17"/>
                </a:lnTo>
                <a:lnTo>
                  <a:pt x="6523" y="178"/>
                </a:lnTo>
                <a:lnTo>
                  <a:pt x="4806" y="3467"/>
                </a:lnTo>
                <a:lnTo>
                  <a:pt x="4800" y="3477"/>
                </a:lnTo>
                <a:lnTo>
                  <a:pt x="4791" y="3496"/>
                </a:lnTo>
                <a:lnTo>
                  <a:pt x="4790" y="3496"/>
                </a:lnTo>
                <a:cubicBezTo>
                  <a:pt x="4589" y="3874"/>
                  <a:pt x="4283" y="4201"/>
                  <a:pt x="3885" y="4431"/>
                </a:cubicBezTo>
                <a:cubicBezTo>
                  <a:pt x="2753" y="5083"/>
                  <a:pt x="1306" y="4695"/>
                  <a:pt x="653" y="3563"/>
                </a:cubicBez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36" name="Freeform 10"/>
          <p:cNvSpPr>
            <a:spLocks/>
          </p:cNvSpPr>
          <p:nvPr/>
        </p:nvSpPr>
        <p:spPr bwMode="auto">
          <a:xfrm rot="1800000">
            <a:off x="6510808" y="2831084"/>
            <a:ext cx="1993112" cy="1554909"/>
          </a:xfrm>
          <a:custGeom>
            <a:avLst/>
            <a:gdLst>
              <a:gd name="T0" fmla="*/ 5870 w 6522"/>
              <a:gd name="T1" fmla="*/ 1521 h 5083"/>
              <a:gd name="T2" fmla="*/ 2637 w 6522"/>
              <a:gd name="T3" fmla="*/ 653 h 5083"/>
              <a:gd name="T4" fmla="*/ 1732 w 6522"/>
              <a:gd name="T5" fmla="*/ 1588 h 5083"/>
              <a:gd name="T6" fmla="*/ 1732 w 6522"/>
              <a:gd name="T7" fmla="*/ 1588 h 5083"/>
              <a:gd name="T8" fmla="*/ 1722 w 6522"/>
              <a:gd name="T9" fmla="*/ 1606 h 5083"/>
              <a:gd name="T10" fmla="*/ 1717 w 6522"/>
              <a:gd name="T11" fmla="*/ 1617 h 5083"/>
              <a:gd name="T12" fmla="*/ 0 w 6522"/>
              <a:gd name="T13" fmla="*/ 4905 h 5083"/>
              <a:gd name="T14" fmla="*/ 3706 w 6522"/>
              <a:gd name="T15" fmla="*/ 5067 h 5083"/>
              <a:gd name="T16" fmla="*/ 3718 w 6522"/>
              <a:gd name="T17" fmla="*/ 5068 h 5083"/>
              <a:gd name="T18" fmla="*/ 3739 w 6522"/>
              <a:gd name="T19" fmla="*/ 5068 h 5083"/>
              <a:gd name="T20" fmla="*/ 3739 w 6522"/>
              <a:gd name="T21" fmla="*/ 5068 h 5083"/>
              <a:gd name="T22" fmla="*/ 5002 w 6522"/>
              <a:gd name="T23" fmla="*/ 4753 h 5083"/>
              <a:gd name="T24" fmla="*/ 5870 w 6522"/>
              <a:gd name="T25" fmla="*/ 1521 h 5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22" h="5083">
                <a:moveTo>
                  <a:pt x="5870" y="1521"/>
                </a:moveTo>
                <a:cubicBezTo>
                  <a:pt x="5217" y="389"/>
                  <a:pt x="3769" y="0"/>
                  <a:pt x="2637" y="653"/>
                </a:cubicBezTo>
                <a:cubicBezTo>
                  <a:pt x="2239" y="882"/>
                  <a:pt x="1934" y="1210"/>
                  <a:pt x="1732" y="1588"/>
                </a:cubicBezTo>
                <a:lnTo>
                  <a:pt x="1732" y="1588"/>
                </a:lnTo>
                <a:lnTo>
                  <a:pt x="1722" y="1606"/>
                </a:lnTo>
                <a:lnTo>
                  <a:pt x="1717" y="1617"/>
                </a:lnTo>
                <a:lnTo>
                  <a:pt x="0" y="4905"/>
                </a:lnTo>
                <a:lnTo>
                  <a:pt x="3706" y="5067"/>
                </a:lnTo>
                <a:lnTo>
                  <a:pt x="3718" y="5068"/>
                </a:lnTo>
                <a:lnTo>
                  <a:pt x="3739" y="5068"/>
                </a:lnTo>
                <a:lnTo>
                  <a:pt x="3739" y="5068"/>
                </a:lnTo>
                <a:cubicBezTo>
                  <a:pt x="4167" y="5083"/>
                  <a:pt x="4604" y="4983"/>
                  <a:pt x="5002" y="4753"/>
                </a:cubicBezTo>
                <a:cubicBezTo>
                  <a:pt x="6134" y="4100"/>
                  <a:pt x="6522" y="2653"/>
                  <a:pt x="5870" y="1521"/>
                </a:cubicBez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49" name="TextBox 48"/>
          <p:cNvSpPr txBox="1"/>
          <p:nvPr/>
        </p:nvSpPr>
        <p:spPr>
          <a:xfrm>
            <a:off x="6142200" y="3031585"/>
            <a:ext cx="450764" cy="379656"/>
          </a:xfrm>
          <a:prstGeom prst="rect">
            <a:avLst/>
          </a:prstGeom>
          <a:noFill/>
        </p:spPr>
        <p:txBody>
          <a:bodyPr wrap="none" rtlCol="0">
            <a:spAutoFit/>
          </a:bodyPr>
          <a:lstStyle/>
          <a:p>
            <a:pPr algn="ctr"/>
            <a:r>
              <a:rPr lang="en-US" altLang="zh-CN" sz="1867" dirty="0">
                <a:solidFill>
                  <a:schemeClr val="accent1">
                    <a:lumMod val="60000"/>
                    <a:lumOff val="40000"/>
                  </a:schemeClr>
                </a:solidFill>
                <a:latin typeface="Kozuka Gothic Pr6N M" pitchFamily="34" charset="-128"/>
                <a:ea typeface="Kozuka Gothic Pr6N M" pitchFamily="34" charset="-128"/>
              </a:rPr>
              <a:t>01</a:t>
            </a:r>
            <a:endParaRPr lang="zh-CN" altLang="en-US" sz="1867" dirty="0">
              <a:solidFill>
                <a:schemeClr val="accent1">
                  <a:lumMod val="60000"/>
                  <a:lumOff val="40000"/>
                </a:schemeClr>
              </a:solidFill>
              <a:latin typeface="Kozuka Gothic Pr6N M" pitchFamily="34" charset="-128"/>
              <a:ea typeface="Kozuka Gothic Pr6N M" pitchFamily="34" charset="-128"/>
            </a:endParaRPr>
          </a:p>
        </p:txBody>
      </p:sp>
      <p:sp>
        <p:nvSpPr>
          <p:cNvPr id="50" name="TextBox 49"/>
          <p:cNvSpPr txBox="1"/>
          <p:nvPr/>
        </p:nvSpPr>
        <p:spPr>
          <a:xfrm>
            <a:off x="6399674" y="3561529"/>
            <a:ext cx="450764" cy="379656"/>
          </a:xfrm>
          <a:prstGeom prst="rect">
            <a:avLst/>
          </a:prstGeom>
          <a:noFill/>
        </p:spPr>
        <p:txBody>
          <a:bodyPr wrap="none" rtlCol="0">
            <a:spAutoFit/>
          </a:bodyPr>
          <a:lstStyle/>
          <a:p>
            <a:pPr algn="ctr"/>
            <a:r>
              <a:rPr lang="en-US" altLang="zh-CN" sz="1867" dirty="0">
                <a:solidFill>
                  <a:schemeClr val="accent2">
                    <a:lumMod val="60000"/>
                    <a:lumOff val="40000"/>
                  </a:schemeClr>
                </a:solidFill>
                <a:latin typeface="Kozuka Gothic Pr6N M" pitchFamily="34" charset="-128"/>
                <a:ea typeface="Kozuka Gothic Pr6N M" pitchFamily="34" charset="-128"/>
              </a:rPr>
              <a:t>02</a:t>
            </a:r>
            <a:endParaRPr lang="zh-CN" altLang="en-US" sz="1867" dirty="0">
              <a:solidFill>
                <a:schemeClr val="accent2">
                  <a:lumMod val="60000"/>
                  <a:lumOff val="40000"/>
                </a:schemeClr>
              </a:solidFill>
              <a:latin typeface="Kozuka Gothic Pr6N M" pitchFamily="34" charset="-128"/>
              <a:ea typeface="Kozuka Gothic Pr6N M" pitchFamily="34" charset="-128"/>
            </a:endParaRPr>
          </a:p>
        </p:txBody>
      </p:sp>
      <p:sp>
        <p:nvSpPr>
          <p:cNvPr id="51" name="TextBox 50"/>
          <p:cNvSpPr txBox="1"/>
          <p:nvPr/>
        </p:nvSpPr>
        <p:spPr>
          <a:xfrm>
            <a:off x="6138888" y="4013220"/>
            <a:ext cx="450764" cy="379656"/>
          </a:xfrm>
          <a:prstGeom prst="rect">
            <a:avLst/>
          </a:prstGeom>
          <a:noFill/>
        </p:spPr>
        <p:txBody>
          <a:bodyPr wrap="none" rtlCol="0">
            <a:spAutoFit/>
          </a:bodyPr>
          <a:lstStyle/>
          <a:p>
            <a:pPr algn="ctr"/>
            <a:r>
              <a:rPr lang="en-US" altLang="zh-CN" sz="1867" dirty="0">
                <a:solidFill>
                  <a:schemeClr val="accent6">
                    <a:lumMod val="60000"/>
                    <a:lumOff val="40000"/>
                  </a:schemeClr>
                </a:solidFill>
                <a:latin typeface="Kozuka Gothic Pr6N M" pitchFamily="34" charset="-128"/>
                <a:ea typeface="Kozuka Gothic Pr6N M" pitchFamily="34" charset="-128"/>
              </a:rPr>
              <a:t>03</a:t>
            </a:r>
            <a:endParaRPr lang="zh-CN" altLang="en-US" sz="1867" dirty="0">
              <a:solidFill>
                <a:schemeClr val="accent6">
                  <a:lumMod val="60000"/>
                  <a:lumOff val="40000"/>
                </a:schemeClr>
              </a:solidFill>
              <a:latin typeface="Kozuka Gothic Pr6N M" pitchFamily="34" charset="-128"/>
              <a:ea typeface="Kozuka Gothic Pr6N M" pitchFamily="34" charset="-128"/>
            </a:endParaRPr>
          </a:p>
        </p:txBody>
      </p:sp>
      <p:sp>
        <p:nvSpPr>
          <p:cNvPr id="52" name="TextBox 51"/>
          <p:cNvSpPr txBox="1"/>
          <p:nvPr/>
        </p:nvSpPr>
        <p:spPr>
          <a:xfrm>
            <a:off x="5577912" y="4014988"/>
            <a:ext cx="450764" cy="379656"/>
          </a:xfrm>
          <a:prstGeom prst="rect">
            <a:avLst/>
          </a:prstGeom>
          <a:noFill/>
        </p:spPr>
        <p:txBody>
          <a:bodyPr wrap="none" rtlCol="0">
            <a:spAutoFit/>
          </a:bodyPr>
          <a:lstStyle/>
          <a:p>
            <a:pPr algn="ctr"/>
            <a:r>
              <a:rPr lang="en-US" altLang="zh-CN" sz="1867" dirty="0">
                <a:solidFill>
                  <a:schemeClr val="accent1">
                    <a:lumMod val="60000"/>
                    <a:lumOff val="40000"/>
                  </a:schemeClr>
                </a:solidFill>
                <a:latin typeface="Kozuka Gothic Pr6N M" pitchFamily="34" charset="-128"/>
                <a:ea typeface="Kozuka Gothic Pr6N M" pitchFamily="34" charset="-128"/>
              </a:rPr>
              <a:t>04</a:t>
            </a:r>
            <a:endParaRPr lang="zh-CN" altLang="en-US" sz="1867" dirty="0">
              <a:solidFill>
                <a:schemeClr val="accent1">
                  <a:lumMod val="60000"/>
                  <a:lumOff val="40000"/>
                </a:schemeClr>
              </a:solidFill>
              <a:latin typeface="Kozuka Gothic Pr6N M" pitchFamily="34" charset="-128"/>
              <a:ea typeface="Kozuka Gothic Pr6N M" pitchFamily="34" charset="-128"/>
            </a:endParaRPr>
          </a:p>
        </p:txBody>
      </p:sp>
      <p:sp>
        <p:nvSpPr>
          <p:cNvPr id="53" name="TextBox 52"/>
          <p:cNvSpPr txBox="1"/>
          <p:nvPr/>
        </p:nvSpPr>
        <p:spPr>
          <a:xfrm>
            <a:off x="5308432" y="3510439"/>
            <a:ext cx="450764" cy="379656"/>
          </a:xfrm>
          <a:prstGeom prst="rect">
            <a:avLst/>
          </a:prstGeom>
          <a:noFill/>
        </p:spPr>
        <p:txBody>
          <a:bodyPr wrap="none" rtlCol="0">
            <a:spAutoFit/>
          </a:bodyPr>
          <a:lstStyle/>
          <a:p>
            <a:pPr algn="ctr"/>
            <a:r>
              <a:rPr lang="en-US" altLang="zh-CN" sz="1867" dirty="0">
                <a:solidFill>
                  <a:schemeClr val="accent2">
                    <a:lumMod val="60000"/>
                    <a:lumOff val="40000"/>
                  </a:schemeClr>
                </a:solidFill>
                <a:latin typeface="Kozuka Gothic Pr6N M" pitchFamily="34" charset="-128"/>
                <a:ea typeface="Kozuka Gothic Pr6N M" pitchFamily="34" charset="-128"/>
              </a:rPr>
              <a:t>05</a:t>
            </a:r>
            <a:endParaRPr lang="zh-CN" altLang="en-US" sz="1867" dirty="0">
              <a:solidFill>
                <a:schemeClr val="accent2">
                  <a:lumMod val="60000"/>
                  <a:lumOff val="40000"/>
                </a:schemeClr>
              </a:solidFill>
              <a:latin typeface="Kozuka Gothic Pr6N M" pitchFamily="34" charset="-128"/>
              <a:ea typeface="Kozuka Gothic Pr6N M" pitchFamily="34" charset="-128"/>
            </a:endParaRPr>
          </a:p>
        </p:txBody>
      </p:sp>
      <p:sp>
        <p:nvSpPr>
          <p:cNvPr id="54" name="TextBox 53"/>
          <p:cNvSpPr txBox="1"/>
          <p:nvPr/>
        </p:nvSpPr>
        <p:spPr>
          <a:xfrm>
            <a:off x="5562728" y="3069985"/>
            <a:ext cx="450764" cy="379656"/>
          </a:xfrm>
          <a:prstGeom prst="rect">
            <a:avLst/>
          </a:prstGeom>
          <a:noFill/>
        </p:spPr>
        <p:txBody>
          <a:bodyPr wrap="none" rtlCol="0">
            <a:spAutoFit/>
          </a:bodyPr>
          <a:lstStyle/>
          <a:p>
            <a:pPr algn="ctr"/>
            <a:r>
              <a:rPr lang="en-US" altLang="zh-CN" sz="1867" dirty="0">
                <a:solidFill>
                  <a:schemeClr val="accent6">
                    <a:lumMod val="60000"/>
                    <a:lumOff val="40000"/>
                  </a:schemeClr>
                </a:solidFill>
                <a:latin typeface="Kozuka Gothic Pr6N M" pitchFamily="34" charset="-128"/>
                <a:ea typeface="Kozuka Gothic Pr6N M" pitchFamily="34" charset="-128"/>
              </a:rPr>
              <a:t>06</a:t>
            </a:r>
            <a:endParaRPr lang="zh-CN" altLang="en-US" sz="1867" dirty="0">
              <a:solidFill>
                <a:schemeClr val="accent6">
                  <a:lumMod val="60000"/>
                  <a:lumOff val="40000"/>
                </a:schemeClr>
              </a:solidFill>
              <a:latin typeface="Kozuka Gothic Pr6N M" pitchFamily="34" charset="-128"/>
              <a:ea typeface="Kozuka Gothic Pr6N M" pitchFamily="34" charset="-128"/>
            </a:endParaRPr>
          </a:p>
        </p:txBody>
      </p:sp>
      <p:sp>
        <p:nvSpPr>
          <p:cNvPr id="23" name="KSO_Shape"/>
          <p:cNvSpPr>
            <a:spLocks/>
          </p:cNvSpPr>
          <p:nvPr/>
        </p:nvSpPr>
        <p:spPr bwMode="auto">
          <a:xfrm>
            <a:off x="6432566" y="2081296"/>
            <a:ext cx="876807" cy="60207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400">
              <a:solidFill>
                <a:srgbClr val="FFFFFF"/>
              </a:solidFill>
              <a:ea typeface="宋体" panose="02010600030101010101" pitchFamily="2" charset="-122"/>
            </a:endParaRPr>
          </a:p>
        </p:txBody>
      </p:sp>
      <p:sp>
        <p:nvSpPr>
          <p:cNvPr id="25" name="KSO_Shape"/>
          <p:cNvSpPr>
            <a:spLocks/>
          </p:cNvSpPr>
          <p:nvPr/>
        </p:nvSpPr>
        <p:spPr bwMode="auto">
          <a:xfrm>
            <a:off x="7283904" y="3377510"/>
            <a:ext cx="816576" cy="808409"/>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400">
              <a:solidFill>
                <a:srgbClr val="FFFFFF"/>
              </a:solidFill>
              <a:ea typeface="宋体" panose="02010600030101010101" pitchFamily="2" charset="-122"/>
            </a:endParaRPr>
          </a:p>
        </p:txBody>
      </p:sp>
      <p:sp>
        <p:nvSpPr>
          <p:cNvPr id="26" name="KSO_Shape"/>
          <p:cNvSpPr>
            <a:spLocks/>
          </p:cNvSpPr>
          <p:nvPr/>
        </p:nvSpPr>
        <p:spPr bwMode="auto">
          <a:xfrm>
            <a:off x="4981463" y="2028199"/>
            <a:ext cx="737995" cy="627293"/>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400">
              <a:solidFill>
                <a:srgbClr val="FFFFFF"/>
              </a:solidFill>
              <a:ea typeface="宋体" panose="02010600030101010101" pitchFamily="2" charset="-122"/>
            </a:endParaRPr>
          </a:p>
        </p:txBody>
      </p:sp>
      <p:sp>
        <p:nvSpPr>
          <p:cNvPr id="29" name="TextBox 28"/>
          <p:cNvSpPr txBox="1"/>
          <p:nvPr/>
        </p:nvSpPr>
        <p:spPr>
          <a:xfrm>
            <a:off x="7728181" y="1799257"/>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l"/>
            <a:r>
              <a:rPr lang="zh-CN" altLang="en-US" sz="2133" dirty="0">
                <a:solidFill>
                  <a:schemeClr val="tx1">
                    <a:lumMod val="65000"/>
                    <a:lumOff val="35000"/>
                  </a:schemeClr>
                </a:solidFill>
              </a:rPr>
              <a:t>团队协作能力强</a:t>
            </a:r>
          </a:p>
        </p:txBody>
      </p:sp>
      <p:sp>
        <p:nvSpPr>
          <p:cNvPr id="59" name="Rectangle 13" descr="FD1DDF730CE4456e89755B07FE1653D0# #Rectangle 13"/>
          <p:cNvSpPr>
            <a:spLocks noChangeArrowheads="1"/>
          </p:cNvSpPr>
          <p:nvPr/>
        </p:nvSpPr>
        <p:spPr bwMode="auto">
          <a:xfrm>
            <a:off x="8442072" y="3711972"/>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60" name="TextBox 59"/>
          <p:cNvSpPr txBox="1"/>
          <p:nvPr/>
        </p:nvSpPr>
        <p:spPr>
          <a:xfrm>
            <a:off x="8442072" y="3342086"/>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l"/>
            <a:r>
              <a:rPr lang="zh-CN" altLang="en-US" sz="2133" dirty="0">
                <a:solidFill>
                  <a:schemeClr val="tx1">
                    <a:lumMod val="65000"/>
                    <a:lumOff val="35000"/>
                  </a:schemeClr>
                </a:solidFill>
              </a:rPr>
              <a:t>操作方式科学</a:t>
            </a:r>
          </a:p>
        </p:txBody>
      </p:sp>
      <p:sp>
        <p:nvSpPr>
          <p:cNvPr id="61" name="Rectangle 13" descr="FD1DDF730CE4456e89755B07FE1653D0# #Rectangle 13"/>
          <p:cNvSpPr>
            <a:spLocks noChangeArrowheads="1"/>
          </p:cNvSpPr>
          <p:nvPr/>
        </p:nvSpPr>
        <p:spPr bwMode="auto">
          <a:xfrm>
            <a:off x="7728181" y="5218732"/>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62" name="TextBox 61"/>
          <p:cNvSpPr txBox="1"/>
          <p:nvPr/>
        </p:nvSpPr>
        <p:spPr>
          <a:xfrm>
            <a:off x="7728181" y="4848846"/>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l"/>
            <a:r>
              <a:rPr lang="zh-CN" altLang="en-US" sz="2133" dirty="0">
                <a:solidFill>
                  <a:schemeClr val="tx1">
                    <a:lumMod val="65000"/>
                    <a:lumOff val="35000"/>
                  </a:schemeClr>
                </a:solidFill>
              </a:rPr>
              <a:t>资金准备充足</a:t>
            </a:r>
          </a:p>
        </p:txBody>
      </p:sp>
      <p:sp>
        <p:nvSpPr>
          <p:cNvPr id="63" name="Rectangle 13" descr="FD1DDF730CE4456e89755B07FE1653D0# #Rectangle 13"/>
          <p:cNvSpPr>
            <a:spLocks noChangeArrowheads="1"/>
          </p:cNvSpPr>
          <p:nvPr/>
        </p:nvSpPr>
        <p:spPr bwMode="auto">
          <a:xfrm>
            <a:off x="1342105" y="2169144"/>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algn="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64" name="TextBox 63"/>
          <p:cNvSpPr txBox="1"/>
          <p:nvPr/>
        </p:nvSpPr>
        <p:spPr>
          <a:xfrm>
            <a:off x="2212391" y="1799258"/>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r"/>
            <a:r>
              <a:rPr lang="zh-CN" altLang="en-US" sz="2133" dirty="0">
                <a:solidFill>
                  <a:schemeClr val="tx1">
                    <a:lumMod val="65000"/>
                    <a:lumOff val="35000"/>
                  </a:schemeClr>
                </a:solidFill>
              </a:rPr>
              <a:t>主要任务</a:t>
            </a:r>
          </a:p>
        </p:txBody>
      </p:sp>
      <p:sp>
        <p:nvSpPr>
          <p:cNvPr id="65" name="Rectangle 13" descr="FD1DDF730CE4456e89755B07FE1653D0# #Rectangle 13"/>
          <p:cNvSpPr>
            <a:spLocks noChangeArrowheads="1"/>
          </p:cNvSpPr>
          <p:nvPr/>
        </p:nvSpPr>
        <p:spPr bwMode="auto">
          <a:xfrm>
            <a:off x="569197" y="3711972"/>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algn="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66" name="TextBox 65"/>
          <p:cNvSpPr txBox="1"/>
          <p:nvPr/>
        </p:nvSpPr>
        <p:spPr>
          <a:xfrm>
            <a:off x="1439483" y="3342086"/>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r"/>
            <a:r>
              <a:rPr lang="zh-CN" altLang="en-US" sz="2133" dirty="0">
                <a:solidFill>
                  <a:schemeClr val="tx1">
                    <a:lumMod val="65000"/>
                    <a:lumOff val="35000"/>
                  </a:schemeClr>
                </a:solidFill>
              </a:rPr>
              <a:t>时间进度</a:t>
            </a:r>
          </a:p>
        </p:txBody>
      </p:sp>
      <p:sp>
        <p:nvSpPr>
          <p:cNvPr id="67" name="Rectangle 13" descr="FD1DDF730CE4456e89755B07FE1653D0# #Rectangle 13"/>
          <p:cNvSpPr>
            <a:spLocks noChangeArrowheads="1"/>
          </p:cNvSpPr>
          <p:nvPr/>
        </p:nvSpPr>
        <p:spPr bwMode="auto">
          <a:xfrm>
            <a:off x="1342105" y="5218732"/>
            <a:ext cx="3168352" cy="4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r" eaLnBrk="1" hangingPunct="1">
              <a:spcBef>
                <a:spcPct val="0"/>
              </a:spcBef>
              <a:buNone/>
              <a:defRPr/>
            </a:pPr>
            <a:r>
              <a:rPr lang="zh-CN" altLang="en-US" sz="1333" dirty="0">
                <a:latin typeface="方正兰亭纤黑简体" pitchFamily="65" charset="-122"/>
                <a:ea typeface="方正兰亭纤黑简体" pitchFamily="65" charset="-122"/>
              </a:rPr>
              <a:t>单击此处添加简短说明，添加简短文字，</a:t>
            </a:r>
            <a:endParaRPr lang="en-US" altLang="zh-CN" sz="1333" dirty="0">
              <a:latin typeface="方正兰亭纤黑简体" pitchFamily="65" charset="-122"/>
              <a:ea typeface="方正兰亭纤黑简体" pitchFamily="65" charset="-122"/>
            </a:endParaRPr>
          </a:p>
          <a:p>
            <a:pPr algn="r" eaLnBrk="1" hangingPunct="1">
              <a:spcBef>
                <a:spcPct val="0"/>
              </a:spcBef>
              <a:buNone/>
              <a:defRPr/>
            </a:pPr>
            <a:r>
              <a:rPr lang="zh-CN" altLang="en-US" sz="1333" dirty="0">
                <a:latin typeface="方正兰亭纤黑简体" pitchFamily="65" charset="-122"/>
                <a:ea typeface="方正兰亭纤黑简体" pitchFamily="65" charset="-122"/>
              </a:rPr>
              <a:t>具体文字添加此处。</a:t>
            </a:r>
            <a:endParaRPr lang="en-US" altLang="zh-CN" sz="1333" dirty="0">
              <a:latin typeface="方正兰亭纤黑简体" pitchFamily="65" charset="-122"/>
              <a:ea typeface="方正兰亭纤黑简体" pitchFamily="65" charset="-122"/>
            </a:endParaRPr>
          </a:p>
        </p:txBody>
      </p:sp>
      <p:sp>
        <p:nvSpPr>
          <p:cNvPr id="68" name="TextBox 67"/>
          <p:cNvSpPr txBox="1"/>
          <p:nvPr/>
        </p:nvSpPr>
        <p:spPr>
          <a:xfrm>
            <a:off x="2212391" y="4848846"/>
            <a:ext cx="2298067" cy="328231"/>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itchFamily="34" charset="-122"/>
                <a:ea typeface="微软雅黑" pitchFamily="34" charset="-122"/>
              </a:defRPr>
            </a:lvl1pPr>
          </a:lstStyle>
          <a:p>
            <a:pPr algn="r"/>
            <a:r>
              <a:rPr lang="zh-CN" altLang="en-US" sz="2133" dirty="0">
                <a:solidFill>
                  <a:schemeClr val="tx1">
                    <a:lumMod val="65000"/>
                    <a:lumOff val="35000"/>
                  </a:schemeClr>
                </a:solidFill>
              </a:rPr>
              <a:t>效益预测</a:t>
            </a:r>
          </a:p>
        </p:txBody>
      </p:sp>
      <p:sp>
        <p:nvSpPr>
          <p:cNvPr id="70" name="KSO_Shape"/>
          <p:cNvSpPr/>
          <p:nvPr/>
        </p:nvSpPr>
        <p:spPr>
          <a:xfrm>
            <a:off x="6513176" y="4770817"/>
            <a:ext cx="715584" cy="715584"/>
          </a:xfrm>
          <a:custGeom>
            <a:avLst/>
            <a:gdLst>
              <a:gd name="connsiteX0" fmla="*/ 1063385 w 1944000"/>
              <a:gd name="connsiteY0" fmla="*/ 1082014 h 1944000"/>
              <a:gd name="connsiteX1" fmla="*/ 1093900 w 1944000"/>
              <a:gd name="connsiteY1" fmla="*/ 1089952 h 1944000"/>
              <a:gd name="connsiteX2" fmla="*/ 1121871 w 1944000"/>
              <a:gd name="connsiteY2" fmla="*/ 1097572 h 1944000"/>
              <a:gd name="connsiteX3" fmla="*/ 1146982 w 1944000"/>
              <a:gd name="connsiteY3" fmla="*/ 1104557 h 1944000"/>
              <a:gd name="connsiteX4" fmla="*/ 1169550 w 1944000"/>
              <a:gd name="connsiteY4" fmla="*/ 1111542 h 1944000"/>
              <a:gd name="connsiteX5" fmla="*/ 1188940 w 1944000"/>
              <a:gd name="connsiteY5" fmla="*/ 1118209 h 1944000"/>
              <a:gd name="connsiteX6" fmla="*/ 1205469 w 1944000"/>
              <a:gd name="connsiteY6" fmla="*/ 1124559 h 1944000"/>
              <a:gd name="connsiteX7" fmla="*/ 1212779 w 1944000"/>
              <a:gd name="connsiteY7" fmla="*/ 1127734 h 1944000"/>
              <a:gd name="connsiteX8" fmla="*/ 1219137 w 1944000"/>
              <a:gd name="connsiteY8" fmla="*/ 1130592 h 1944000"/>
              <a:gd name="connsiteX9" fmla="*/ 1225176 w 1944000"/>
              <a:gd name="connsiteY9" fmla="*/ 1133449 h 1944000"/>
              <a:gd name="connsiteX10" fmla="*/ 1230262 w 1944000"/>
              <a:gd name="connsiteY10" fmla="*/ 1136307 h 1944000"/>
              <a:gd name="connsiteX11" fmla="*/ 1238526 w 1944000"/>
              <a:gd name="connsiteY11" fmla="*/ 1141704 h 1944000"/>
              <a:gd name="connsiteX12" fmla="*/ 1245837 w 1944000"/>
              <a:gd name="connsiteY12" fmla="*/ 1146784 h 1944000"/>
              <a:gd name="connsiteX13" fmla="*/ 1253148 w 1944000"/>
              <a:gd name="connsiteY13" fmla="*/ 1152499 h 1944000"/>
              <a:gd name="connsiteX14" fmla="*/ 1259823 w 1944000"/>
              <a:gd name="connsiteY14" fmla="*/ 1158532 h 1944000"/>
              <a:gd name="connsiteX15" fmla="*/ 1265862 w 1944000"/>
              <a:gd name="connsiteY15" fmla="*/ 1164564 h 1944000"/>
              <a:gd name="connsiteX16" fmla="*/ 1271266 w 1944000"/>
              <a:gd name="connsiteY16" fmla="*/ 1170914 h 1944000"/>
              <a:gd name="connsiteX17" fmla="*/ 1276351 w 1944000"/>
              <a:gd name="connsiteY17" fmla="*/ 1177582 h 1944000"/>
              <a:gd name="connsiteX18" fmla="*/ 1280801 w 1944000"/>
              <a:gd name="connsiteY18" fmla="*/ 1184567 h 1944000"/>
              <a:gd name="connsiteX19" fmla="*/ 1284934 w 1944000"/>
              <a:gd name="connsiteY19" fmla="*/ 1191234 h 1944000"/>
              <a:gd name="connsiteX20" fmla="*/ 1288112 w 1944000"/>
              <a:gd name="connsiteY20" fmla="*/ 1198537 h 1944000"/>
              <a:gd name="connsiteX21" fmla="*/ 1291291 w 1944000"/>
              <a:gd name="connsiteY21" fmla="*/ 1206157 h 1944000"/>
              <a:gd name="connsiteX22" fmla="*/ 1293516 w 1944000"/>
              <a:gd name="connsiteY22" fmla="*/ 1214094 h 1944000"/>
              <a:gd name="connsiteX23" fmla="*/ 1295423 w 1944000"/>
              <a:gd name="connsiteY23" fmla="*/ 1222032 h 1944000"/>
              <a:gd name="connsiteX24" fmla="*/ 1296694 w 1944000"/>
              <a:gd name="connsiteY24" fmla="*/ 1230287 h 1944000"/>
              <a:gd name="connsiteX25" fmla="*/ 1297330 w 1944000"/>
              <a:gd name="connsiteY25" fmla="*/ 1238859 h 1944000"/>
              <a:gd name="connsiteX26" fmla="*/ 1297648 w 1944000"/>
              <a:gd name="connsiteY26" fmla="*/ 1247432 h 1944000"/>
              <a:gd name="connsiteX27" fmla="*/ 1297330 w 1944000"/>
              <a:gd name="connsiteY27" fmla="*/ 1257275 h 1944000"/>
              <a:gd name="connsiteX28" fmla="*/ 1296377 w 1944000"/>
              <a:gd name="connsiteY28" fmla="*/ 1266800 h 1944000"/>
              <a:gd name="connsiteX29" fmla="*/ 1295105 w 1944000"/>
              <a:gd name="connsiteY29" fmla="*/ 1276007 h 1944000"/>
              <a:gd name="connsiteX30" fmla="*/ 1292880 w 1944000"/>
              <a:gd name="connsiteY30" fmla="*/ 1285215 h 1944000"/>
              <a:gd name="connsiteX31" fmla="*/ 1290019 w 1944000"/>
              <a:gd name="connsiteY31" fmla="*/ 1294422 h 1944000"/>
              <a:gd name="connsiteX32" fmla="*/ 1286841 w 1944000"/>
              <a:gd name="connsiteY32" fmla="*/ 1303312 h 1944000"/>
              <a:gd name="connsiteX33" fmla="*/ 1283344 w 1944000"/>
              <a:gd name="connsiteY33" fmla="*/ 1312202 h 1944000"/>
              <a:gd name="connsiteX34" fmla="*/ 1278576 w 1944000"/>
              <a:gd name="connsiteY34" fmla="*/ 1320775 h 1944000"/>
              <a:gd name="connsiteX35" fmla="*/ 1273808 w 1944000"/>
              <a:gd name="connsiteY35" fmla="*/ 1329347 h 1944000"/>
              <a:gd name="connsiteX36" fmla="*/ 1267769 w 1944000"/>
              <a:gd name="connsiteY36" fmla="*/ 1337602 h 1944000"/>
              <a:gd name="connsiteX37" fmla="*/ 1261412 w 1944000"/>
              <a:gd name="connsiteY37" fmla="*/ 1345857 h 1944000"/>
              <a:gd name="connsiteX38" fmla="*/ 1254737 w 1944000"/>
              <a:gd name="connsiteY38" fmla="*/ 1353795 h 1944000"/>
              <a:gd name="connsiteX39" fmla="*/ 1247426 w 1944000"/>
              <a:gd name="connsiteY39" fmla="*/ 1361732 h 1944000"/>
              <a:gd name="connsiteX40" fmla="*/ 1239162 w 1944000"/>
              <a:gd name="connsiteY40" fmla="*/ 1369670 h 1944000"/>
              <a:gd name="connsiteX41" fmla="*/ 1230580 w 1944000"/>
              <a:gd name="connsiteY41" fmla="*/ 1376655 h 1944000"/>
              <a:gd name="connsiteX42" fmla="*/ 1221362 w 1944000"/>
              <a:gd name="connsiteY42" fmla="*/ 1384275 h 1944000"/>
              <a:gd name="connsiteX43" fmla="*/ 1214051 w 1944000"/>
              <a:gd name="connsiteY43" fmla="*/ 1389672 h 1944000"/>
              <a:gd name="connsiteX44" fmla="*/ 1206422 w 1944000"/>
              <a:gd name="connsiteY44" fmla="*/ 1394435 h 1944000"/>
              <a:gd name="connsiteX45" fmla="*/ 1198476 w 1944000"/>
              <a:gd name="connsiteY45" fmla="*/ 1399515 h 1944000"/>
              <a:gd name="connsiteX46" fmla="*/ 1190211 w 1944000"/>
              <a:gd name="connsiteY46" fmla="*/ 1403960 h 1944000"/>
              <a:gd name="connsiteX47" fmla="*/ 1181311 w 1944000"/>
              <a:gd name="connsiteY47" fmla="*/ 1408087 h 1944000"/>
              <a:gd name="connsiteX48" fmla="*/ 1172411 w 1944000"/>
              <a:gd name="connsiteY48" fmla="*/ 1411897 h 1944000"/>
              <a:gd name="connsiteX49" fmla="*/ 1163193 w 1944000"/>
              <a:gd name="connsiteY49" fmla="*/ 1416025 h 1944000"/>
              <a:gd name="connsiteX50" fmla="*/ 1153340 w 1944000"/>
              <a:gd name="connsiteY50" fmla="*/ 1419517 h 1944000"/>
              <a:gd name="connsiteX51" fmla="*/ 1143486 w 1944000"/>
              <a:gd name="connsiteY51" fmla="*/ 1422692 h 1944000"/>
              <a:gd name="connsiteX52" fmla="*/ 1132997 w 1944000"/>
              <a:gd name="connsiteY52" fmla="*/ 1425867 h 1944000"/>
              <a:gd name="connsiteX53" fmla="*/ 1122189 w 1944000"/>
              <a:gd name="connsiteY53" fmla="*/ 1428407 h 1944000"/>
              <a:gd name="connsiteX54" fmla="*/ 1111064 w 1944000"/>
              <a:gd name="connsiteY54" fmla="*/ 1431265 h 1944000"/>
              <a:gd name="connsiteX55" fmla="*/ 1099621 w 1944000"/>
              <a:gd name="connsiteY55" fmla="*/ 1433487 h 1944000"/>
              <a:gd name="connsiteX56" fmla="*/ 1087860 w 1944000"/>
              <a:gd name="connsiteY56" fmla="*/ 1435392 h 1944000"/>
              <a:gd name="connsiteX57" fmla="*/ 1075782 w 1944000"/>
              <a:gd name="connsiteY57" fmla="*/ 1436980 h 1944000"/>
              <a:gd name="connsiteX58" fmla="*/ 1063385 w 1944000"/>
              <a:gd name="connsiteY58" fmla="*/ 1438567 h 1944000"/>
              <a:gd name="connsiteX59" fmla="*/ 880616 w 1944000"/>
              <a:gd name="connsiteY59" fmla="*/ 505752 h 1944000"/>
              <a:gd name="connsiteX60" fmla="*/ 880616 w 1944000"/>
              <a:gd name="connsiteY60" fmla="*/ 814362 h 1944000"/>
              <a:gd name="connsiteX61" fmla="*/ 847241 w 1944000"/>
              <a:gd name="connsiteY61" fmla="*/ 805789 h 1944000"/>
              <a:gd name="connsiteX62" fmla="*/ 820223 w 1944000"/>
              <a:gd name="connsiteY62" fmla="*/ 798804 h 1944000"/>
              <a:gd name="connsiteX63" fmla="*/ 799879 w 1944000"/>
              <a:gd name="connsiteY63" fmla="*/ 793089 h 1944000"/>
              <a:gd name="connsiteX64" fmla="*/ 785894 w 1944000"/>
              <a:gd name="connsiteY64" fmla="*/ 788327 h 1944000"/>
              <a:gd name="connsiteX65" fmla="*/ 771590 w 1944000"/>
              <a:gd name="connsiteY65" fmla="*/ 782929 h 1944000"/>
              <a:gd name="connsiteX66" fmla="*/ 757922 w 1944000"/>
              <a:gd name="connsiteY66" fmla="*/ 776897 h 1944000"/>
              <a:gd name="connsiteX67" fmla="*/ 745843 w 1944000"/>
              <a:gd name="connsiteY67" fmla="*/ 770229 h 1944000"/>
              <a:gd name="connsiteX68" fmla="*/ 739804 w 1944000"/>
              <a:gd name="connsiteY68" fmla="*/ 767054 h 1944000"/>
              <a:gd name="connsiteX69" fmla="*/ 734400 w 1944000"/>
              <a:gd name="connsiteY69" fmla="*/ 763879 h 1944000"/>
              <a:gd name="connsiteX70" fmla="*/ 728679 w 1944000"/>
              <a:gd name="connsiteY70" fmla="*/ 760069 h 1944000"/>
              <a:gd name="connsiteX71" fmla="*/ 723593 w 1944000"/>
              <a:gd name="connsiteY71" fmla="*/ 756577 h 1944000"/>
              <a:gd name="connsiteX72" fmla="*/ 718825 w 1944000"/>
              <a:gd name="connsiteY72" fmla="*/ 752767 h 1944000"/>
              <a:gd name="connsiteX73" fmla="*/ 714057 w 1944000"/>
              <a:gd name="connsiteY73" fmla="*/ 749274 h 1944000"/>
              <a:gd name="connsiteX74" fmla="*/ 709925 w 1944000"/>
              <a:gd name="connsiteY74" fmla="*/ 745464 h 1944000"/>
              <a:gd name="connsiteX75" fmla="*/ 705475 w 1944000"/>
              <a:gd name="connsiteY75" fmla="*/ 741337 h 1944000"/>
              <a:gd name="connsiteX76" fmla="*/ 701979 w 1944000"/>
              <a:gd name="connsiteY76" fmla="*/ 737209 h 1944000"/>
              <a:gd name="connsiteX77" fmla="*/ 698164 w 1944000"/>
              <a:gd name="connsiteY77" fmla="*/ 733082 h 1944000"/>
              <a:gd name="connsiteX78" fmla="*/ 694668 w 1944000"/>
              <a:gd name="connsiteY78" fmla="*/ 728954 h 1944000"/>
              <a:gd name="connsiteX79" fmla="*/ 691807 w 1944000"/>
              <a:gd name="connsiteY79" fmla="*/ 724827 h 1944000"/>
              <a:gd name="connsiteX80" fmla="*/ 688629 w 1944000"/>
              <a:gd name="connsiteY80" fmla="*/ 720699 h 1944000"/>
              <a:gd name="connsiteX81" fmla="*/ 686086 w 1944000"/>
              <a:gd name="connsiteY81" fmla="*/ 716254 h 1944000"/>
              <a:gd name="connsiteX82" fmla="*/ 683543 w 1944000"/>
              <a:gd name="connsiteY82" fmla="*/ 712127 h 1944000"/>
              <a:gd name="connsiteX83" fmla="*/ 681000 w 1944000"/>
              <a:gd name="connsiteY83" fmla="*/ 707682 h 1944000"/>
              <a:gd name="connsiteX84" fmla="*/ 679093 w 1944000"/>
              <a:gd name="connsiteY84" fmla="*/ 703237 h 1944000"/>
              <a:gd name="connsiteX85" fmla="*/ 677186 w 1944000"/>
              <a:gd name="connsiteY85" fmla="*/ 698474 h 1944000"/>
              <a:gd name="connsiteX86" fmla="*/ 675596 w 1944000"/>
              <a:gd name="connsiteY86" fmla="*/ 694347 h 1944000"/>
              <a:gd name="connsiteX87" fmla="*/ 674325 w 1944000"/>
              <a:gd name="connsiteY87" fmla="*/ 689584 h 1944000"/>
              <a:gd name="connsiteX88" fmla="*/ 673053 w 1944000"/>
              <a:gd name="connsiteY88" fmla="*/ 684822 h 1944000"/>
              <a:gd name="connsiteX89" fmla="*/ 671782 w 1944000"/>
              <a:gd name="connsiteY89" fmla="*/ 680059 h 1944000"/>
              <a:gd name="connsiteX90" fmla="*/ 671146 w 1944000"/>
              <a:gd name="connsiteY90" fmla="*/ 675297 h 1944000"/>
              <a:gd name="connsiteX91" fmla="*/ 670511 w 1944000"/>
              <a:gd name="connsiteY91" fmla="*/ 670217 h 1944000"/>
              <a:gd name="connsiteX92" fmla="*/ 670193 w 1944000"/>
              <a:gd name="connsiteY92" fmla="*/ 665137 h 1944000"/>
              <a:gd name="connsiteX93" fmla="*/ 670193 w 1944000"/>
              <a:gd name="connsiteY93" fmla="*/ 660374 h 1944000"/>
              <a:gd name="connsiteX94" fmla="*/ 670511 w 1944000"/>
              <a:gd name="connsiteY94" fmla="*/ 652437 h 1944000"/>
              <a:gd name="connsiteX95" fmla="*/ 671146 w 1944000"/>
              <a:gd name="connsiteY95" fmla="*/ 644499 h 1944000"/>
              <a:gd name="connsiteX96" fmla="*/ 672736 w 1944000"/>
              <a:gd name="connsiteY96" fmla="*/ 636879 h 1944000"/>
              <a:gd name="connsiteX97" fmla="*/ 674643 w 1944000"/>
              <a:gd name="connsiteY97" fmla="*/ 629259 h 1944000"/>
              <a:gd name="connsiteX98" fmla="*/ 676868 w 1944000"/>
              <a:gd name="connsiteY98" fmla="*/ 622274 h 1944000"/>
              <a:gd name="connsiteX99" fmla="*/ 679728 w 1944000"/>
              <a:gd name="connsiteY99" fmla="*/ 614972 h 1944000"/>
              <a:gd name="connsiteX100" fmla="*/ 683225 w 1944000"/>
              <a:gd name="connsiteY100" fmla="*/ 607669 h 1944000"/>
              <a:gd name="connsiteX101" fmla="*/ 687039 w 1944000"/>
              <a:gd name="connsiteY101" fmla="*/ 600684 h 1944000"/>
              <a:gd name="connsiteX102" fmla="*/ 691807 w 1944000"/>
              <a:gd name="connsiteY102" fmla="*/ 593699 h 1944000"/>
              <a:gd name="connsiteX103" fmla="*/ 696575 w 1944000"/>
              <a:gd name="connsiteY103" fmla="*/ 587349 h 1944000"/>
              <a:gd name="connsiteX104" fmla="*/ 702297 w 1944000"/>
              <a:gd name="connsiteY104" fmla="*/ 580682 h 1944000"/>
              <a:gd name="connsiteX105" fmla="*/ 708336 w 1944000"/>
              <a:gd name="connsiteY105" fmla="*/ 574014 h 1944000"/>
              <a:gd name="connsiteX106" fmla="*/ 714693 w 1944000"/>
              <a:gd name="connsiteY106" fmla="*/ 567664 h 1944000"/>
              <a:gd name="connsiteX107" fmla="*/ 722004 w 1944000"/>
              <a:gd name="connsiteY107" fmla="*/ 561632 h 1944000"/>
              <a:gd name="connsiteX108" fmla="*/ 729632 w 1944000"/>
              <a:gd name="connsiteY108" fmla="*/ 555282 h 1944000"/>
              <a:gd name="connsiteX109" fmla="*/ 737897 w 1944000"/>
              <a:gd name="connsiteY109" fmla="*/ 549249 h 1944000"/>
              <a:gd name="connsiteX110" fmla="*/ 743936 w 1944000"/>
              <a:gd name="connsiteY110" fmla="*/ 545122 h 1944000"/>
              <a:gd name="connsiteX111" fmla="*/ 750293 w 1944000"/>
              <a:gd name="connsiteY111" fmla="*/ 540994 h 1944000"/>
              <a:gd name="connsiteX112" fmla="*/ 757286 w 1944000"/>
              <a:gd name="connsiteY112" fmla="*/ 537502 h 1944000"/>
              <a:gd name="connsiteX113" fmla="*/ 764597 w 1944000"/>
              <a:gd name="connsiteY113" fmla="*/ 533692 h 1944000"/>
              <a:gd name="connsiteX114" fmla="*/ 772544 w 1944000"/>
              <a:gd name="connsiteY114" fmla="*/ 530517 h 1944000"/>
              <a:gd name="connsiteX115" fmla="*/ 780490 w 1944000"/>
              <a:gd name="connsiteY115" fmla="*/ 527342 h 1944000"/>
              <a:gd name="connsiteX116" fmla="*/ 789072 w 1944000"/>
              <a:gd name="connsiteY116" fmla="*/ 524167 h 1944000"/>
              <a:gd name="connsiteX117" fmla="*/ 797654 w 1944000"/>
              <a:gd name="connsiteY117" fmla="*/ 521627 h 1944000"/>
              <a:gd name="connsiteX118" fmla="*/ 806872 w 1944000"/>
              <a:gd name="connsiteY118" fmla="*/ 519087 h 1944000"/>
              <a:gd name="connsiteX119" fmla="*/ 816408 w 1944000"/>
              <a:gd name="connsiteY119" fmla="*/ 516229 h 1944000"/>
              <a:gd name="connsiteX120" fmla="*/ 825944 w 1944000"/>
              <a:gd name="connsiteY120" fmla="*/ 514324 h 1944000"/>
              <a:gd name="connsiteX121" fmla="*/ 836116 w 1944000"/>
              <a:gd name="connsiteY121" fmla="*/ 512102 h 1944000"/>
              <a:gd name="connsiteX122" fmla="*/ 846923 w 1944000"/>
              <a:gd name="connsiteY122" fmla="*/ 510514 h 1944000"/>
              <a:gd name="connsiteX123" fmla="*/ 858048 w 1944000"/>
              <a:gd name="connsiteY123" fmla="*/ 508927 h 1944000"/>
              <a:gd name="connsiteX124" fmla="*/ 869173 w 1944000"/>
              <a:gd name="connsiteY124" fmla="*/ 507022 h 1944000"/>
              <a:gd name="connsiteX125" fmla="*/ 880616 w 1944000"/>
              <a:gd name="connsiteY125" fmla="*/ 217144 h 1944000"/>
              <a:gd name="connsiteX126" fmla="*/ 880616 w 1944000"/>
              <a:gd name="connsiteY126" fmla="*/ 333984 h 1944000"/>
              <a:gd name="connsiteX127" fmla="*/ 863451 w 1944000"/>
              <a:gd name="connsiteY127" fmla="*/ 335254 h 1944000"/>
              <a:gd name="connsiteX128" fmla="*/ 846287 w 1944000"/>
              <a:gd name="connsiteY128" fmla="*/ 337159 h 1944000"/>
              <a:gd name="connsiteX129" fmla="*/ 829440 w 1944000"/>
              <a:gd name="connsiteY129" fmla="*/ 339382 h 1944000"/>
              <a:gd name="connsiteX130" fmla="*/ 812912 w 1944000"/>
              <a:gd name="connsiteY130" fmla="*/ 341922 h 1944000"/>
              <a:gd name="connsiteX131" fmla="*/ 796701 w 1944000"/>
              <a:gd name="connsiteY131" fmla="*/ 344779 h 1944000"/>
              <a:gd name="connsiteX132" fmla="*/ 780490 w 1944000"/>
              <a:gd name="connsiteY132" fmla="*/ 347954 h 1944000"/>
              <a:gd name="connsiteX133" fmla="*/ 764279 w 1944000"/>
              <a:gd name="connsiteY133" fmla="*/ 351764 h 1944000"/>
              <a:gd name="connsiteX134" fmla="*/ 748386 w 1944000"/>
              <a:gd name="connsiteY134" fmla="*/ 355892 h 1944000"/>
              <a:gd name="connsiteX135" fmla="*/ 726136 w 1944000"/>
              <a:gd name="connsiteY135" fmla="*/ 362242 h 1944000"/>
              <a:gd name="connsiteX136" fmla="*/ 704839 w 1944000"/>
              <a:gd name="connsiteY136" fmla="*/ 368909 h 1944000"/>
              <a:gd name="connsiteX137" fmla="*/ 684814 w 1944000"/>
              <a:gd name="connsiteY137" fmla="*/ 375894 h 1944000"/>
              <a:gd name="connsiteX138" fmla="*/ 666061 w 1944000"/>
              <a:gd name="connsiteY138" fmla="*/ 383197 h 1944000"/>
              <a:gd name="connsiteX139" fmla="*/ 657160 w 1944000"/>
              <a:gd name="connsiteY139" fmla="*/ 387324 h 1944000"/>
              <a:gd name="connsiteX140" fmla="*/ 648260 w 1944000"/>
              <a:gd name="connsiteY140" fmla="*/ 391134 h 1944000"/>
              <a:gd name="connsiteX141" fmla="*/ 639996 w 1944000"/>
              <a:gd name="connsiteY141" fmla="*/ 395262 h 1944000"/>
              <a:gd name="connsiteX142" fmla="*/ 632050 w 1944000"/>
              <a:gd name="connsiteY142" fmla="*/ 399072 h 1944000"/>
              <a:gd name="connsiteX143" fmla="*/ 624103 w 1944000"/>
              <a:gd name="connsiteY143" fmla="*/ 403517 h 1944000"/>
              <a:gd name="connsiteX144" fmla="*/ 616792 w 1944000"/>
              <a:gd name="connsiteY144" fmla="*/ 407644 h 1944000"/>
              <a:gd name="connsiteX145" fmla="*/ 609481 w 1944000"/>
              <a:gd name="connsiteY145" fmla="*/ 412089 h 1944000"/>
              <a:gd name="connsiteX146" fmla="*/ 602806 w 1944000"/>
              <a:gd name="connsiteY146" fmla="*/ 416534 h 1944000"/>
              <a:gd name="connsiteX147" fmla="*/ 593906 w 1944000"/>
              <a:gd name="connsiteY147" fmla="*/ 422567 h 1944000"/>
              <a:gd name="connsiteX148" fmla="*/ 585642 w 1944000"/>
              <a:gd name="connsiteY148" fmla="*/ 428282 h 1944000"/>
              <a:gd name="connsiteX149" fmla="*/ 577060 w 1944000"/>
              <a:gd name="connsiteY149" fmla="*/ 434632 h 1944000"/>
              <a:gd name="connsiteX150" fmla="*/ 569113 w 1944000"/>
              <a:gd name="connsiteY150" fmla="*/ 440982 h 1944000"/>
              <a:gd name="connsiteX151" fmla="*/ 561167 w 1944000"/>
              <a:gd name="connsiteY151" fmla="*/ 447967 h 1944000"/>
              <a:gd name="connsiteX152" fmla="*/ 553538 w 1944000"/>
              <a:gd name="connsiteY152" fmla="*/ 454317 h 1944000"/>
              <a:gd name="connsiteX153" fmla="*/ 545910 w 1944000"/>
              <a:gd name="connsiteY153" fmla="*/ 461302 h 1944000"/>
              <a:gd name="connsiteX154" fmla="*/ 538917 w 1944000"/>
              <a:gd name="connsiteY154" fmla="*/ 468604 h 1944000"/>
              <a:gd name="connsiteX155" fmla="*/ 532241 w 1944000"/>
              <a:gd name="connsiteY155" fmla="*/ 475907 h 1944000"/>
              <a:gd name="connsiteX156" fmla="*/ 525249 w 1944000"/>
              <a:gd name="connsiteY156" fmla="*/ 483527 h 1944000"/>
              <a:gd name="connsiteX157" fmla="*/ 518891 w 1944000"/>
              <a:gd name="connsiteY157" fmla="*/ 491464 h 1944000"/>
              <a:gd name="connsiteX158" fmla="*/ 512534 w 1944000"/>
              <a:gd name="connsiteY158" fmla="*/ 499402 h 1944000"/>
              <a:gd name="connsiteX159" fmla="*/ 506813 w 1944000"/>
              <a:gd name="connsiteY159" fmla="*/ 507022 h 1944000"/>
              <a:gd name="connsiteX160" fmla="*/ 501091 w 1944000"/>
              <a:gd name="connsiteY160" fmla="*/ 515277 h 1944000"/>
              <a:gd name="connsiteX161" fmla="*/ 495370 w 1944000"/>
              <a:gd name="connsiteY161" fmla="*/ 523849 h 1944000"/>
              <a:gd name="connsiteX162" fmla="*/ 490284 w 1944000"/>
              <a:gd name="connsiteY162" fmla="*/ 532422 h 1944000"/>
              <a:gd name="connsiteX163" fmla="*/ 485198 w 1944000"/>
              <a:gd name="connsiteY163" fmla="*/ 541312 h 1944000"/>
              <a:gd name="connsiteX164" fmla="*/ 480430 w 1944000"/>
              <a:gd name="connsiteY164" fmla="*/ 550202 h 1944000"/>
              <a:gd name="connsiteX165" fmla="*/ 475980 w 1944000"/>
              <a:gd name="connsiteY165" fmla="*/ 559092 h 1944000"/>
              <a:gd name="connsiteX166" fmla="*/ 472166 w 1944000"/>
              <a:gd name="connsiteY166" fmla="*/ 568299 h 1944000"/>
              <a:gd name="connsiteX167" fmla="*/ 468352 w 1944000"/>
              <a:gd name="connsiteY167" fmla="*/ 577507 h 1944000"/>
              <a:gd name="connsiteX168" fmla="*/ 464855 w 1944000"/>
              <a:gd name="connsiteY168" fmla="*/ 586714 h 1944000"/>
              <a:gd name="connsiteX169" fmla="*/ 461994 w 1944000"/>
              <a:gd name="connsiteY169" fmla="*/ 596239 h 1944000"/>
              <a:gd name="connsiteX170" fmla="*/ 459134 w 1944000"/>
              <a:gd name="connsiteY170" fmla="*/ 605764 h 1944000"/>
              <a:gd name="connsiteX171" fmla="*/ 456591 w 1944000"/>
              <a:gd name="connsiteY171" fmla="*/ 615289 h 1944000"/>
              <a:gd name="connsiteX172" fmla="*/ 454684 w 1944000"/>
              <a:gd name="connsiteY172" fmla="*/ 624814 h 1944000"/>
              <a:gd name="connsiteX173" fmla="*/ 453094 w 1944000"/>
              <a:gd name="connsiteY173" fmla="*/ 634657 h 1944000"/>
              <a:gd name="connsiteX174" fmla="*/ 451187 w 1944000"/>
              <a:gd name="connsiteY174" fmla="*/ 644182 h 1944000"/>
              <a:gd name="connsiteX175" fmla="*/ 450234 w 1944000"/>
              <a:gd name="connsiteY175" fmla="*/ 654024 h 1944000"/>
              <a:gd name="connsiteX176" fmla="*/ 449280 w 1944000"/>
              <a:gd name="connsiteY176" fmla="*/ 664184 h 1944000"/>
              <a:gd name="connsiteX177" fmla="*/ 448962 w 1944000"/>
              <a:gd name="connsiteY177" fmla="*/ 674344 h 1944000"/>
              <a:gd name="connsiteX178" fmla="*/ 448644 w 1944000"/>
              <a:gd name="connsiteY178" fmla="*/ 684822 h 1944000"/>
              <a:gd name="connsiteX179" fmla="*/ 448962 w 1944000"/>
              <a:gd name="connsiteY179" fmla="*/ 695934 h 1944000"/>
              <a:gd name="connsiteX180" fmla="*/ 449598 w 1944000"/>
              <a:gd name="connsiteY180" fmla="*/ 706729 h 1944000"/>
              <a:gd name="connsiteX181" fmla="*/ 450552 w 1944000"/>
              <a:gd name="connsiteY181" fmla="*/ 717842 h 1944000"/>
              <a:gd name="connsiteX182" fmla="*/ 452141 w 1944000"/>
              <a:gd name="connsiteY182" fmla="*/ 728637 h 1944000"/>
              <a:gd name="connsiteX183" fmla="*/ 453730 w 1944000"/>
              <a:gd name="connsiteY183" fmla="*/ 739432 h 1944000"/>
              <a:gd name="connsiteX184" fmla="*/ 455955 w 1944000"/>
              <a:gd name="connsiteY184" fmla="*/ 749909 h 1944000"/>
              <a:gd name="connsiteX185" fmla="*/ 458180 w 1944000"/>
              <a:gd name="connsiteY185" fmla="*/ 760387 h 1944000"/>
              <a:gd name="connsiteX186" fmla="*/ 461359 w 1944000"/>
              <a:gd name="connsiteY186" fmla="*/ 770547 h 1944000"/>
              <a:gd name="connsiteX187" fmla="*/ 464537 w 1944000"/>
              <a:gd name="connsiteY187" fmla="*/ 781024 h 1944000"/>
              <a:gd name="connsiteX188" fmla="*/ 468352 w 1944000"/>
              <a:gd name="connsiteY188" fmla="*/ 791184 h 1944000"/>
              <a:gd name="connsiteX189" fmla="*/ 472484 w 1944000"/>
              <a:gd name="connsiteY189" fmla="*/ 801027 h 1944000"/>
              <a:gd name="connsiteX190" fmla="*/ 476934 w 1944000"/>
              <a:gd name="connsiteY190" fmla="*/ 810869 h 1944000"/>
              <a:gd name="connsiteX191" fmla="*/ 482020 w 1944000"/>
              <a:gd name="connsiteY191" fmla="*/ 820712 h 1944000"/>
              <a:gd name="connsiteX192" fmla="*/ 487423 w 1944000"/>
              <a:gd name="connsiteY192" fmla="*/ 830237 h 1944000"/>
              <a:gd name="connsiteX193" fmla="*/ 492827 w 1944000"/>
              <a:gd name="connsiteY193" fmla="*/ 839762 h 1944000"/>
              <a:gd name="connsiteX194" fmla="*/ 498866 w 1944000"/>
              <a:gd name="connsiteY194" fmla="*/ 848969 h 1944000"/>
              <a:gd name="connsiteX195" fmla="*/ 505541 w 1944000"/>
              <a:gd name="connsiteY195" fmla="*/ 858177 h 1944000"/>
              <a:gd name="connsiteX196" fmla="*/ 512216 w 1944000"/>
              <a:gd name="connsiteY196" fmla="*/ 867067 h 1944000"/>
              <a:gd name="connsiteX197" fmla="*/ 519527 w 1944000"/>
              <a:gd name="connsiteY197" fmla="*/ 875957 h 1944000"/>
              <a:gd name="connsiteX198" fmla="*/ 527156 w 1944000"/>
              <a:gd name="connsiteY198" fmla="*/ 884212 h 1944000"/>
              <a:gd name="connsiteX199" fmla="*/ 535102 w 1944000"/>
              <a:gd name="connsiteY199" fmla="*/ 892467 h 1944000"/>
              <a:gd name="connsiteX200" fmla="*/ 543367 w 1944000"/>
              <a:gd name="connsiteY200" fmla="*/ 900404 h 1944000"/>
              <a:gd name="connsiteX201" fmla="*/ 551949 w 1944000"/>
              <a:gd name="connsiteY201" fmla="*/ 908024 h 1944000"/>
              <a:gd name="connsiteX202" fmla="*/ 561167 w 1944000"/>
              <a:gd name="connsiteY202" fmla="*/ 915644 h 1944000"/>
              <a:gd name="connsiteX203" fmla="*/ 570385 w 1944000"/>
              <a:gd name="connsiteY203" fmla="*/ 922947 h 1944000"/>
              <a:gd name="connsiteX204" fmla="*/ 580238 w 1944000"/>
              <a:gd name="connsiteY204" fmla="*/ 929932 h 1944000"/>
              <a:gd name="connsiteX205" fmla="*/ 590410 w 1944000"/>
              <a:gd name="connsiteY205" fmla="*/ 936282 h 1944000"/>
              <a:gd name="connsiteX206" fmla="*/ 600899 w 1944000"/>
              <a:gd name="connsiteY206" fmla="*/ 942632 h 1944000"/>
              <a:gd name="connsiteX207" fmla="*/ 611706 w 1944000"/>
              <a:gd name="connsiteY207" fmla="*/ 948982 h 1944000"/>
              <a:gd name="connsiteX208" fmla="*/ 623149 w 1944000"/>
              <a:gd name="connsiteY208" fmla="*/ 954697 h 1944000"/>
              <a:gd name="connsiteX209" fmla="*/ 634592 w 1944000"/>
              <a:gd name="connsiteY209" fmla="*/ 960412 h 1944000"/>
              <a:gd name="connsiteX210" fmla="*/ 646671 w 1944000"/>
              <a:gd name="connsiteY210" fmla="*/ 966127 h 1944000"/>
              <a:gd name="connsiteX211" fmla="*/ 666378 w 1944000"/>
              <a:gd name="connsiteY211" fmla="*/ 974064 h 1944000"/>
              <a:gd name="connsiteX212" fmla="*/ 688629 w 1944000"/>
              <a:gd name="connsiteY212" fmla="*/ 982637 h 1944000"/>
              <a:gd name="connsiteX213" fmla="*/ 713739 w 1944000"/>
              <a:gd name="connsiteY213" fmla="*/ 991209 h 1944000"/>
              <a:gd name="connsiteX214" fmla="*/ 741711 w 1944000"/>
              <a:gd name="connsiteY214" fmla="*/ 1000099 h 1944000"/>
              <a:gd name="connsiteX215" fmla="*/ 772544 w 1944000"/>
              <a:gd name="connsiteY215" fmla="*/ 1009307 h 1944000"/>
              <a:gd name="connsiteX216" fmla="*/ 805919 w 1944000"/>
              <a:gd name="connsiteY216" fmla="*/ 1018514 h 1944000"/>
              <a:gd name="connsiteX217" fmla="*/ 841837 w 1944000"/>
              <a:gd name="connsiteY217" fmla="*/ 1028357 h 1944000"/>
              <a:gd name="connsiteX218" fmla="*/ 880616 w 1944000"/>
              <a:gd name="connsiteY218" fmla="*/ 1038199 h 1944000"/>
              <a:gd name="connsiteX219" fmla="*/ 880616 w 1944000"/>
              <a:gd name="connsiteY219" fmla="*/ 1433487 h 1944000"/>
              <a:gd name="connsiteX220" fmla="*/ 870444 w 1944000"/>
              <a:gd name="connsiteY220" fmla="*/ 1431582 h 1944000"/>
              <a:gd name="connsiteX221" fmla="*/ 860591 w 1944000"/>
              <a:gd name="connsiteY221" fmla="*/ 1429042 h 1944000"/>
              <a:gd name="connsiteX222" fmla="*/ 850737 w 1944000"/>
              <a:gd name="connsiteY222" fmla="*/ 1426820 h 1944000"/>
              <a:gd name="connsiteX223" fmla="*/ 841519 w 1944000"/>
              <a:gd name="connsiteY223" fmla="*/ 1424280 h 1944000"/>
              <a:gd name="connsiteX224" fmla="*/ 831983 w 1944000"/>
              <a:gd name="connsiteY224" fmla="*/ 1421422 h 1944000"/>
              <a:gd name="connsiteX225" fmla="*/ 823083 w 1944000"/>
              <a:gd name="connsiteY225" fmla="*/ 1418247 h 1944000"/>
              <a:gd name="connsiteX226" fmla="*/ 814183 w 1944000"/>
              <a:gd name="connsiteY226" fmla="*/ 1415072 h 1944000"/>
              <a:gd name="connsiteX227" fmla="*/ 805283 w 1944000"/>
              <a:gd name="connsiteY227" fmla="*/ 1411580 h 1944000"/>
              <a:gd name="connsiteX228" fmla="*/ 796701 w 1944000"/>
              <a:gd name="connsiteY228" fmla="*/ 1408087 h 1944000"/>
              <a:gd name="connsiteX229" fmla="*/ 788437 w 1944000"/>
              <a:gd name="connsiteY229" fmla="*/ 1404277 h 1944000"/>
              <a:gd name="connsiteX230" fmla="*/ 780490 w 1944000"/>
              <a:gd name="connsiteY230" fmla="*/ 1400150 h 1944000"/>
              <a:gd name="connsiteX231" fmla="*/ 772544 w 1944000"/>
              <a:gd name="connsiteY231" fmla="*/ 1396022 h 1944000"/>
              <a:gd name="connsiteX232" fmla="*/ 764915 w 1944000"/>
              <a:gd name="connsiteY232" fmla="*/ 1391260 h 1944000"/>
              <a:gd name="connsiteX233" fmla="*/ 757604 w 1944000"/>
              <a:gd name="connsiteY233" fmla="*/ 1386815 h 1944000"/>
              <a:gd name="connsiteX234" fmla="*/ 750293 w 1944000"/>
              <a:gd name="connsiteY234" fmla="*/ 1381735 h 1944000"/>
              <a:gd name="connsiteX235" fmla="*/ 743618 w 1944000"/>
              <a:gd name="connsiteY235" fmla="*/ 1376655 h 1944000"/>
              <a:gd name="connsiteX236" fmla="*/ 732811 w 1944000"/>
              <a:gd name="connsiteY236" fmla="*/ 1368082 h 1944000"/>
              <a:gd name="connsiteX237" fmla="*/ 722640 w 1944000"/>
              <a:gd name="connsiteY237" fmla="*/ 1359192 h 1944000"/>
              <a:gd name="connsiteX238" fmla="*/ 713104 w 1944000"/>
              <a:gd name="connsiteY238" fmla="*/ 1349985 h 1944000"/>
              <a:gd name="connsiteX239" fmla="*/ 704204 w 1944000"/>
              <a:gd name="connsiteY239" fmla="*/ 1340142 h 1944000"/>
              <a:gd name="connsiteX240" fmla="*/ 695621 w 1944000"/>
              <a:gd name="connsiteY240" fmla="*/ 1329982 h 1944000"/>
              <a:gd name="connsiteX241" fmla="*/ 687675 w 1944000"/>
              <a:gd name="connsiteY241" fmla="*/ 1319187 h 1944000"/>
              <a:gd name="connsiteX242" fmla="*/ 680046 w 1944000"/>
              <a:gd name="connsiteY242" fmla="*/ 1308075 h 1944000"/>
              <a:gd name="connsiteX243" fmla="*/ 673371 w 1944000"/>
              <a:gd name="connsiteY243" fmla="*/ 1296327 h 1944000"/>
              <a:gd name="connsiteX244" fmla="*/ 667014 w 1944000"/>
              <a:gd name="connsiteY244" fmla="*/ 1284262 h 1944000"/>
              <a:gd name="connsiteX245" fmla="*/ 660975 w 1944000"/>
              <a:gd name="connsiteY245" fmla="*/ 1271562 h 1944000"/>
              <a:gd name="connsiteX246" fmla="*/ 655889 w 1944000"/>
              <a:gd name="connsiteY246" fmla="*/ 1258862 h 1944000"/>
              <a:gd name="connsiteX247" fmla="*/ 651121 w 1944000"/>
              <a:gd name="connsiteY247" fmla="*/ 1245209 h 1944000"/>
              <a:gd name="connsiteX248" fmla="*/ 646989 w 1944000"/>
              <a:gd name="connsiteY248" fmla="*/ 1231557 h 1944000"/>
              <a:gd name="connsiteX249" fmla="*/ 642857 w 1944000"/>
              <a:gd name="connsiteY249" fmla="*/ 1217269 h 1944000"/>
              <a:gd name="connsiteX250" fmla="*/ 639996 w 1944000"/>
              <a:gd name="connsiteY250" fmla="*/ 1202664 h 1944000"/>
              <a:gd name="connsiteX251" fmla="*/ 637453 w 1944000"/>
              <a:gd name="connsiteY251" fmla="*/ 1187424 h 1944000"/>
              <a:gd name="connsiteX252" fmla="*/ 410819 w 1944000"/>
              <a:gd name="connsiteY252" fmla="*/ 1219492 h 1944000"/>
              <a:gd name="connsiteX253" fmla="*/ 413044 w 1944000"/>
              <a:gd name="connsiteY253" fmla="*/ 1231557 h 1944000"/>
              <a:gd name="connsiteX254" fmla="*/ 415587 w 1944000"/>
              <a:gd name="connsiteY254" fmla="*/ 1243304 h 1944000"/>
              <a:gd name="connsiteX255" fmla="*/ 418766 w 1944000"/>
              <a:gd name="connsiteY255" fmla="*/ 1255370 h 1944000"/>
              <a:gd name="connsiteX256" fmla="*/ 421626 w 1944000"/>
              <a:gd name="connsiteY256" fmla="*/ 1266800 h 1944000"/>
              <a:gd name="connsiteX257" fmla="*/ 424805 w 1944000"/>
              <a:gd name="connsiteY257" fmla="*/ 1278230 h 1944000"/>
              <a:gd name="connsiteX258" fmla="*/ 428619 w 1944000"/>
              <a:gd name="connsiteY258" fmla="*/ 1289660 h 1944000"/>
              <a:gd name="connsiteX259" fmla="*/ 432116 w 1944000"/>
              <a:gd name="connsiteY259" fmla="*/ 1300455 h 1944000"/>
              <a:gd name="connsiteX260" fmla="*/ 435930 w 1944000"/>
              <a:gd name="connsiteY260" fmla="*/ 1311250 h 1944000"/>
              <a:gd name="connsiteX261" fmla="*/ 440062 w 1944000"/>
              <a:gd name="connsiteY261" fmla="*/ 1321727 h 1944000"/>
              <a:gd name="connsiteX262" fmla="*/ 444512 w 1944000"/>
              <a:gd name="connsiteY262" fmla="*/ 1332205 h 1944000"/>
              <a:gd name="connsiteX263" fmla="*/ 448644 w 1944000"/>
              <a:gd name="connsiteY263" fmla="*/ 1342682 h 1944000"/>
              <a:gd name="connsiteX264" fmla="*/ 453412 w 1944000"/>
              <a:gd name="connsiteY264" fmla="*/ 1352525 h 1944000"/>
              <a:gd name="connsiteX265" fmla="*/ 458180 w 1944000"/>
              <a:gd name="connsiteY265" fmla="*/ 1362367 h 1944000"/>
              <a:gd name="connsiteX266" fmla="*/ 463266 w 1944000"/>
              <a:gd name="connsiteY266" fmla="*/ 1372210 h 1944000"/>
              <a:gd name="connsiteX267" fmla="*/ 468352 w 1944000"/>
              <a:gd name="connsiteY267" fmla="*/ 1381735 h 1944000"/>
              <a:gd name="connsiteX268" fmla="*/ 473755 w 1944000"/>
              <a:gd name="connsiteY268" fmla="*/ 1390942 h 1944000"/>
              <a:gd name="connsiteX269" fmla="*/ 479477 w 1944000"/>
              <a:gd name="connsiteY269" fmla="*/ 1399832 h 1944000"/>
              <a:gd name="connsiteX270" fmla="*/ 485198 w 1944000"/>
              <a:gd name="connsiteY270" fmla="*/ 1409040 h 1944000"/>
              <a:gd name="connsiteX271" fmla="*/ 491238 w 1944000"/>
              <a:gd name="connsiteY271" fmla="*/ 1417612 h 1944000"/>
              <a:gd name="connsiteX272" fmla="*/ 497595 w 1944000"/>
              <a:gd name="connsiteY272" fmla="*/ 1426185 h 1944000"/>
              <a:gd name="connsiteX273" fmla="*/ 503634 w 1944000"/>
              <a:gd name="connsiteY273" fmla="*/ 1434757 h 1944000"/>
              <a:gd name="connsiteX274" fmla="*/ 510309 w 1944000"/>
              <a:gd name="connsiteY274" fmla="*/ 1442695 h 1944000"/>
              <a:gd name="connsiteX275" fmla="*/ 517302 w 1944000"/>
              <a:gd name="connsiteY275" fmla="*/ 1450950 h 1944000"/>
              <a:gd name="connsiteX276" fmla="*/ 524295 w 1944000"/>
              <a:gd name="connsiteY276" fmla="*/ 1458570 h 1944000"/>
              <a:gd name="connsiteX277" fmla="*/ 531288 w 1944000"/>
              <a:gd name="connsiteY277" fmla="*/ 1466190 h 1944000"/>
              <a:gd name="connsiteX278" fmla="*/ 538599 w 1944000"/>
              <a:gd name="connsiteY278" fmla="*/ 1473492 h 1944000"/>
              <a:gd name="connsiteX279" fmla="*/ 546227 w 1944000"/>
              <a:gd name="connsiteY279" fmla="*/ 1480795 h 1944000"/>
              <a:gd name="connsiteX280" fmla="*/ 553856 w 1944000"/>
              <a:gd name="connsiteY280" fmla="*/ 1487780 h 1944000"/>
              <a:gd name="connsiteX281" fmla="*/ 561802 w 1944000"/>
              <a:gd name="connsiteY281" fmla="*/ 1494765 h 1944000"/>
              <a:gd name="connsiteX282" fmla="*/ 570067 w 1944000"/>
              <a:gd name="connsiteY282" fmla="*/ 1501750 h 1944000"/>
              <a:gd name="connsiteX283" fmla="*/ 578331 w 1944000"/>
              <a:gd name="connsiteY283" fmla="*/ 1507782 h 1944000"/>
              <a:gd name="connsiteX284" fmla="*/ 586913 w 1944000"/>
              <a:gd name="connsiteY284" fmla="*/ 1514132 h 1944000"/>
              <a:gd name="connsiteX285" fmla="*/ 600581 w 1944000"/>
              <a:gd name="connsiteY285" fmla="*/ 1523657 h 1944000"/>
              <a:gd name="connsiteX286" fmla="*/ 615203 w 1944000"/>
              <a:gd name="connsiteY286" fmla="*/ 1532865 h 1944000"/>
              <a:gd name="connsiteX287" fmla="*/ 630142 w 1944000"/>
              <a:gd name="connsiteY287" fmla="*/ 1541437 h 1944000"/>
              <a:gd name="connsiteX288" fmla="*/ 645717 w 1944000"/>
              <a:gd name="connsiteY288" fmla="*/ 1549375 h 1944000"/>
              <a:gd name="connsiteX289" fmla="*/ 661928 w 1944000"/>
              <a:gd name="connsiteY289" fmla="*/ 1556995 h 1944000"/>
              <a:gd name="connsiteX290" fmla="*/ 678775 w 1944000"/>
              <a:gd name="connsiteY290" fmla="*/ 1563980 h 1944000"/>
              <a:gd name="connsiteX291" fmla="*/ 696257 w 1944000"/>
              <a:gd name="connsiteY291" fmla="*/ 1570647 h 1944000"/>
              <a:gd name="connsiteX292" fmla="*/ 714375 w 1944000"/>
              <a:gd name="connsiteY292" fmla="*/ 1576680 h 1944000"/>
              <a:gd name="connsiteX293" fmla="*/ 733129 w 1944000"/>
              <a:gd name="connsiteY293" fmla="*/ 1582395 h 1944000"/>
              <a:gd name="connsiteX294" fmla="*/ 752518 w 1944000"/>
              <a:gd name="connsiteY294" fmla="*/ 1587475 h 1944000"/>
              <a:gd name="connsiteX295" fmla="*/ 772544 w 1944000"/>
              <a:gd name="connsiteY295" fmla="*/ 1592237 h 1944000"/>
              <a:gd name="connsiteX296" fmla="*/ 792887 w 1944000"/>
              <a:gd name="connsiteY296" fmla="*/ 1596365 h 1944000"/>
              <a:gd name="connsiteX297" fmla="*/ 814183 w 1944000"/>
              <a:gd name="connsiteY297" fmla="*/ 1600175 h 1944000"/>
              <a:gd name="connsiteX298" fmla="*/ 835480 w 1944000"/>
              <a:gd name="connsiteY298" fmla="*/ 1603350 h 1944000"/>
              <a:gd name="connsiteX299" fmla="*/ 858048 w 1944000"/>
              <a:gd name="connsiteY299" fmla="*/ 1606525 h 1944000"/>
              <a:gd name="connsiteX300" fmla="*/ 880616 w 1944000"/>
              <a:gd name="connsiteY300" fmla="*/ 1608747 h 1944000"/>
              <a:gd name="connsiteX301" fmla="*/ 880616 w 1944000"/>
              <a:gd name="connsiteY301" fmla="*/ 1726857 h 1944000"/>
              <a:gd name="connsiteX302" fmla="*/ 1063385 w 1944000"/>
              <a:gd name="connsiteY302" fmla="*/ 1726857 h 1944000"/>
              <a:gd name="connsiteX303" fmla="*/ 1063385 w 1944000"/>
              <a:gd name="connsiteY303" fmla="*/ 1610652 h 1944000"/>
              <a:gd name="connsiteX304" fmla="*/ 1077371 w 1944000"/>
              <a:gd name="connsiteY304" fmla="*/ 1609382 h 1944000"/>
              <a:gd name="connsiteX305" fmla="*/ 1091675 w 1944000"/>
              <a:gd name="connsiteY305" fmla="*/ 1607795 h 1944000"/>
              <a:gd name="connsiteX306" fmla="*/ 1105661 w 1944000"/>
              <a:gd name="connsiteY306" fmla="*/ 1606207 h 1944000"/>
              <a:gd name="connsiteX307" fmla="*/ 1119329 w 1944000"/>
              <a:gd name="connsiteY307" fmla="*/ 1603985 h 1944000"/>
              <a:gd name="connsiteX308" fmla="*/ 1133314 w 1944000"/>
              <a:gd name="connsiteY308" fmla="*/ 1602080 h 1944000"/>
              <a:gd name="connsiteX309" fmla="*/ 1146665 w 1944000"/>
              <a:gd name="connsiteY309" fmla="*/ 1599857 h 1944000"/>
              <a:gd name="connsiteX310" fmla="*/ 1160015 w 1944000"/>
              <a:gd name="connsiteY310" fmla="*/ 1597317 h 1944000"/>
              <a:gd name="connsiteX311" fmla="*/ 1173047 w 1944000"/>
              <a:gd name="connsiteY311" fmla="*/ 1594142 h 1944000"/>
              <a:gd name="connsiteX312" fmla="*/ 1186397 w 1944000"/>
              <a:gd name="connsiteY312" fmla="*/ 1591285 h 1944000"/>
              <a:gd name="connsiteX313" fmla="*/ 1199111 w 1944000"/>
              <a:gd name="connsiteY313" fmla="*/ 1587792 h 1944000"/>
              <a:gd name="connsiteX314" fmla="*/ 1212144 w 1944000"/>
              <a:gd name="connsiteY314" fmla="*/ 1584300 h 1944000"/>
              <a:gd name="connsiteX315" fmla="*/ 1224540 w 1944000"/>
              <a:gd name="connsiteY315" fmla="*/ 1580807 h 1944000"/>
              <a:gd name="connsiteX316" fmla="*/ 1236937 w 1944000"/>
              <a:gd name="connsiteY316" fmla="*/ 1576680 h 1944000"/>
              <a:gd name="connsiteX317" fmla="*/ 1249333 w 1944000"/>
              <a:gd name="connsiteY317" fmla="*/ 1572552 h 1944000"/>
              <a:gd name="connsiteX318" fmla="*/ 1261412 w 1944000"/>
              <a:gd name="connsiteY318" fmla="*/ 1567790 h 1944000"/>
              <a:gd name="connsiteX319" fmla="*/ 1273491 w 1944000"/>
              <a:gd name="connsiteY319" fmla="*/ 1563345 h 1944000"/>
              <a:gd name="connsiteX320" fmla="*/ 1288748 w 1944000"/>
              <a:gd name="connsiteY320" fmla="*/ 1556995 h 1944000"/>
              <a:gd name="connsiteX321" fmla="*/ 1304005 w 1944000"/>
              <a:gd name="connsiteY321" fmla="*/ 1550010 h 1944000"/>
              <a:gd name="connsiteX322" fmla="*/ 1318627 w 1944000"/>
              <a:gd name="connsiteY322" fmla="*/ 1543025 h 1944000"/>
              <a:gd name="connsiteX323" fmla="*/ 1332613 w 1944000"/>
              <a:gd name="connsiteY323" fmla="*/ 1535722 h 1944000"/>
              <a:gd name="connsiteX324" fmla="*/ 1346598 w 1944000"/>
              <a:gd name="connsiteY324" fmla="*/ 1528102 h 1944000"/>
              <a:gd name="connsiteX325" fmla="*/ 1359631 w 1944000"/>
              <a:gd name="connsiteY325" fmla="*/ 1519847 h 1944000"/>
              <a:gd name="connsiteX326" fmla="*/ 1372345 w 1944000"/>
              <a:gd name="connsiteY326" fmla="*/ 1511592 h 1944000"/>
              <a:gd name="connsiteX327" fmla="*/ 1384742 w 1944000"/>
              <a:gd name="connsiteY327" fmla="*/ 1502702 h 1944000"/>
              <a:gd name="connsiteX328" fmla="*/ 1396185 w 1944000"/>
              <a:gd name="connsiteY328" fmla="*/ 1493812 h 1944000"/>
              <a:gd name="connsiteX329" fmla="*/ 1407945 w 1944000"/>
              <a:gd name="connsiteY329" fmla="*/ 1484287 h 1944000"/>
              <a:gd name="connsiteX330" fmla="*/ 1418753 w 1944000"/>
              <a:gd name="connsiteY330" fmla="*/ 1474762 h 1944000"/>
              <a:gd name="connsiteX331" fmla="*/ 1429242 w 1944000"/>
              <a:gd name="connsiteY331" fmla="*/ 1464602 h 1944000"/>
              <a:gd name="connsiteX332" fmla="*/ 1439096 w 1944000"/>
              <a:gd name="connsiteY332" fmla="*/ 1454125 h 1944000"/>
              <a:gd name="connsiteX333" fmla="*/ 1448631 w 1944000"/>
              <a:gd name="connsiteY333" fmla="*/ 1443647 h 1944000"/>
              <a:gd name="connsiteX334" fmla="*/ 1457531 w 1944000"/>
              <a:gd name="connsiteY334" fmla="*/ 1432535 h 1944000"/>
              <a:gd name="connsiteX335" fmla="*/ 1466114 w 1944000"/>
              <a:gd name="connsiteY335" fmla="*/ 1421422 h 1944000"/>
              <a:gd name="connsiteX336" fmla="*/ 1474378 w 1944000"/>
              <a:gd name="connsiteY336" fmla="*/ 1409675 h 1944000"/>
              <a:gd name="connsiteX337" fmla="*/ 1482007 w 1944000"/>
              <a:gd name="connsiteY337" fmla="*/ 1398245 h 1944000"/>
              <a:gd name="connsiteX338" fmla="*/ 1489000 w 1944000"/>
              <a:gd name="connsiteY338" fmla="*/ 1386497 h 1944000"/>
              <a:gd name="connsiteX339" fmla="*/ 1495675 w 1944000"/>
              <a:gd name="connsiteY339" fmla="*/ 1374432 h 1944000"/>
              <a:gd name="connsiteX340" fmla="*/ 1501396 w 1944000"/>
              <a:gd name="connsiteY340" fmla="*/ 1362685 h 1944000"/>
              <a:gd name="connsiteX341" fmla="*/ 1507118 w 1944000"/>
              <a:gd name="connsiteY341" fmla="*/ 1350620 h 1944000"/>
              <a:gd name="connsiteX342" fmla="*/ 1512203 w 1944000"/>
              <a:gd name="connsiteY342" fmla="*/ 1338555 h 1944000"/>
              <a:gd name="connsiteX343" fmla="*/ 1516335 w 1944000"/>
              <a:gd name="connsiteY343" fmla="*/ 1326490 h 1944000"/>
              <a:gd name="connsiteX344" fmla="*/ 1520468 w 1944000"/>
              <a:gd name="connsiteY344" fmla="*/ 1314107 h 1944000"/>
              <a:gd name="connsiteX345" fmla="*/ 1523964 w 1944000"/>
              <a:gd name="connsiteY345" fmla="*/ 1301725 h 1944000"/>
              <a:gd name="connsiteX346" fmla="*/ 1526507 w 1944000"/>
              <a:gd name="connsiteY346" fmla="*/ 1289025 h 1944000"/>
              <a:gd name="connsiteX347" fmla="*/ 1528732 w 1944000"/>
              <a:gd name="connsiteY347" fmla="*/ 1276642 h 1944000"/>
              <a:gd name="connsiteX348" fmla="*/ 1530957 w 1944000"/>
              <a:gd name="connsiteY348" fmla="*/ 1263942 h 1944000"/>
              <a:gd name="connsiteX349" fmla="*/ 1532228 w 1944000"/>
              <a:gd name="connsiteY349" fmla="*/ 1251242 h 1944000"/>
              <a:gd name="connsiteX350" fmla="*/ 1532864 w 1944000"/>
              <a:gd name="connsiteY350" fmla="*/ 1238542 h 1944000"/>
              <a:gd name="connsiteX351" fmla="*/ 1533182 w 1944000"/>
              <a:gd name="connsiteY351" fmla="*/ 1225207 h 1944000"/>
              <a:gd name="connsiteX352" fmla="*/ 1533182 w 1944000"/>
              <a:gd name="connsiteY352" fmla="*/ 1212189 h 1944000"/>
              <a:gd name="connsiteX353" fmla="*/ 1532546 w 1944000"/>
              <a:gd name="connsiteY353" fmla="*/ 1199172 h 1944000"/>
              <a:gd name="connsiteX354" fmla="*/ 1531275 w 1944000"/>
              <a:gd name="connsiteY354" fmla="*/ 1186789 h 1944000"/>
              <a:gd name="connsiteX355" fmla="*/ 1530003 w 1944000"/>
              <a:gd name="connsiteY355" fmla="*/ 1174407 h 1944000"/>
              <a:gd name="connsiteX356" fmla="*/ 1527778 w 1944000"/>
              <a:gd name="connsiteY356" fmla="*/ 1162342 h 1944000"/>
              <a:gd name="connsiteX357" fmla="*/ 1525553 w 1944000"/>
              <a:gd name="connsiteY357" fmla="*/ 1150594 h 1944000"/>
              <a:gd name="connsiteX358" fmla="*/ 1522693 w 1944000"/>
              <a:gd name="connsiteY358" fmla="*/ 1138847 h 1944000"/>
              <a:gd name="connsiteX359" fmla="*/ 1519514 w 1944000"/>
              <a:gd name="connsiteY359" fmla="*/ 1127734 h 1944000"/>
              <a:gd name="connsiteX360" fmla="*/ 1516018 w 1944000"/>
              <a:gd name="connsiteY360" fmla="*/ 1116939 h 1944000"/>
              <a:gd name="connsiteX361" fmla="*/ 1511885 w 1944000"/>
              <a:gd name="connsiteY361" fmla="*/ 1106144 h 1944000"/>
              <a:gd name="connsiteX362" fmla="*/ 1507435 w 1944000"/>
              <a:gd name="connsiteY362" fmla="*/ 1095349 h 1944000"/>
              <a:gd name="connsiteX363" fmla="*/ 1502350 w 1944000"/>
              <a:gd name="connsiteY363" fmla="*/ 1085189 h 1944000"/>
              <a:gd name="connsiteX364" fmla="*/ 1496946 w 1944000"/>
              <a:gd name="connsiteY364" fmla="*/ 1075347 h 1944000"/>
              <a:gd name="connsiteX365" fmla="*/ 1491225 w 1944000"/>
              <a:gd name="connsiteY365" fmla="*/ 1065822 h 1944000"/>
              <a:gd name="connsiteX366" fmla="*/ 1485185 w 1944000"/>
              <a:gd name="connsiteY366" fmla="*/ 1056614 h 1944000"/>
              <a:gd name="connsiteX367" fmla="*/ 1478510 w 1944000"/>
              <a:gd name="connsiteY367" fmla="*/ 1047407 h 1944000"/>
              <a:gd name="connsiteX368" fmla="*/ 1471517 w 1944000"/>
              <a:gd name="connsiteY368" fmla="*/ 1038517 h 1944000"/>
              <a:gd name="connsiteX369" fmla="*/ 1463889 w 1944000"/>
              <a:gd name="connsiteY369" fmla="*/ 1029944 h 1944000"/>
              <a:gd name="connsiteX370" fmla="*/ 1456260 w 1944000"/>
              <a:gd name="connsiteY370" fmla="*/ 1021689 h 1944000"/>
              <a:gd name="connsiteX371" fmla="*/ 1448314 w 1944000"/>
              <a:gd name="connsiteY371" fmla="*/ 1013752 h 1944000"/>
              <a:gd name="connsiteX372" fmla="*/ 1440049 w 1944000"/>
              <a:gd name="connsiteY372" fmla="*/ 1005814 h 1944000"/>
              <a:gd name="connsiteX373" fmla="*/ 1431467 w 1944000"/>
              <a:gd name="connsiteY373" fmla="*/ 998512 h 1944000"/>
              <a:gd name="connsiteX374" fmla="*/ 1422567 w 1944000"/>
              <a:gd name="connsiteY374" fmla="*/ 991527 h 1944000"/>
              <a:gd name="connsiteX375" fmla="*/ 1413349 w 1944000"/>
              <a:gd name="connsiteY375" fmla="*/ 984542 h 1944000"/>
              <a:gd name="connsiteX376" fmla="*/ 1403813 w 1944000"/>
              <a:gd name="connsiteY376" fmla="*/ 977557 h 1944000"/>
              <a:gd name="connsiteX377" fmla="*/ 1393959 w 1944000"/>
              <a:gd name="connsiteY377" fmla="*/ 971207 h 1944000"/>
              <a:gd name="connsiteX378" fmla="*/ 1383788 w 1944000"/>
              <a:gd name="connsiteY378" fmla="*/ 965174 h 1944000"/>
              <a:gd name="connsiteX379" fmla="*/ 1373299 w 1944000"/>
              <a:gd name="connsiteY379" fmla="*/ 959142 h 1944000"/>
              <a:gd name="connsiteX380" fmla="*/ 1362491 w 1944000"/>
              <a:gd name="connsiteY380" fmla="*/ 953427 h 1944000"/>
              <a:gd name="connsiteX381" fmla="*/ 1351048 w 1944000"/>
              <a:gd name="connsiteY381" fmla="*/ 948347 h 1944000"/>
              <a:gd name="connsiteX382" fmla="*/ 1339605 w 1944000"/>
              <a:gd name="connsiteY382" fmla="*/ 942949 h 1944000"/>
              <a:gd name="connsiteX383" fmla="*/ 1327845 w 1944000"/>
              <a:gd name="connsiteY383" fmla="*/ 937869 h 1944000"/>
              <a:gd name="connsiteX384" fmla="*/ 1305912 w 1944000"/>
              <a:gd name="connsiteY384" fmla="*/ 930249 h 1944000"/>
              <a:gd name="connsiteX385" fmla="*/ 1280801 w 1944000"/>
              <a:gd name="connsiteY385" fmla="*/ 921677 h 1944000"/>
              <a:gd name="connsiteX386" fmla="*/ 1252512 w 1944000"/>
              <a:gd name="connsiteY386" fmla="*/ 912469 h 1944000"/>
              <a:gd name="connsiteX387" fmla="*/ 1221362 w 1944000"/>
              <a:gd name="connsiteY387" fmla="*/ 902627 h 1944000"/>
              <a:gd name="connsiteX388" fmla="*/ 1186397 w 1944000"/>
              <a:gd name="connsiteY388" fmla="*/ 892784 h 1944000"/>
              <a:gd name="connsiteX389" fmla="*/ 1148572 w 1944000"/>
              <a:gd name="connsiteY389" fmla="*/ 882307 h 1944000"/>
              <a:gd name="connsiteX390" fmla="*/ 1107568 w 1944000"/>
              <a:gd name="connsiteY390" fmla="*/ 871512 h 1944000"/>
              <a:gd name="connsiteX391" fmla="*/ 1063385 w 1944000"/>
              <a:gd name="connsiteY391" fmla="*/ 860399 h 1944000"/>
              <a:gd name="connsiteX392" fmla="*/ 1063385 w 1944000"/>
              <a:gd name="connsiteY392" fmla="*/ 511149 h 1944000"/>
              <a:gd name="connsiteX393" fmla="*/ 1078960 w 1944000"/>
              <a:gd name="connsiteY393" fmla="*/ 514642 h 1944000"/>
              <a:gd name="connsiteX394" fmla="*/ 1093582 w 1944000"/>
              <a:gd name="connsiteY394" fmla="*/ 518769 h 1944000"/>
              <a:gd name="connsiteX395" fmla="*/ 1108204 w 1944000"/>
              <a:gd name="connsiteY395" fmla="*/ 523214 h 1944000"/>
              <a:gd name="connsiteX396" fmla="*/ 1121554 w 1944000"/>
              <a:gd name="connsiteY396" fmla="*/ 528612 h 1944000"/>
              <a:gd name="connsiteX397" fmla="*/ 1128229 w 1944000"/>
              <a:gd name="connsiteY397" fmla="*/ 531469 h 1944000"/>
              <a:gd name="connsiteX398" fmla="*/ 1134904 w 1944000"/>
              <a:gd name="connsiteY398" fmla="*/ 534644 h 1944000"/>
              <a:gd name="connsiteX399" fmla="*/ 1141261 w 1944000"/>
              <a:gd name="connsiteY399" fmla="*/ 537502 h 1944000"/>
              <a:gd name="connsiteX400" fmla="*/ 1146982 w 1944000"/>
              <a:gd name="connsiteY400" fmla="*/ 540677 h 1944000"/>
              <a:gd name="connsiteX401" fmla="*/ 1153022 w 1944000"/>
              <a:gd name="connsiteY401" fmla="*/ 544169 h 1944000"/>
              <a:gd name="connsiteX402" fmla="*/ 1159061 w 1944000"/>
              <a:gd name="connsiteY402" fmla="*/ 547662 h 1944000"/>
              <a:gd name="connsiteX403" fmla="*/ 1164465 w 1944000"/>
              <a:gd name="connsiteY403" fmla="*/ 551154 h 1944000"/>
              <a:gd name="connsiteX404" fmla="*/ 1169868 w 1944000"/>
              <a:gd name="connsiteY404" fmla="*/ 555282 h 1944000"/>
              <a:gd name="connsiteX405" fmla="*/ 1178768 w 1944000"/>
              <a:gd name="connsiteY405" fmla="*/ 561949 h 1944000"/>
              <a:gd name="connsiteX406" fmla="*/ 1187351 w 1944000"/>
              <a:gd name="connsiteY406" fmla="*/ 568934 h 1944000"/>
              <a:gd name="connsiteX407" fmla="*/ 1195297 w 1944000"/>
              <a:gd name="connsiteY407" fmla="*/ 576554 h 1944000"/>
              <a:gd name="connsiteX408" fmla="*/ 1202926 w 1944000"/>
              <a:gd name="connsiteY408" fmla="*/ 584174 h 1944000"/>
              <a:gd name="connsiteX409" fmla="*/ 1209919 w 1944000"/>
              <a:gd name="connsiteY409" fmla="*/ 592429 h 1944000"/>
              <a:gd name="connsiteX410" fmla="*/ 1216594 w 1944000"/>
              <a:gd name="connsiteY410" fmla="*/ 601002 h 1944000"/>
              <a:gd name="connsiteX411" fmla="*/ 1222633 w 1944000"/>
              <a:gd name="connsiteY411" fmla="*/ 609574 h 1944000"/>
              <a:gd name="connsiteX412" fmla="*/ 1228355 w 1944000"/>
              <a:gd name="connsiteY412" fmla="*/ 618782 h 1944000"/>
              <a:gd name="connsiteX413" fmla="*/ 1233758 w 1944000"/>
              <a:gd name="connsiteY413" fmla="*/ 627989 h 1944000"/>
              <a:gd name="connsiteX414" fmla="*/ 1238844 w 1944000"/>
              <a:gd name="connsiteY414" fmla="*/ 637832 h 1944000"/>
              <a:gd name="connsiteX415" fmla="*/ 1242976 w 1944000"/>
              <a:gd name="connsiteY415" fmla="*/ 647674 h 1944000"/>
              <a:gd name="connsiteX416" fmla="*/ 1247108 w 1944000"/>
              <a:gd name="connsiteY416" fmla="*/ 658469 h 1944000"/>
              <a:gd name="connsiteX417" fmla="*/ 1250287 w 1944000"/>
              <a:gd name="connsiteY417" fmla="*/ 668947 h 1944000"/>
              <a:gd name="connsiteX418" fmla="*/ 1253465 w 1944000"/>
              <a:gd name="connsiteY418" fmla="*/ 680059 h 1944000"/>
              <a:gd name="connsiteX419" fmla="*/ 1256326 w 1944000"/>
              <a:gd name="connsiteY419" fmla="*/ 691172 h 1944000"/>
              <a:gd name="connsiteX420" fmla="*/ 1258233 w 1944000"/>
              <a:gd name="connsiteY420" fmla="*/ 702919 h 1944000"/>
              <a:gd name="connsiteX421" fmla="*/ 1482324 w 1944000"/>
              <a:gd name="connsiteY421" fmla="*/ 675297 h 1944000"/>
              <a:gd name="connsiteX422" fmla="*/ 1479464 w 1944000"/>
              <a:gd name="connsiteY422" fmla="*/ 660692 h 1944000"/>
              <a:gd name="connsiteX423" fmla="*/ 1475967 w 1944000"/>
              <a:gd name="connsiteY423" fmla="*/ 646087 h 1944000"/>
              <a:gd name="connsiteX424" fmla="*/ 1472789 w 1944000"/>
              <a:gd name="connsiteY424" fmla="*/ 632434 h 1944000"/>
              <a:gd name="connsiteX425" fmla="*/ 1469292 w 1944000"/>
              <a:gd name="connsiteY425" fmla="*/ 618782 h 1944000"/>
              <a:gd name="connsiteX426" fmla="*/ 1465160 w 1944000"/>
              <a:gd name="connsiteY426" fmla="*/ 605764 h 1944000"/>
              <a:gd name="connsiteX427" fmla="*/ 1461028 w 1944000"/>
              <a:gd name="connsiteY427" fmla="*/ 592747 h 1944000"/>
              <a:gd name="connsiteX428" fmla="*/ 1456260 w 1944000"/>
              <a:gd name="connsiteY428" fmla="*/ 580364 h 1944000"/>
              <a:gd name="connsiteX429" fmla="*/ 1451810 w 1944000"/>
              <a:gd name="connsiteY429" fmla="*/ 568299 h 1944000"/>
              <a:gd name="connsiteX430" fmla="*/ 1446406 w 1944000"/>
              <a:gd name="connsiteY430" fmla="*/ 556552 h 1944000"/>
              <a:gd name="connsiteX431" fmla="*/ 1441321 w 1944000"/>
              <a:gd name="connsiteY431" fmla="*/ 545439 h 1944000"/>
              <a:gd name="connsiteX432" fmla="*/ 1435599 w 1944000"/>
              <a:gd name="connsiteY432" fmla="*/ 534644 h 1944000"/>
              <a:gd name="connsiteX433" fmla="*/ 1429560 w 1944000"/>
              <a:gd name="connsiteY433" fmla="*/ 523532 h 1944000"/>
              <a:gd name="connsiteX434" fmla="*/ 1423838 w 1944000"/>
              <a:gd name="connsiteY434" fmla="*/ 513689 h 1944000"/>
              <a:gd name="connsiteX435" fmla="*/ 1417163 w 1944000"/>
              <a:gd name="connsiteY435" fmla="*/ 503847 h 1944000"/>
              <a:gd name="connsiteX436" fmla="*/ 1410488 w 1944000"/>
              <a:gd name="connsiteY436" fmla="*/ 494322 h 1944000"/>
              <a:gd name="connsiteX437" fmla="*/ 1403177 w 1944000"/>
              <a:gd name="connsiteY437" fmla="*/ 485432 h 1944000"/>
              <a:gd name="connsiteX438" fmla="*/ 1395867 w 1944000"/>
              <a:gd name="connsiteY438" fmla="*/ 476542 h 1944000"/>
              <a:gd name="connsiteX439" fmla="*/ 1388238 w 1944000"/>
              <a:gd name="connsiteY439" fmla="*/ 467969 h 1944000"/>
              <a:gd name="connsiteX440" fmla="*/ 1379974 w 1944000"/>
              <a:gd name="connsiteY440" fmla="*/ 459714 h 1944000"/>
              <a:gd name="connsiteX441" fmla="*/ 1371074 w 1944000"/>
              <a:gd name="connsiteY441" fmla="*/ 451459 h 1944000"/>
              <a:gd name="connsiteX442" fmla="*/ 1361538 w 1944000"/>
              <a:gd name="connsiteY442" fmla="*/ 443522 h 1944000"/>
              <a:gd name="connsiteX443" fmla="*/ 1351366 w 1944000"/>
              <a:gd name="connsiteY443" fmla="*/ 435902 h 1944000"/>
              <a:gd name="connsiteX444" fmla="*/ 1341195 w 1944000"/>
              <a:gd name="connsiteY444" fmla="*/ 428599 h 1944000"/>
              <a:gd name="connsiteX445" fmla="*/ 1330388 w 1944000"/>
              <a:gd name="connsiteY445" fmla="*/ 421614 h 1944000"/>
              <a:gd name="connsiteX446" fmla="*/ 1319262 w 1944000"/>
              <a:gd name="connsiteY446" fmla="*/ 414629 h 1944000"/>
              <a:gd name="connsiteX447" fmla="*/ 1307184 w 1944000"/>
              <a:gd name="connsiteY447" fmla="*/ 407962 h 1944000"/>
              <a:gd name="connsiteX448" fmla="*/ 1294787 w 1944000"/>
              <a:gd name="connsiteY448" fmla="*/ 401294 h 1944000"/>
              <a:gd name="connsiteX449" fmla="*/ 1282073 w 1944000"/>
              <a:gd name="connsiteY449" fmla="*/ 395262 h 1944000"/>
              <a:gd name="connsiteX450" fmla="*/ 1268723 w 1944000"/>
              <a:gd name="connsiteY450" fmla="*/ 389229 h 1944000"/>
              <a:gd name="connsiteX451" fmla="*/ 1254737 w 1944000"/>
              <a:gd name="connsiteY451" fmla="*/ 383197 h 1944000"/>
              <a:gd name="connsiteX452" fmla="*/ 1240751 w 1944000"/>
              <a:gd name="connsiteY452" fmla="*/ 378117 h 1944000"/>
              <a:gd name="connsiteX453" fmla="*/ 1225812 w 1944000"/>
              <a:gd name="connsiteY453" fmla="*/ 372402 h 1944000"/>
              <a:gd name="connsiteX454" fmla="*/ 1207058 w 1944000"/>
              <a:gd name="connsiteY454" fmla="*/ 366369 h 1944000"/>
              <a:gd name="connsiteX455" fmla="*/ 1187986 w 1944000"/>
              <a:gd name="connsiteY455" fmla="*/ 360972 h 1944000"/>
              <a:gd name="connsiteX456" fmla="*/ 1168279 w 1944000"/>
              <a:gd name="connsiteY456" fmla="*/ 355574 h 1944000"/>
              <a:gd name="connsiteX457" fmla="*/ 1147936 w 1944000"/>
              <a:gd name="connsiteY457" fmla="*/ 351129 h 1944000"/>
              <a:gd name="connsiteX458" fmla="*/ 1127593 w 1944000"/>
              <a:gd name="connsiteY458" fmla="*/ 346684 h 1944000"/>
              <a:gd name="connsiteX459" fmla="*/ 1106614 w 1944000"/>
              <a:gd name="connsiteY459" fmla="*/ 343192 h 1944000"/>
              <a:gd name="connsiteX460" fmla="*/ 1085000 w 1944000"/>
              <a:gd name="connsiteY460" fmla="*/ 339699 h 1944000"/>
              <a:gd name="connsiteX461" fmla="*/ 1063385 w 1944000"/>
              <a:gd name="connsiteY461" fmla="*/ 337159 h 1944000"/>
              <a:gd name="connsiteX462" fmla="*/ 1063385 w 1944000"/>
              <a:gd name="connsiteY462" fmla="*/ 217144 h 1944000"/>
              <a:gd name="connsiteX463" fmla="*/ 972000 w 1944000"/>
              <a:gd name="connsiteY463" fmla="*/ 0 h 1944000"/>
              <a:gd name="connsiteX464" fmla="*/ 1944000 w 1944000"/>
              <a:gd name="connsiteY464" fmla="*/ 972000 h 1944000"/>
              <a:gd name="connsiteX465" fmla="*/ 972000 w 1944000"/>
              <a:gd name="connsiteY465" fmla="*/ 1944000 h 1944000"/>
              <a:gd name="connsiteX466" fmla="*/ 0 w 1944000"/>
              <a:gd name="connsiteY466" fmla="*/ 972000 h 1944000"/>
              <a:gd name="connsiteX467" fmla="*/ 972000 w 1944000"/>
              <a:gd name="connsiteY467" fmla="*/ 0 h 19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Lst>
            <a:rect l="l" t="t" r="r" b="b"/>
            <a:pathLst>
              <a:path w="1944000" h="1944000">
                <a:moveTo>
                  <a:pt x="1063385" y="1082014"/>
                </a:moveTo>
                <a:lnTo>
                  <a:pt x="1093900" y="1089952"/>
                </a:lnTo>
                <a:lnTo>
                  <a:pt x="1121871" y="1097572"/>
                </a:lnTo>
                <a:lnTo>
                  <a:pt x="1146982" y="1104557"/>
                </a:lnTo>
                <a:lnTo>
                  <a:pt x="1169550" y="1111542"/>
                </a:lnTo>
                <a:lnTo>
                  <a:pt x="1188940" y="1118209"/>
                </a:lnTo>
                <a:lnTo>
                  <a:pt x="1205469" y="1124559"/>
                </a:lnTo>
                <a:lnTo>
                  <a:pt x="1212779" y="1127734"/>
                </a:lnTo>
                <a:lnTo>
                  <a:pt x="1219137" y="1130592"/>
                </a:lnTo>
                <a:lnTo>
                  <a:pt x="1225176" y="1133449"/>
                </a:lnTo>
                <a:lnTo>
                  <a:pt x="1230262" y="1136307"/>
                </a:lnTo>
                <a:lnTo>
                  <a:pt x="1238526" y="1141704"/>
                </a:lnTo>
                <a:lnTo>
                  <a:pt x="1245837" y="1146784"/>
                </a:lnTo>
                <a:lnTo>
                  <a:pt x="1253148" y="1152499"/>
                </a:lnTo>
                <a:lnTo>
                  <a:pt x="1259823" y="1158532"/>
                </a:lnTo>
                <a:lnTo>
                  <a:pt x="1265862" y="1164564"/>
                </a:lnTo>
                <a:lnTo>
                  <a:pt x="1271266" y="1170914"/>
                </a:lnTo>
                <a:lnTo>
                  <a:pt x="1276351" y="1177582"/>
                </a:lnTo>
                <a:lnTo>
                  <a:pt x="1280801" y="1184567"/>
                </a:lnTo>
                <a:lnTo>
                  <a:pt x="1284934" y="1191234"/>
                </a:lnTo>
                <a:lnTo>
                  <a:pt x="1288112" y="1198537"/>
                </a:lnTo>
                <a:lnTo>
                  <a:pt x="1291291" y="1206157"/>
                </a:lnTo>
                <a:lnTo>
                  <a:pt x="1293516" y="1214094"/>
                </a:lnTo>
                <a:lnTo>
                  <a:pt x="1295423" y="1222032"/>
                </a:lnTo>
                <a:lnTo>
                  <a:pt x="1296694" y="1230287"/>
                </a:lnTo>
                <a:lnTo>
                  <a:pt x="1297330" y="1238859"/>
                </a:lnTo>
                <a:lnTo>
                  <a:pt x="1297648" y="1247432"/>
                </a:lnTo>
                <a:lnTo>
                  <a:pt x="1297330" y="1257275"/>
                </a:lnTo>
                <a:lnTo>
                  <a:pt x="1296377" y="1266800"/>
                </a:lnTo>
                <a:lnTo>
                  <a:pt x="1295105" y="1276007"/>
                </a:lnTo>
                <a:lnTo>
                  <a:pt x="1292880" y="1285215"/>
                </a:lnTo>
                <a:lnTo>
                  <a:pt x="1290019" y="1294422"/>
                </a:lnTo>
                <a:lnTo>
                  <a:pt x="1286841" y="1303312"/>
                </a:lnTo>
                <a:lnTo>
                  <a:pt x="1283344" y="1312202"/>
                </a:lnTo>
                <a:lnTo>
                  <a:pt x="1278576" y="1320775"/>
                </a:lnTo>
                <a:lnTo>
                  <a:pt x="1273808" y="1329347"/>
                </a:lnTo>
                <a:lnTo>
                  <a:pt x="1267769" y="1337602"/>
                </a:lnTo>
                <a:lnTo>
                  <a:pt x="1261412" y="1345857"/>
                </a:lnTo>
                <a:lnTo>
                  <a:pt x="1254737" y="1353795"/>
                </a:lnTo>
                <a:lnTo>
                  <a:pt x="1247426" y="1361732"/>
                </a:lnTo>
                <a:lnTo>
                  <a:pt x="1239162" y="1369670"/>
                </a:lnTo>
                <a:lnTo>
                  <a:pt x="1230580" y="1376655"/>
                </a:lnTo>
                <a:lnTo>
                  <a:pt x="1221362" y="1384275"/>
                </a:lnTo>
                <a:lnTo>
                  <a:pt x="1214051" y="1389672"/>
                </a:lnTo>
                <a:lnTo>
                  <a:pt x="1206422" y="1394435"/>
                </a:lnTo>
                <a:lnTo>
                  <a:pt x="1198476" y="1399515"/>
                </a:lnTo>
                <a:lnTo>
                  <a:pt x="1190211" y="1403960"/>
                </a:lnTo>
                <a:lnTo>
                  <a:pt x="1181311" y="1408087"/>
                </a:lnTo>
                <a:lnTo>
                  <a:pt x="1172411" y="1411897"/>
                </a:lnTo>
                <a:lnTo>
                  <a:pt x="1163193" y="1416025"/>
                </a:lnTo>
                <a:lnTo>
                  <a:pt x="1153340" y="1419517"/>
                </a:lnTo>
                <a:lnTo>
                  <a:pt x="1143486" y="1422692"/>
                </a:lnTo>
                <a:lnTo>
                  <a:pt x="1132997" y="1425867"/>
                </a:lnTo>
                <a:lnTo>
                  <a:pt x="1122189" y="1428407"/>
                </a:lnTo>
                <a:lnTo>
                  <a:pt x="1111064" y="1431265"/>
                </a:lnTo>
                <a:lnTo>
                  <a:pt x="1099621" y="1433487"/>
                </a:lnTo>
                <a:lnTo>
                  <a:pt x="1087860" y="1435392"/>
                </a:lnTo>
                <a:lnTo>
                  <a:pt x="1075782" y="1436980"/>
                </a:lnTo>
                <a:lnTo>
                  <a:pt x="1063385" y="1438567"/>
                </a:lnTo>
                <a:close/>
                <a:moveTo>
                  <a:pt x="880616" y="505752"/>
                </a:moveTo>
                <a:lnTo>
                  <a:pt x="880616" y="814362"/>
                </a:lnTo>
                <a:lnTo>
                  <a:pt x="847241" y="805789"/>
                </a:lnTo>
                <a:lnTo>
                  <a:pt x="820223" y="798804"/>
                </a:lnTo>
                <a:lnTo>
                  <a:pt x="799879" y="793089"/>
                </a:lnTo>
                <a:lnTo>
                  <a:pt x="785894" y="788327"/>
                </a:lnTo>
                <a:lnTo>
                  <a:pt x="771590" y="782929"/>
                </a:lnTo>
                <a:lnTo>
                  <a:pt x="757922" y="776897"/>
                </a:lnTo>
                <a:lnTo>
                  <a:pt x="745843" y="770229"/>
                </a:lnTo>
                <a:lnTo>
                  <a:pt x="739804" y="767054"/>
                </a:lnTo>
                <a:lnTo>
                  <a:pt x="734400" y="763879"/>
                </a:lnTo>
                <a:lnTo>
                  <a:pt x="728679" y="760069"/>
                </a:lnTo>
                <a:lnTo>
                  <a:pt x="723593" y="756577"/>
                </a:lnTo>
                <a:lnTo>
                  <a:pt x="718825" y="752767"/>
                </a:lnTo>
                <a:lnTo>
                  <a:pt x="714057" y="749274"/>
                </a:lnTo>
                <a:lnTo>
                  <a:pt x="709925" y="745464"/>
                </a:lnTo>
                <a:lnTo>
                  <a:pt x="705475" y="741337"/>
                </a:lnTo>
                <a:lnTo>
                  <a:pt x="701979" y="737209"/>
                </a:lnTo>
                <a:lnTo>
                  <a:pt x="698164" y="733082"/>
                </a:lnTo>
                <a:lnTo>
                  <a:pt x="694668" y="728954"/>
                </a:lnTo>
                <a:lnTo>
                  <a:pt x="691807" y="724827"/>
                </a:lnTo>
                <a:lnTo>
                  <a:pt x="688629" y="720699"/>
                </a:lnTo>
                <a:lnTo>
                  <a:pt x="686086" y="716254"/>
                </a:lnTo>
                <a:lnTo>
                  <a:pt x="683543" y="712127"/>
                </a:lnTo>
                <a:lnTo>
                  <a:pt x="681000" y="707682"/>
                </a:lnTo>
                <a:lnTo>
                  <a:pt x="679093" y="703237"/>
                </a:lnTo>
                <a:lnTo>
                  <a:pt x="677186" y="698474"/>
                </a:lnTo>
                <a:lnTo>
                  <a:pt x="675596" y="694347"/>
                </a:lnTo>
                <a:lnTo>
                  <a:pt x="674325" y="689584"/>
                </a:lnTo>
                <a:lnTo>
                  <a:pt x="673053" y="684822"/>
                </a:lnTo>
                <a:lnTo>
                  <a:pt x="671782" y="680059"/>
                </a:lnTo>
                <a:lnTo>
                  <a:pt x="671146" y="675297"/>
                </a:lnTo>
                <a:lnTo>
                  <a:pt x="670511" y="670217"/>
                </a:lnTo>
                <a:lnTo>
                  <a:pt x="670193" y="665137"/>
                </a:lnTo>
                <a:lnTo>
                  <a:pt x="670193" y="660374"/>
                </a:lnTo>
                <a:lnTo>
                  <a:pt x="670511" y="652437"/>
                </a:lnTo>
                <a:lnTo>
                  <a:pt x="671146" y="644499"/>
                </a:lnTo>
                <a:lnTo>
                  <a:pt x="672736" y="636879"/>
                </a:lnTo>
                <a:lnTo>
                  <a:pt x="674643" y="629259"/>
                </a:lnTo>
                <a:lnTo>
                  <a:pt x="676868" y="622274"/>
                </a:lnTo>
                <a:lnTo>
                  <a:pt x="679728" y="614972"/>
                </a:lnTo>
                <a:lnTo>
                  <a:pt x="683225" y="607669"/>
                </a:lnTo>
                <a:lnTo>
                  <a:pt x="687039" y="600684"/>
                </a:lnTo>
                <a:lnTo>
                  <a:pt x="691807" y="593699"/>
                </a:lnTo>
                <a:lnTo>
                  <a:pt x="696575" y="587349"/>
                </a:lnTo>
                <a:lnTo>
                  <a:pt x="702297" y="580682"/>
                </a:lnTo>
                <a:lnTo>
                  <a:pt x="708336" y="574014"/>
                </a:lnTo>
                <a:lnTo>
                  <a:pt x="714693" y="567664"/>
                </a:lnTo>
                <a:lnTo>
                  <a:pt x="722004" y="561632"/>
                </a:lnTo>
                <a:lnTo>
                  <a:pt x="729632" y="555282"/>
                </a:lnTo>
                <a:lnTo>
                  <a:pt x="737897" y="549249"/>
                </a:lnTo>
                <a:lnTo>
                  <a:pt x="743936" y="545122"/>
                </a:lnTo>
                <a:lnTo>
                  <a:pt x="750293" y="540994"/>
                </a:lnTo>
                <a:lnTo>
                  <a:pt x="757286" y="537502"/>
                </a:lnTo>
                <a:lnTo>
                  <a:pt x="764597" y="533692"/>
                </a:lnTo>
                <a:lnTo>
                  <a:pt x="772544" y="530517"/>
                </a:lnTo>
                <a:lnTo>
                  <a:pt x="780490" y="527342"/>
                </a:lnTo>
                <a:lnTo>
                  <a:pt x="789072" y="524167"/>
                </a:lnTo>
                <a:lnTo>
                  <a:pt x="797654" y="521627"/>
                </a:lnTo>
                <a:lnTo>
                  <a:pt x="806872" y="519087"/>
                </a:lnTo>
                <a:lnTo>
                  <a:pt x="816408" y="516229"/>
                </a:lnTo>
                <a:lnTo>
                  <a:pt x="825944" y="514324"/>
                </a:lnTo>
                <a:lnTo>
                  <a:pt x="836116" y="512102"/>
                </a:lnTo>
                <a:lnTo>
                  <a:pt x="846923" y="510514"/>
                </a:lnTo>
                <a:lnTo>
                  <a:pt x="858048" y="508927"/>
                </a:lnTo>
                <a:lnTo>
                  <a:pt x="869173" y="507022"/>
                </a:lnTo>
                <a:close/>
                <a:moveTo>
                  <a:pt x="880616" y="217144"/>
                </a:moveTo>
                <a:lnTo>
                  <a:pt x="880616" y="333984"/>
                </a:lnTo>
                <a:lnTo>
                  <a:pt x="863451" y="335254"/>
                </a:lnTo>
                <a:lnTo>
                  <a:pt x="846287" y="337159"/>
                </a:lnTo>
                <a:lnTo>
                  <a:pt x="829440" y="339382"/>
                </a:lnTo>
                <a:lnTo>
                  <a:pt x="812912" y="341922"/>
                </a:lnTo>
                <a:lnTo>
                  <a:pt x="796701" y="344779"/>
                </a:lnTo>
                <a:lnTo>
                  <a:pt x="780490" y="347954"/>
                </a:lnTo>
                <a:lnTo>
                  <a:pt x="764279" y="351764"/>
                </a:lnTo>
                <a:lnTo>
                  <a:pt x="748386" y="355892"/>
                </a:lnTo>
                <a:lnTo>
                  <a:pt x="726136" y="362242"/>
                </a:lnTo>
                <a:lnTo>
                  <a:pt x="704839" y="368909"/>
                </a:lnTo>
                <a:lnTo>
                  <a:pt x="684814" y="375894"/>
                </a:lnTo>
                <a:lnTo>
                  <a:pt x="666061" y="383197"/>
                </a:lnTo>
                <a:lnTo>
                  <a:pt x="657160" y="387324"/>
                </a:lnTo>
                <a:lnTo>
                  <a:pt x="648260" y="391134"/>
                </a:lnTo>
                <a:lnTo>
                  <a:pt x="639996" y="395262"/>
                </a:lnTo>
                <a:lnTo>
                  <a:pt x="632050" y="399072"/>
                </a:lnTo>
                <a:lnTo>
                  <a:pt x="624103" y="403517"/>
                </a:lnTo>
                <a:lnTo>
                  <a:pt x="616792" y="407644"/>
                </a:lnTo>
                <a:lnTo>
                  <a:pt x="609481" y="412089"/>
                </a:lnTo>
                <a:lnTo>
                  <a:pt x="602806" y="416534"/>
                </a:lnTo>
                <a:lnTo>
                  <a:pt x="593906" y="422567"/>
                </a:lnTo>
                <a:lnTo>
                  <a:pt x="585642" y="428282"/>
                </a:lnTo>
                <a:lnTo>
                  <a:pt x="577060" y="434632"/>
                </a:lnTo>
                <a:lnTo>
                  <a:pt x="569113" y="440982"/>
                </a:lnTo>
                <a:lnTo>
                  <a:pt x="561167" y="447967"/>
                </a:lnTo>
                <a:lnTo>
                  <a:pt x="553538" y="454317"/>
                </a:lnTo>
                <a:lnTo>
                  <a:pt x="545910" y="461302"/>
                </a:lnTo>
                <a:lnTo>
                  <a:pt x="538917" y="468604"/>
                </a:lnTo>
                <a:lnTo>
                  <a:pt x="532241" y="475907"/>
                </a:lnTo>
                <a:lnTo>
                  <a:pt x="525249" y="483527"/>
                </a:lnTo>
                <a:lnTo>
                  <a:pt x="518891" y="491464"/>
                </a:lnTo>
                <a:lnTo>
                  <a:pt x="512534" y="499402"/>
                </a:lnTo>
                <a:lnTo>
                  <a:pt x="506813" y="507022"/>
                </a:lnTo>
                <a:lnTo>
                  <a:pt x="501091" y="515277"/>
                </a:lnTo>
                <a:lnTo>
                  <a:pt x="495370" y="523849"/>
                </a:lnTo>
                <a:lnTo>
                  <a:pt x="490284" y="532422"/>
                </a:lnTo>
                <a:lnTo>
                  <a:pt x="485198" y="541312"/>
                </a:lnTo>
                <a:lnTo>
                  <a:pt x="480430" y="550202"/>
                </a:lnTo>
                <a:lnTo>
                  <a:pt x="475980" y="559092"/>
                </a:lnTo>
                <a:lnTo>
                  <a:pt x="472166" y="568299"/>
                </a:lnTo>
                <a:lnTo>
                  <a:pt x="468352" y="577507"/>
                </a:lnTo>
                <a:lnTo>
                  <a:pt x="464855" y="586714"/>
                </a:lnTo>
                <a:lnTo>
                  <a:pt x="461994" y="596239"/>
                </a:lnTo>
                <a:lnTo>
                  <a:pt x="459134" y="605764"/>
                </a:lnTo>
                <a:lnTo>
                  <a:pt x="456591" y="615289"/>
                </a:lnTo>
                <a:lnTo>
                  <a:pt x="454684" y="624814"/>
                </a:lnTo>
                <a:lnTo>
                  <a:pt x="453094" y="634657"/>
                </a:lnTo>
                <a:lnTo>
                  <a:pt x="451187" y="644182"/>
                </a:lnTo>
                <a:lnTo>
                  <a:pt x="450234" y="654024"/>
                </a:lnTo>
                <a:lnTo>
                  <a:pt x="449280" y="664184"/>
                </a:lnTo>
                <a:lnTo>
                  <a:pt x="448962" y="674344"/>
                </a:lnTo>
                <a:lnTo>
                  <a:pt x="448644" y="684822"/>
                </a:lnTo>
                <a:lnTo>
                  <a:pt x="448962" y="695934"/>
                </a:lnTo>
                <a:lnTo>
                  <a:pt x="449598" y="706729"/>
                </a:lnTo>
                <a:lnTo>
                  <a:pt x="450552" y="717842"/>
                </a:lnTo>
                <a:lnTo>
                  <a:pt x="452141" y="728637"/>
                </a:lnTo>
                <a:lnTo>
                  <a:pt x="453730" y="739432"/>
                </a:lnTo>
                <a:lnTo>
                  <a:pt x="455955" y="749909"/>
                </a:lnTo>
                <a:lnTo>
                  <a:pt x="458180" y="760387"/>
                </a:lnTo>
                <a:lnTo>
                  <a:pt x="461359" y="770547"/>
                </a:lnTo>
                <a:lnTo>
                  <a:pt x="464537" y="781024"/>
                </a:lnTo>
                <a:lnTo>
                  <a:pt x="468352" y="791184"/>
                </a:lnTo>
                <a:lnTo>
                  <a:pt x="472484" y="801027"/>
                </a:lnTo>
                <a:lnTo>
                  <a:pt x="476934" y="810869"/>
                </a:lnTo>
                <a:lnTo>
                  <a:pt x="482020" y="820712"/>
                </a:lnTo>
                <a:lnTo>
                  <a:pt x="487423" y="830237"/>
                </a:lnTo>
                <a:lnTo>
                  <a:pt x="492827" y="839762"/>
                </a:lnTo>
                <a:lnTo>
                  <a:pt x="498866" y="848969"/>
                </a:lnTo>
                <a:lnTo>
                  <a:pt x="505541" y="858177"/>
                </a:lnTo>
                <a:lnTo>
                  <a:pt x="512216" y="867067"/>
                </a:lnTo>
                <a:lnTo>
                  <a:pt x="519527" y="875957"/>
                </a:lnTo>
                <a:lnTo>
                  <a:pt x="527156" y="884212"/>
                </a:lnTo>
                <a:lnTo>
                  <a:pt x="535102" y="892467"/>
                </a:lnTo>
                <a:lnTo>
                  <a:pt x="543367" y="900404"/>
                </a:lnTo>
                <a:lnTo>
                  <a:pt x="551949" y="908024"/>
                </a:lnTo>
                <a:lnTo>
                  <a:pt x="561167" y="915644"/>
                </a:lnTo>
                <a:lnTo>
                  <a:pt x="570385" y="922947"/>
                </a:lnTo>
                <a:lnTo>
                  <a:pt x="580238" y="929932"/>
                </a:lnTo>
                <a:lnTo>
                  <a:pt x="590410" y="936282"/>
                </a:lnTo>
                <a:lnTo>
                  <a:pt x="600899" y="942632"/>
                </a:lnTo>
                <a:lnTo>
                  <a:pt x="611706" y="948982"/>
                </a:lnTo>
                <a:lnTo>
                  <a:pt x="623149" y="954697"/>
                </a:lnTo>
                <a:lnTo>
                  <a:pt x="634592" y="960412"/>
                </a:lnTo>
                <a:lnTo>
                  <a:pt x="646671" y="966127"/>
                </a:lnTo>
                <a:lnTo>
                  <a:pt x="666378" y="974064"/>
                </a:lnTo>
                <a:lnTo>
                  <a:pt x="688629" y="982637"/>
                </a:lnTo>
                <a:lnTo>
                  <a:pt x="713739" y="991209"/>
                </a:lnTo>
                <a:lnTo>
                  <a:pt x="741711" y="1000099"/>
                </a:lnTo>
                <a:lnTo>
                  <a:pt x="772544" y="1009307"/>
                </a:lnTo>
                <a:lnTo>
                  <a:pt x="805919" y="1018514"/>
                </a:lnTo>
                <a:lnTo>
                  <a:pt x="841837" y="1028357"/>
                </a:lnTo>
                <a:lnTo>
                  <a:pt x="880616" y="1038199"/>
                </a:lnTo>
                <a:lnTo>
                  <a:pt x="880616" y="1433487"/>
                </a:lnTo>
                <a:lnTo>
                  <a:pt x="870444" y="1431582"/>
                </a:lnTo>
                <a:lnTo>
                  <a:pt x="860591" y="1429042"/>
                </a:lnTo>
                <a:lnTo>
                  <a:pt x="850737" y="1426820"/>
                </a:lnTo>
                <a:lnTo>
                  <a:pt x="841519" y="1424280"/>
                </a:lnTo>
                <a:lnTo>
                  <a:pt x="831983" y="1421422"/>
                </a:lnTo>
                <a:lnTo>
                  <a:pt x="823083" y="1418247"/>
                </a:lnTo>
                <a:lnTo>
                  <a:pt x="814183" y="1415072"/>
                </a:lnTo>
                <a:lnTo>
                  <a:pt x="805283" y="1411580"/>
                </a:lnTo>
                <a:lnTo>
                  <a:pt x="796701" y="1408087"/>
                </a:lnTo>
                <a:lnTo>
                  <a:pt x="788437" y="1404277"/>
                </a:lnTo>
                <a:lnTo>
                  <a:pt x="780490" y="1400150"/>
                </a:lnTo>
                <a:lnTo>
                  <a:pt x="772544" y="1396022"/>
                </a:lnTo>
                <a:lnTo>
                  <a:pt x="764915" y="1391260"/>
                </a:lnTo>
                <a:lnTo>
                  <a:pt x="757604" y="1386815"/>
                </a:lnTo>
                <a:lnTo>
                  <a:pt x="750293" y="1381735"/>
                </a:lnTo>
                <a:lnTo>
                  <a:pt x="743618" y="1376655"/>
                </a:lnTo>
                <a:lnTo>
                  <a:pt x="732811" y="1368082"/>
                </a:lnTo>
                <a:lnTo>
                  <a:pt x="722640" y="1359192"/>
                </a:lnTo>
                <a:lnTo>
                  <a:pt x="713104" y="1349985"/>
                </a:lnTo>
                <a:lnTo>
                  <a:pt x="704204" y="1340142"/>
                </a:lnTo>
                <a:lnTo>
                  <a:pt x="695621" y="1329982"/>
                </a:lnTo>
                <a:lnTo>
                  <a:pt x="687675" y="1319187"/>
                </a:lnTo>
                <a:lnTo>
                  <a:pt x="680046" y="1308075"/>
                </a:lnTo>
                <a:lnTo>
                  <a:pt x="673371" y="1296327"/>
                </a:lnTo>
                <a:lnTo>
                  <a:pt x="667014" y="1284262"/>
                </a:lnTo>
                <a:lnTo>
                  <a:pt x="660975" y="1271562"/>
                </a:lnTo>
                <a:lnTo>
                  <a:pt x="655889" y="1258862"/>
                </a:lnTo>
                <a:lnTo>
                  <a:pt x="651121" y="1245209"/>
                </a:lnTo>
                <a:lnTo>
                  <a:pt x="646989" y="1231557"/>
                </a:lnTo>
                <a:lnTo>
                  <a:pt x="642857" y="1217269"/>
                </a:lnTo>
                <a:lnTo>
                  <a:pt x="639996" y="1202664"/>
                </a:lnTo>
                <a:lnTo>
                  <a:pt x="637453" y="1187424"/>
                </a:lnTo>
                <a:lnTo>
                  <a:pt x="410819" y="1219492"/>
                </a:lnTo>
                <a:lnTo>
                  <a:pt x="413044" y="1231557"/>
                </a:lnTo>
                <a:lnTo>
                  <a:pt x="415587" y="1243304"/>
                </a:lnTo>
                <a:lnTo>
                  <a:pt x="418766" y="1255370"/>
                </a:lnTo>
                <a:lnTo>
                  <a:pt x="421626" y="1266800"/>
                </a:lnTo>
                <a:lnTo>
                  <a:pt x="424805" y="1278230"/>
                </a:lnTo>
                <a:lnTo>
                  <a:pt x="428619" y="1289660"/>
                </a:lnTo>
                <a:lnTo>
                  <a:pt x="432116" y="1300455"/>
                </a:lnTo>
                <a:lnTo>
                  <a:pt x="435930" y="1311250"/>
                </a:lnTo>
                <a:lnTo>
                  <a:pt x="440062" y="1321727"/>
                </a:lnTo>
                <a:lnTo>
                  <a:pt x="444512" y="1332205"/>
                </a:lnTo>
                <a:lnTo>
                  <a:pt x="448644" y="1342682"/>
                </a:lnTo>
                <a:lnTo>
                  <a:pt x="453412" y="1352525"/>
                </a:lnTo>
                <a:lnTo>
                  <a:pt x="458180" y="1362367"/>
                </a:lnTo>
                <a:lnTo>
                  <a:pt x="463266" y="1372210"/>
                </a:lnTo>
                <a:lnTo>
                  <a:pt x="468352" y="1381735"/>
                </a:lnTo>
                <a:lnTo>
                  <a:pt x="473755" y="1390942"/>
                </a:lnTo>
                <a:lnTo>
                  <a:pt x="479477" y="1399832"/>
                </a:lnTo>
                <a:lnTo>
                  <a:pt x="485198" y="1409040"/>
                </a:lnTo>
                <a:lnTo>
                  <a:pt x="491238" y="1417612"/>
                </a:lnTo>
                <a:lnTo>
                  <a:pt x="497595" y="1426185"/>
                </a:lnTo>
                <a:lnTo>
                  <a:pt x="503634" y="1434757"/>
                </a:lnTo>
                <a:lnTo>
                  <a:pt x="510309" y="1442695"/>
                </a:lnTo>
                <a:lnTo>
                  <a:pt x="517302" y="1450950"/>
                </a:lnTo>
                <a:lnTo>
                  <a:pt x="524295" y="1458570"/>
                </a:lnTo>
                <a:lnTo>
                  <a:pt x="531288" y="1466190"/>
                </a:lnTo>
                <a:lnTo>
                  <a:pt x="538599" y="1473492"/>
                </a:lnTo>
                <a:lnTo>
                  <a:pt x="546227" y="1480795"/>
                </a:lnTo>
                <a:lnTo>
                  <a:pt x="553856" y="1487780"/>
                </a:lnTo>
                <a:lnTo>
                  <a:pt x="561802" y="1494765"/>
                </a:lnTo>
                <a:lnTo>
                  <a:pt x="570067" y="1501750"/>
                </a:lnTo>
                <a:lnTo>
                  <a:pt x="578331" y="1507782"/>
                </a:lnTo>
                <a:lnTo>
                  <a:pt x="586913" y="1514132"/>
                </a:lnTo>
                <a:lnTo>
                  <a:pt x="600581" y="1523657"/>
                </a:lnTo>
                <a:lnTo>
                  <a:pt x="615203" y="1532865"/>
                </a:lnTo>
                <a:lnTo>
                  <a:pt x="630142" y="1541437"/>
                </a:lnTo>
                <a:lnTo>
                  <a:pt x="645717" y="1549375"/>
                </a:lnTo>
                <a:lnTo>
                  <a:pt x="661928" y="1556995"/>
                </a:lnTo>
                <a:lnTo>
                  <a:pt x="678775" y="1563980"/>
                </a:lnTo>
                <a:lnTo>
                  <a:pt x="696257" y="1570647"/>
                </a:lnTo>
                <a:lnTo>
                  <a:pt x="714375" y="1576680"/>
                </a:lnTo>
                <a:lnTo>
                  <a:pt x="733129" y="1582395"/>
                </a:lnTo>
                <a:lnTo>
                  <a:pt x="752518" y="1587475"/>
                </a:lnTo>
                <a:lnTo>
                  <a:pt x="772544" y="1592237"/>
                </a:lnTo>
                <a:lnTo>
                  <a:pt x="792887" y="1596365"/>
                </a:lnTo>
                <a:lnTo>
                  <a:pt x="814183" y="1600175"/>
                </a:lnTo>
                <a:lnTo>
                  <a:pt x="835480" y="1603350"/>
                </a:lnTo>
                <a:lnTo>
                  <a:pt x="858048" y="1606525"/>
                </a:lnTo>
                <a:lnTo>
                  <a:pt x="880616" y="1608747"/>
                </a:lnTo>
                <a:lnTo>
                  <a:pt x="880616" y="1726857"/>
                </a:lnTo>
                <a:lnTo>
                  <a:pt x="1063385" y="1726857"/>
                </a:lnTo>
                <a:lnTo>
                  <a:pt x="1063385" y="1610652"/>
                </a:lnTo>
                <a:lnTo>
                  <a:pt x="1077371" y="1609382"/>
                </a:lnTo>
                <a:lnTo>
                  <a:pt x="1091675" y="1607795"/>
                </a:lnTo>
                <a:lnTo>
                  <a:pt x="1105661" y="1606207"/>
                </a:lnTo>
                <a:lnTo>
                  <a:pt x="1119329" y="1603985"/>
                </a:lnTo>
                <a:lnTo>
                  <a:pt x="1133314" y="1602080"/>
                </a:lnTo>
                <a:lnTo>
                  <a:pt x="1146665" y="1599857"/>
                </a:lnTo>
                <a:lnTo>
                  <a:pt x="1160015" y="1597317"/>
                </a:lnTo>
                <a:lnTo>
                  <a:pt x="1173047" y="1594142"/>
                </a:lnTo>
                <a:lnTo>
                  <a:pt x="1186397" y="1591285"/>
                </a:lnTo>
                <a:lnTo>
                  <a:pt x="1199111" y="1587792"/>
                </a:lnTo>
                <a:lnTo>
                  <a:pt x="1212144" y="1584300"/>
                </a:lnTo>
                <a:lnTo>
                  <a:pt x="1224540" y="1580807"/>
                </a:lnTo>
                <a:lnTo>
                  <a:pt x="1236937" y="1576680"/>
                </a:lnTo>
                <a:lnTo>
                  <a:pt x="1249333" y="1572552"/>
                </a:lnTo>
                <a:lnTo>
                  <a:pt x="1261412" y="1567790"/>
                </a:lnTo>
                <a:lnTo>
                  <a:pt x="1273491" y="1563345"/>
                </a:lnTo>
                <a:lnTo>
                  <a:pt x="1288748" y="1556995"/>
                </a:lnTo>
                <a:lnTo>
                  <a:pt x="1304005" y="1550010"/>
                </a:lnTo>
                <a:lnTo>
                  <a:pt x="1318627" y="1543025"/>
                </a:lnTo>
                <a:lnTo>
                  <a:pt x="1332613" y="1535722"/>
                </a:lnTo>
                <a:lnTo>
                  <a:pt x="1346598" y="1528102"/>
                </a:lnTo>
                <a:lnTo>
                  <a:pt x="1359631" y="1519847"/>
                </a:lnTo>
                <a:lnTo>
                  <a:pt x="1372345" y="1511592"/>
                </a:lnTo>
                <a:lnTo>
                  <a:pt x="1384742" y="1502702"/>
                </a:lnTo>
                <a:lnTo>
                  <a:pt x="1396185" y="1493812"/>
                </a:lnTo>
                <a:lnTo>
                  <a:pt x="1407945" y="1484287"/>
                </a:lnTo>
                <a:lnTo>
                  <a:pt x="1418753" y="1474762"/>
                </a:lnTo>
                <a:lnTo>
                  <a:pt x="1429242" y="1464602"/>
                </a:lnTo>
                <a:lnTo>
                  <a:pt x="1439096" y="1454125"/>
                </a:lnTo>
                <a:lnTo>
                  <a:pt x="1448631" y="1443647"/>
                </a:lnTo>
                <a:lnTo>
                  <a:pt x="1457531" y="1432535"/>
                </a:lnTo>
                <a:lnTo>
                  <a:pt x="1466114" y="1421422"/>
                </a:lnTo>
                <a:lnTo>
                  <a:pt x="1474378" y="1409675"/>
                </a:lnTo>
                <a:lnTo>
                  <a:pt x="1482007" y="1398245"/>
                </a:lnTo>
                <a:lnTo>
                  <a:pt x="1489000" y="1386497"/>
                </a:lnTo>
                <a:lnTo>
                  <a:pt x="1495675" y="1374432"/>
                </a:lnTo>
                <a:lnTo>
                  <a:pt x="1501396" y="1362685"/>
                </a:lnTo>
                <a:lnTo>
                  <a:pt x="1507118" y="1350620"/>
                </a:lnTo>
                <a:lnTo>
                  <a:pt x="1512203" y="1338555"/>
                </a:lnTo>
                <a:lnTo>
                  <a:pt x="1516335" y="1326490"/>
                </a:lnTo>
                <a:lnTo>
                  <a:pt x="1520468" y="1314107"/>
                </a:lnTo>
                <a:lnTo>
                  <a:pt x="1523964" y="1301725"/>
                </a:lnTo>
                <a:lnTo>
                  <a:pt x="1526507" y="1289025"/>
                </a:lnTo>
                <a:lnTo>
                  <a:pt x="1528732" y="1276642"/>
                </a:lnTo>
                <a:lnTo>
                  <a:pt x="1530957" y="1263942"/>
                </a:lnTo>
                <a:lnTo>
                  <a:pt x="1532228" y="1251242"/>
                </a:lnTo>
                <a:lnTo>
                  <a:pt x="1532864" y="1238542"/>
                </a:lnTo>
                <a:lnTo>
                  <a:pt x="1533182" y="1225207"/>
                </a:lnTo>
                <a:lnTo>
                  <a:pt x="1533182" y="1212189"/>
                </a:lnTo>
                <a:lnTo>
                  <a:pt x="1532546" y="1199172"/>
                </a:lnTo>
                <a:lnTo>
                  <a:pt x="1531275" y="1186789"/>
                </a:lnTo>
                <a:lnTo>
                  <a:pt x="1530003" y="1174407"/>
                </a:lnTo>
                <a:lnTo>
                  <a:pt x="1527778" y="1162342"/>
                </a:lnTo>
                <a:lnTo>
                  <a:pt x="1525553" y="1150594"/>
                </a:lnTo>
                <a:lnTo>
                  <a:pt x="1522693" y="1138847"/>
                </a:lnTo>
                <a:lnTo>
                  <a:pt x="1519514" y="1127734"/>
                </a:lnTo>
                <a:lnTo>
                  <a:pt x="1516018" y="1116939"/>
                </a:lnTo>
                <a:lnTo>
                  <a:pt x="1511885" y="1106144"/>
                </a:lnTo>
                <a:lnTo>
                  <a:pt x="1507435" y="1095349"/>
                </a:lnTo>
                <a:lnTo>
                  <a:pt x="1502350" y="1085189"/>
                </a:lnTo>
                <a:lnTo>
                  <a:pt x="1496946" y="1075347"/>
                </a:lnTo>
                <a:lnTo>
                  <a:pt x="1491225" y="1065822"/>
                </a:lnTo>
                <a:lnTo>
                  <a:pt x="1485185" y="1056614"/>
                </a:lnTo>
                <a:lnTo>
                  <a:pt x="1478510" y="1047407"/>
                </a:lnTo>
                <a:lnTo>
                  <a:pt x="1471517" y="1038517"/>
                </a:lnTo>
                <a:lnTo>
                  <a:pt x="1463889" y="1029944"/>
                </a:lnTo>
                <a:lnTo>
                  <a:pt x="1456260" y="1021689"/>
                </a:lnTo>
                <a:lnTo>
                  <a:pt x="1448314" y="1013752"/>
                </a:lnTo>
                <a:lnTo>
                  <a:pt x="1440049" y="1005814"/>
                </a:lnTo>
                <a:lnTo>
                  <a:pt x="1431467" y="998512"/>
                </a:lnTo>
                <a:lnTo>
                  <a:pt x="1422567" y="991527"/>
                </a:lnTo>
                <a:lnTo>
                  <a:pt x="1413349" y="984542"/>
                </a:lnTo>
                <a:lnTo>
                  <a:pt x="1403813" y="977557"/>
                </a:lnTo>
                <a:lnTo>
                  <a:pt x="1393959" y="971207"/>
                </a:lnTo>
                <a:lnTo>
                  <a:pt x="1383788" y="965174"/>
                </a:lnTo>
                <a:lnTo>
                  <a:pt x="1373299" y="959142"/>
                </a:lnTo>
                <a:lnTo>
                  <a:pt x="1362491" y="953427"/>
                </a:lnTo>
                <a:lnTo>
                  <a:pt x="1351048" y="948347"/>
                </a:lnTo>
                <a:lnTo>
                  <a:pt x="1339605" y="942949"/>
                </a:lnTo>
                <a:lnTo>
                  <a:pt x="1327845" y="937869"/>
                </a:lnTo>
                <a:lnTo>
                  <a:pt x="1305912" y="930249"/>
                </a:lnTo>
                <a:lnTo>
                  <a:pt x="1280801" y="921677"/>
                </a:lnTo>
                <a:lnTo>
                  <a:pt x="1252512" y="912469"/>
                </a:lnTo>
                <a:lnTo>
                  <a:pt x="1221362" y="902627"/>
                </a:lnTo>
                <a:lnTo>
                  <a:pt x="1186397" y="892784"/>
                </a:lnTo>
                <a:lnTo>
                  <a:pt x="1148572" y="882307"/>
                </a:lnTo>
                <a:lnTo>
                  <a:pt x="1107568" y="871512"/>
                </a:lnTo>
                <a:lnTo>
                  <a:pt x="1063385" y="860399"/>
                </a:lnTo>
                <a:lnTo>
                  <a:pt x="1063385" y="511149"/>
                </a:lnTo>
                <a:lnTo>
                  <a:pt x="1078960" y="514642"/>
                </a:lnTo>
                <a:lnTo>
                  <a:pt x="1093582" y="518769"/>
                </a:lnTo>
                <a:lnTo>
                  <a:pt x="1108204" y="523214"/>
                </a:lnTo>
                <a:lnTo>
                  <a:pt x="1121554" y="528612"/>
                </a:lnTo>
                <a:lnTo>
                  <a:pt x="1128229" y="531469"/>
                </a:lnTo>
                <a:lnTo>
                  <a:pt x="1134904" y="534644"/>
                </a:lnTo>
                <a:lnTo>
                  <a:pt x="1141261" y="537502"/>
                </a:lnTo>
                <a:lnTo>
                  <a:pt x="1146982" y="540677"/>
                </a:lnTo>
                <a:lnTo>
                  <a:pt x="1153022" y="544169"/>
                </a:lnTo>
                <a:lnTo>
                  <a:pt x="1159061" y="547662"/>
                </a:lnTo>
                <a:lnTo>
                  <a:pt x="1164465" y="551154"/>
                </a:lnTo>
                <a:lnTo>
                  <a:pt x="1169868" y="555282"/>
                </a:lnTo>
                <a:lnTo>
                  <a:pt x="1178768" y="561949"/>
                </a:lnTo>
                <a:lnTo>
                  <a:pt x="1187351" y="568934"/>
                </a:lnTo>
                <a:lnTo>
                  <a:pt x="1195297" y="576554"/>
                </a:lnTo>
                <a:lnTo>
                  <a:pt x="1202926" y="584174"/>
                </a:lnTo>
                <a:lnTo>
                  <a:pt x="1209919" y="592429"/>
                </a:lnTo>
                <a:lnTo>
                  <a:pt x="1216594" y="601002"/>
                </a:lnTo>
                <a:lnTo>
                  <a:pt x="1222633" y="609574"/>
                </a:lnTo>
                <a:lnTo>
                  <a:pt x="1228355" y="618782"/>
                </a:lnTo>
                <a:lnTo>
                  <a:pt x="1233758" y="627989"/>
                </a:lnTo>
                <a:lnTo>
                  <a:pt x="1238844" y="637832"/>
                </a:lnTo>
                <a:lnTo>
                  <a:pt x="1242976" y="647674"/>
                </a:lnTo>
                <a:lnTo>
                  <a:pt x="1247108" y="658469"/>
                </a:lnTo>
                <a:lnTo>
                  <a:pt x="1250287" y="668947"/>
                </a:lnTo>
                <a:lnTo>
                  <a:pt x="1253465" y="680059"/>
                </a:lnTo>
                <a:lnTo>
                  <a:pt x="1256326" y="691172"/>
                </a:lnTo>
                <a:lnTo>
                  <a:pt x="1258233" y="702919"/>
                </a:lnTo>
                <a:lnTo>
                  <a:pt x="1482324" y="675297"/>
                </a:lnTo>
                <a:lnTo>
                  <a:pt x="1479464" y="660692"/>
                </a:lnTo>
                <a:lnTo>
                  <a:pt x="1475967" y="646087"/>
                </a:lnTo>
                <a:lnTo>
                  <a:pt x="1472789" y="632434"/>
                </a:lnTo>
                <a:lnTo>
                  <a:pt x="1469292" y="618782"/>
                </a:lnTo>
                <a:lnTo>
                  <a:pt x="1465160" y="605764"/>
                </a:lnTo>
                <a:lnTo>
                  <a:pt x="1461028" y="592747"/>
                </a:lnTo>
                <a:lnTo>
                  <a:pt x="1456260" y="580364"/>
                </a:lnTo>
                <a:lnTo>
                  <a:pt x="1451810" y="568299"/>
                </a:lnTo>
                <a:lnTo>
                  <a:pt x="1446406" y="556552"/>
                </a:lnTo>
                <a:lnTo>
                  <a:pt x="1441321" y="545439"/>
                </a:lnTo>
                <a:lnTo>
                  <a:pt x="1435599" y="534644"/>
                </a:lnTo>
                <a:lnTo>
                  <a:pt x="1429560" y="523532"/>
                </a:lnTo>
                <a:lnTo>
                  <a:pt x="1423838" y="513689"/>
                </a:lnTo>
                <a:lnTo>
                  <a:pt x="1417163" y="503847"/>
                </a:lnTo>
                <a:lnTo>
                  <a:pt x="1410488" y="494322"/>
                </a:lnTo>
                <a:lnTo>
                  <a:pt x="1403177" y="485432"/>
                </a:lnTo>
                <a:lnTo>
                  <a:pt x="1395867" y="476542"/>
                </a:lnTo>
                <a:lnTo>
                  <a:pt x="1388238" y="467969"/>
                </a:lnTo>
                <a:lnTo>
                  <a:pt x="1379974" y="459714"/>
                </a:lnTo>
                <a:lnTo>
                  <a:pt x="1371074" y="451459"/>
                </a:lnTo>
                <a:lnTo>
                  <a:pt x="1361538" y="443522"/>
                </a:lnTo>
                <a:lnTo>
                  <a:pt x="1351366" y="435902"/>
                </a:lnTo>
                <a:lnTo>
                  <a:pt x="1341195" y="428599"/>
                </a:lnTo>
                <a:lnTo>
                  <a:pt x="1330388" y="421614"/>
                </a:lnTo>
                <a:lnTo>
                  <a:pt x="1319262" y="414629"/>
                </a:lnTo>
                <a:lnTo>
                  <a:pt x="1307184" y="407962"/>
                </a:lnTo>
                <a:lnTo>
                  <a:pt x="1294787" y="401294"/>
                </a:lnTo>
                <a:lnTo>
                  <a:pt x="1282073" y="395262"/>
                </a:lnTo>
                <a:lnTo>
                  <a:pt x="1268723" y="389229"/>
                </a:lnTo>
                <a:lnTo>
                  <a:pt x="1254737" y="383197"/>
                </a:lnTo>
                <a:lnTo>
                  <a:pt x="1240751" y="378117"/>
                </a:lnTo>
                <a:lnTo>
                  <a:pt x="1225812" y="372402"/>
                </a:lnTo>
                <a:lnTo>
                  <a:pt x="1207058" y="366369"/>
                </a:lnTo>
                <a:lnTo>
                  <a:pt x="1187986" y="360972"/>
                </a:lnTo>
                <a:lnTo>
                  <a:pt x="1168279" y="355574"/>
                </a:lnTo>
                <a:lnTo>
                  <a:pt x="1147936" y="351129"/>
                </a:lnTo>
                <a:lnTo>
                  <a:pt x="1127593" y="346684"/>
                </a:lnTo>
                <a:lnTo>
                  <a:pt x="1106614" y="343192"/>
                </a:lnTo>
                <a:lnTo>
                  <a:pt x="1085000" y="339699"/>
                </a:lnTo>
                <a:lnTo>
                  <a:pt x="1063385" y="337159"/>
                </a:lnTo>
                <a:lnTo>
                  <a:pt x="1063385" y="217144"/>
                </a:lnTo>
                <a:close/>
                <a:moveTo>
                  <a:pt x="972000" y="0"/>
                </a:moveTo>
                <a:cubicBezTo>
                  <a:pt x="1508821" y="0"/>
                  <a:pt x="1944000" y="435179"/>
                  <a:pt x="1944000" y="972000"/>
                </a:cubicBezTo>
                <a:cubicBezTo>
                  <a:pt x="1944000" y="1508821"/>
                  <a:pt x="1508821" y="1944000"/>
                  <a:pt x="972000" y="1944000"/>
                </a:cubicBezTo>
                <a:cubicBezTo>
                  <a:pt x="435179" y="1944000"/>
                  <a:pt x="0" y="1508821"/>
                  <a:pt x="0" y="972000"/>
                </a:cubicBezTo>
                <a:cubicBezTo>
                  <a:pt x="0" y="435179"/>
                  <a:pt x="435179" y="0"/>
                  <a:pt x="972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sp>
        <p:nvSpPr>
          <p:cNvPr id="71" name="KSO_Shape"/>
          <p:cNvSpPr>
            <a:spLocks/>
          </p:cNvSpPr>
          <p:nvPr/>
        </p:nvSpPr>
        <p:spPr bwMode="auto">
          <a:xfrm>
            <a:off x="5005599" y="4768901"/>
            <a:ext cx="689723" cy="594311"/>
          </a:xfrm>
          <a:custGeom>
            <a:avLst/>
            <a:gdLst>
              <a:gd name="T0" fmla="*/ 838518 w 3856038"/>
              <a:gd name="T1" fmla="*/ 3035936 h 3319463"/>
              <a:gd name="T2" fmla="*/ 807086 w 3856038"/>
              <a:gd name="T3" fmla="*/ 3078481 h 3319463"/>
              <a:gd name="T4" fmla="*/ 345758 w 3856038"/>
              <a:gd name="T5" fmla="*/ 3083244 h 3319463"/>
              <a:gd name="T6" fmla="*/ 306705 w 3856038"/>
              <a:gd name="T7" fmla="*/ 3047684 h 3319463"/>
              <a:gd name="T8" fmla="*/ 1938189 w 3856038"/>
              <a:gd name="T9" fmla="*/ 1874411 h 3319463"/>
              <a:gd name="T10" fmla="*/ 2032113 w 3856038"/>
              <a:gd name="T11" fmla="*/ 1927728 h 3319463"/>
              <a:gd name="T12" fmla="*/ 2127625 w 3856038"/>
              <a:gd name="T13" fmla="*/ 1936931 h 3319463"/>
              <a:gd name="T14" fmla="*/ 2209174 w 3856038"/>
              <a:gd name="T15" fmla="*/ 1913446 h 3319463"/>
              <a:gd name="T16" fmla="*/ 2208222 w 3856038"/>
              <a:gd name="T17" fmla="*/ 3063251 h 3319463"/>
              <a:gd name="T18" fmla="*/ 2159673 w 3856038"/>
              <a:gd name="T19" fmla="*/ 3086101 h 3319463"/>
              <a:gd name="T20" fmla="*/ 1703060 w 3856038"/>
              <a:gd name="T21" fmla="*/ 3067694 h 3319463"/>
              <a:gd name="T22" fmla="*/ 1684338 w 3856038"/>
              <a:gd name="T23" fmla="*/ 1620838 h 3319463"/>
              <a:gd name="T24" fmla="*/ 1517659 w 3856038"/>
              <a:gd name="T25" fmla="*/ 3063249 h 3319463"/>
              <a:gd name="T26" fmla="*/ 1469110 w 3856038"/>
              <a:gd name="T27" fmla="*/ 3086100 h 3319463"/>
              <a:gd name="T28" fmla="*/ 1012179 w 3856038"/>
              <a:gd name="T29" fmla="*/ 3067693 h 3319463"/>
              <a:gd name="T30" fmla="*/ 993775 w 3856038"/>
              <a:gd name="T31" fmla="*/ 2030516 h 3319463"/>
              <a:gd name="T32" fmla="*/ 2903512 w 3856038"/>
              <a:gd name="T33" fmla="*/ 3058483 h 3319463"/>
              <a:gd name="T34" fmla="*/ 2858002 w 3856038"/>
              <a:gd name="T35" fmla="*/ 3085784 h 3319463"/>
              <a:gd name="T36" fmla="*/ 2397814 w 3856038"/>
              <a:gd name="T37" fmla="*/ 3071816 h 3319463"/>
              <a:gd name="T38" fmla="*/ 2374900 w 3856038"/>
              <a:gd name="T39" fmla="*/ 3023247 h 3319463"/>
              <a:gd name="T40" fmla="*/ 3393565 w 3856038"/>
              <a:gd name="T41" fmla="*/ 829618 h 3319463"/>
              <a:gd name="T42" fmla="*/ 3441797 w 3856038"/>
              <a:gd name="T43" fmla="*/ 916284 h 3319463"/>
              <a:gd name="T44" fmla="*/ 3518904 w 3856038"/>
              <a:gd name="T45" fmla="*/ 976601 h 3319463"/>
              <a:gd name="T46" fmla="*/ 3605213 w 3856038"/>
              <a:gd name="T47" fmla="*/ 3023244 h 3319463"/>
              <a:gd name="T48" fmla="*/ 3582367 w 3856038"/>
              <a:gd name="T49" fmla="*/ 3071815 h 3319463"/>
              <a:gd name="T50" fmla="*/ 3123532 w 3856038"/>
              <a:gd name="T51" fmla="*/ 3085783 h 3319463"/>
              <a:gd name="T52" fmla="*/ 3077839 w 3856038"/>
              <a:gd name="T53" fmla="*/ 3058481 h 3319463"/>
              <a:gd name="T54" fmla="*/ 3032368 w 3856038"/>
              <a:gd name="T55" fmla="*/ 0 h 3319463"/>
              <a:gd name="T56" fmla="*/ 3669057 w 3856038"/>
              <a:gd name="T57" fmla="*/ 6984 h 3319463"/>
              <a:gd name="T58" fmla="*/ 3714445 w 3856038"/>
              <a:gd name="T59" fmla="*/ 35552 h 3319463"/>
              <a:gd name="T60" fmla="*/ 3742692 w 3856038"/>
              <a:gd name="T61" fmla="*/ 80308 h 3319463"/>
              <a:gd name="T62" fmla="*/ 3749358 w 3856038"/>
              <a:gd name="T63" fmla="*/ 717377 h 3319463"/>
              <a:gd name="T64" fmla="*/ 3735075 w 3856038"/>
              <a:gd name="T65" fmla="*/ 769117 h 3319463"/>
              <a:gd name="T66" fmla="*/ 3700797 w 3856038"/>
              <a:gd name="T67" fmla="*/ 808795 h 3319463"/>
              <a:gd name="T68" fmla="*/ 3652870 w 3856038"/>
              <a:gd name="T69" fmla="*/ 830698 h 3319463"/>
              <a:gd name="T70" fmla="*/ 3597644 w 3856038"/>
              <a:gd name="T71" fmla="*/ 829110 h 3319463"/>
              <a:gd name="T72" fmla="*/ 3550670 w 3856038"/>
              <a:gd name="T73" fmla="*/ 804986 h 3319463"/>
              <a:gd name="T74" fmla="*/ 3518296 w 3856038"/>
              <a:gd name="T75" fmla="*/ 764039 h 3319463"/>
              <a:gd name="T76" fmla="*/ 3506552 w 3856038"/>
              <a:gd name="T77" fmla="*/ 711346 h 3319463"/>
              <a:gd name="T78" fmla="*/ 2155095 w 3856038"/>
              <a:gd name="T79" fmla="*/ 1756621 h 3319463"/>
              <a:gd name="T80" fmla="*/ 2103678 w 3856038"/>
              <a:gd name="T81" fmla="*/ 1768049 h 3319463"/>
              <a:gd name="T82" fmla="*/ 2052577 w 3856038"/>
              <a:gd name="T83" fmla="*/ 1756621 h 3319463"/>
              <a:gd name="T84" fmla="*/ 207257 w 3856038"/>
              <a:gd name="T85" fmla="*/ 2594619 h 3319463"/>
              <a:gd name="T86" fmla="*/ 161553 w 3856038"/>
              <a:gd name="T87" fmla="*/ 2623505 h 3319463"/>
              <a:gd name="T88" fmla="*/ 109818 w 3856038"/>
              <a:gd name="T89" fmla="*/ 2629853 h 3319463"/>
              <a:gd name="T90" fmla="*/ 59670 w 3856038"/>
              <a:gd name="T91" fmla="*/ 2613665 h 3319463"/>
              <a:gd name="T92" fmla="*/ 19996 w 3856038"/>
              <a:gd name="T93" fmla="*/ 2575574 h 3319463"/>
              <a:gd name="T94" fmla="*/ 952 w 3856038"/>
              <a:gd name="T95" fmla="*/ 2526056 h 3319463"/>
              <a:gd name="T96" fmla="*/ 5078 w 3856038"/>
              <a:gd name="T97" fmla="*/ 2473998 h 3319463"/>
              <a:gd name="T98" fmla="*/ 31105 w 3856038"/>
              <a:gd name="T99" fmla="*/ 2427337 h 3319463"/>
              <a:gd name="T100" fmla="*/ 1492697 w 3856038"/>
              <a:gd name="T101" fmla="*/ 975760 h 3319463"/>
              <a:gd name="T102" fmla="*/ 1543797 w 3856038"/>
              <a:gd name="T103" fmla="*/ 964333 h 3319463"/>
              <a:gd name="T104" fmla="*/ 1595215 w 3856038"/>
              <a:gd name="T105" fmla="*/ 975760 h 3319463"/>
              <a:gd name="T106" fmla="*/ 3334526 w 3856038"/>
              <a:gd name="T107" fmla="*/ 243464 h 3319463"/>
              <a:gd name="T108" fmla="*/ 2991107 w 3856038"/>
              <a:gd name="T109" fmla="*/ 233624 h 3319463"/>
              <a:gd name="T110" fmla="*/ 2948576 w 3856038"/>
              <a:gd name="T111" fmla="*/ 203151 h 3319463"/>
              <a:gd name="T112" fmla="*/ 2922550 w 3856038"/>
              <a:gd name="T113" fmla="*/ 157760 h 3319463"/>
              <a:gd name="T114" fmla="*/ 2918424 w 3856038"/>
              <a:gd name="T115" fmla="*/ 102845 h 3319463"/>
              <a:gd name="T116" fmla="*/ 2937468 w 3856038"/>
              <a:gd name="T117" fmla="*/ 53645 h 3319463"/>
              <a:gd name="T118" fmla="*/ 2975555 w 3856038"/>
              <a:gd name="T119" fmla="*/ 17459 h 3319463"/>
              <a:gd name="T120" fmla="*/ 3026338 w 3856038"/>
              <a:gd name="T121" fmla="*/ 318 h 3319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56038" h="3319463">
                <a:moveTo>
                  <a:pt x="50800" y="3187700"/>
                </a:moveTo>
                <a:lnTo>
                  <a:pt x="3856038" y="3187700"/>
                </a:lnTo>
                <a:lnTo>
                  <a:pt x="3856038" y="3319463"/>
                </a:lnTo>
                <a:lnTo>
                  <a:pt x="50800" y="3319463"/>
                </a:lnTo>
                <a:lnTo>
                  <a:pt x="50800" y="3187700"/>
                </a:lnTo>
                <a:close/>
                <a:moveTo>
                  <a:pt x="839788" y="2182813"/>
                </a:moveTo>
                <a:lnTo>
                  <a:pt x="839788" y="3023236"/>
                </a:lnTo>
                <a:lnTo>
                  <a:pt x="839471" y="3029586"/>
                </a:lnTo>
                <a:lnTo>
                  <a:pt x="838518" y="3035936"/>
                </a:lnTo>
                <a:lnTo>
                  <a:pt x="837248" y="3041969"/>
                </a:lnTo>
                <a:lnTo>
                  <a:pt x="834708" y="3047684"/>
                </a:lnTo>
                <a:lnTo>
                  <a:pt x="832486" y="3053399"/>
                </a:lnTo>
                <a:lnTo>
                  <a:pt x="829311" y="3058479"/>
                </a:lnTo>
                <a:lnTo>
                  <a:pt x="825501" y="3063241"/>
                </a:lnTo>
                <a:lnTo>
                  <a:pt x="821373" y="3067686"/>
                </a:lnTo>
                <a:lnTo>
                  <a:pt x="816928" y="3071814"/>
                </a:lnTo>
                <a:lnTo>
                  <a:pt x="812166" y="3075306"/>
                </a:lnTo>
                <a:lnTo>
                  <a:pt x="807086" y="3078481"/>
                </a:lnTo>
                <a:lnTo>
                  <a:pt x="801688" y="3081339"/>
                </a:lnTo>
                <a:lnTo>
                  <a:pt x="795656" y="3083244"/>
                </a:lnTo>
                <a:lnTo>
                  <a:pt x="789623" y="3084831"/>
                </a:lnTo>
                <a:lnTo>
                  <a:pt x="783591" y="3085784"/>
                </a:lnTo>
                <a:lnTo>
                  <a:pt x="777241" y="3086101"/>
                </a:lnTo>
                <a:lnTo>
                  <a:pt x="364173" y="3086101"/>
                </a:lnTo>
                <a:lnTo>
                  <a:pt x="357823" y="3085784"/>
                </a:lnTo>
                <a:lnTo>
                  <a:pt x="351473" y="3084831"/>
                </a:lnTo>
                <a:lnTo>
                  <a:pt x="345758" y="3083244"/>
                </a:lnTo>
                <a:lnTo>
                  <a:pt x="339725" y="3081339"/>
                </a:lnTo>
                <a:lnTo>
                  <a:pt x="334328" y="3078481"/>
                </a:lnTo>
                <a:lnTo>
                  <a:pt x="329248" y="3075306"/>
                </a:lnTo>
                <a:lnTo>
                  <a:pt x="324485" y="3071814"/>
                </a:lnTo>
                <a:lnTo>
                  <a:pt x="320040" y="3067686"/>
                </a:lnTo>
                <a:lnTo>
                  <a:pt x="315595" y="3063241"/>
                </a:lnTo>
                <a:lnTo>
                  <a:pt x="312103" y="3058479"/>
                </a:lnTo>
                <a:lnTo>
                  <a:pt x="308928" y="3053399"/>
                </a:lnTo>
                <a:lnTo>
                  <a:pt x="306705" y="3047684"/>
                </a:lnTo>
                <a:lnTo>
                  <a:pt x="304165" y="3041969"/>
                </a:lnTo>
                <a:lnTo>
                  <a:pt x="302578" y="3035936"/>
                </a:lnTo>
                <a:lnTo>
                  <a:pt x="301943" y="3029586"/>
                </a:lnTo>
                <a:lnTo>
                  <a:pt x="301625" y="3023236"/>
                </a:lnTo>
                <a:lnTo>
                  <a:pt x="301625" y="2721293"/>
                </a:lnTo>
                <a:lnTo>
                  <a:pt x="839788" y="2182813"/>
                </a:lnTo>
                <a:close/>
                <a:moveTo>
                  <a:pt x="1684338" y="1620838"/>
                </a:moveTo>
                <a:lnTo>
                  <a:pt x="1929304" y="1865842"/>
                </a:lnTo>
                <a:lnTo>
                  <a:pt x="1938189" y="1874411"/>
                </a:lnTo>
                <a:lnTo>
                  <a:pt x="1947708" y="1882345"/>
                </a:lnTo>
                <a:lnTo>
                  <a:pt x="1957227" y="1889644"/>
                </a:lnTo>
                <a:lnTo>
                  <a:pt x="1967064" y="1896944"/>
                </a:lnTo>
                <a:lnTo>
                  <a:pt x="1977218" y="1903291"/>
                </a:lnTo>
                <a:lnTo>
                  <a:pt x="1987690" y="1909003"/>
                </a:lnTo>
                <a:lnTo>
                  <a:pt x="1998478" y="1914716"/>
                </a:lnTo>
                <a:lnTo>
                  <a:pt x="2009267" y="1919476"/>
                </a:lnTo>
                <a:lnTo>
                  <a:pt x="2020690" y="1923602"/>
                </a:lnTo>
                <a:lnTo>
                  <a:pt x="2032113" y="1927728"/>
                </a:lnTo>
                <a:lnTo>
                  <a:pt x="2043537" y="1930901"/>
                </a:lnTo>
                <a:lnTo>
                  <a:pt x="2055277" y="1933440"/>
                </a:lnTo>
                <a:lnTo>
                  <a:pt x="2067335" y="1935344"/>
                </a:lnTo>
                <a:lnTo>
                  <a:pt x="2079393" y="1936931"/>
                </a:lnTo>
                <a:lnTo>
                  <a:pt x="2091768" y="1937883"/>
                </a:lnTo>
                <a:lnTo>
                  <a:pt x="2103826" y="1938201"/>
                </a:lnTo>
                <a:lnTo>
                  <a:pt x="2111759" y="1937883"/>
                </a:lnTo>
                <a:lnTo>
                  <a:pt x="2119692" y="1937566"/>
                </a:lnTo>
                <a:lnTo>
                  <a:pt x="2127625" y="1936931"/>
                </a:lnTo>
                <a:lnTo>
                  <a:pt x="2135240" y="1935979"/>
                </a:lnTo>
                <a:lnTo>
                  <a:pt x="2142856" y="1934710"/>
                </a:lnTo>
                <a:lnTo>
                  <a:pt x="2150788" y="1933440"/>
                </a:lnTo>
                <a:lnTo>
                  <a:pt x="2158404" y="1931536"/>
                </a:lnTo>
                <a:lnTo>
                  <a:pt x="2165702" y="1929949"/>
                </a:lnTo>
                <a:lnTo>
                  <a:pt x="2173318" y="1927728"/>
                </a:lnTo>
                <a:lnTo>
                  <a:pt x="2180299" y="1925189"/>
                </a:lnTo>
                <a:lnTo>
                  <a:pt x="2194895" y="1919794"/>
                </a:lnTo>
                <a:lnTo>
                  <a:pt x="2209174" y="1913446"/>
                </a:lnTo>
                <a:lnTo>
                  <a:pt x="2222501" y="1906782"/>
                </a:lnTo>
                <a:lnTo>
                  <a:pt x="2222501" y="3023263"/>
                </a:lnTo>
                <a:lnTo>
                  <a:pt x="2222501" y="3029611"/>
                </a:lnTo>
                <a:lnTo>
                  <a:pt x="2221232" y="3035958"/>
                </a:lnTo>
                <a:lnTo>
                  <a:pt x="2219645" y="3041988"/>
                </a:lnTo>
                <a:lnTo>
                  <a:pt x="2217742" y="3047700"/>
                </a:lnTo>
                <a:lnTo>
                  <a:pt x="2214886" y="3053413"/>
                </a:lnTo>
                <a:lnTo>
                  <a:pt x="2211713" y="3058491"/>
                </a:lnTo>
                <a:lnTo>
                  <a:pt x="2208222" y="3063251"/>
                </a:lnTo>
                <a:lnTo>
                  <a:pt x="2204414" y="3067694"/>
                </a:lnTo>
                <a:lnTo>
                  <a:pt x="2199655" y="3071820"/>
                </a:lnTo>
                <a:lnTo>
                  <a:pt x="2194895" y="3075311"/>
                </a:lnTo>
                <a:lnTo>
                  <a:pt x="2189818" y="3078484"/>
                </a:lnTo>
                <a:lnTo>
                  <a:pt x="2184424" y="3081341"/>
                </a:lnTo>
                <a:lnTo>
                  <a:pt x="2178712" y="3083245"/>
                </a:lnTo>
                <a:lnTo>
                  <a:pt x="2172366" y="3084832"/>
                </a:lnTo>
                <a:lnTo>
                  <a:pt x="2166654" y="3085784"/>
                </a:lnTo>
                <a:lnTo>
                  <a:pt x="2159673" y="3086101"/>
                </a:lnTo>
                <a:lnTo>
                  <a:pt x="1747166" y="3086101"/>
                </a:lnTo>
                <a:lnTo>
                  <a:pt x="1740820" y="3085784"/>
                </a:lnTo>
                <a:lnTo>
                  <a:pt x="1734474" y="3084832"/>
                </a:lnTo>
                <a:lnTo>
                  <a:pt x="1728445" y="3083245"/>
                </a:lnTo>
                <a:lnTo>
                  <a:pt x="1723050" y="3081341"/>
                </a:lnTo>
                <a:lnTo>
                  <a:pt x="1717656" y="3078484"/>
                </a:lnTo>
                <a:lnTo>
                  <a:pt x="1712579" y="3075311"/>
                </a:lnTo>
                <a:lnTo>
                  <a:pt x="1707185" y="3071820"/>
                </a:lnTo>
                <a:lnTo>
                  <a:pt x="1703060" y="3067694"/>
                </a:lnTo>
                <a:lnTo>
                  <a:pt x="1698935" y="3063251"/>
                </a:lnTo>
                <a:lnTo>
                  <a:pt x="1695444" y="3058491"/>
                </a:lnTo>
                <a:lnTo>
                  <a:pt x="1692271" y="3053413"/>
                </a:lnTo>
                <a:lnTo>
                  <a:pt x="1689415" y="3047700"/>
                </a:lnTo>
                <a:lnTo>
                  <a:pt x="1687511" y="3041988"/>
                </a:lnTo>
                <a:lnTo>
                  <a:pt x="1685925" y="3035958"/>
                </a:lnTo>
                <a:lnTo>
                  <a:pt x="1684973" y="3029611"/>
                </a:lnTo>
                <a:lnTo>
                  <a:pt x="1684338" y="3023263"/>
                </a:lnTo>
                <a:lnTo>
                  <a:pt x="1684338" y="1620838"/>
                </a:lnTo>
                <a:close/>
                <a:moveTo>
                  <a:pt x="1531938" y="1492251"/>
                </a:moveTo>
                <a:lnTo>
                  <a:pt x="1531938" y="3023260"/>
                </a:lnTo>
                <a:lnTo>
                  <a:pt x="1531304" y="3029608"/>
                </a:lnTo>
                <a:lnTo>
                  <a:pt x="1530669" y="3035955"/>
                </a:lnTo>
                <a:lnTo>
                  <a:pt x="1529082" y="3041985"/>
                </a:lnTo>
                <a:lnTo>
                  <a:pt x="1527178" y="3047698"/>
                </a:lnTo>
                <a:lnTo>
                  <a:pt x="1524323" y="3053411"/>
                </a:lnTo>
                <a:lnTo>
                  <a:pt x="1521150" y="3058489"/>
                </a:lnTo>
                <a:lnTo>
                  <a:pt x="1517659" y="3063249"/>
                </a:lnTo>
                <a:lnTo>
                  <a:pt x="1513217" y="3067693"/>
                </a:lnTo>
                <a:lnTo>
                  <a:pt x="1509092" y="3071818"/>
                </a:lnTo>
                <a:lnTo>
                  <a:pt x="1504332" y="3075309"/>
                </a:lnTo>
                <a:lnTo>
                  <a:pt x="1498938" y="3078483"/>
                </a:lnTo>
                <a:lnTo>
                  <a:pt x="1493543" y="3081340"/>
                </a:lnTo>
                <a:lnTo>
                  <a:pt x="1487514" y="3083244"/>
                </a:lnTo>
                <a:lnTo>
                  <a:pt x="1481803" y="3084831"/>
                </a:lnTo>
                <a:lnTo>
                  <a:pt x="1475456" y="3085783"/>
                </a:lnTo>
                <a:lnTo>
                  <a:pt x="1469110" y="3086100"/>
                </a:lnTo>
                <a:lnTo>
                  <a:pt x="1056286" y="3086100"/>
                </a:lnTo>
                <a:lnTo>
                  <a:pt x="1050257" y="3085783"/>
                </a:lnTo>
                <a:lnTo>
                  <a:pt x="1043911" y="3084831"/>
                </a:lnTo>
                <a:lnTo>
                  <a:pt x="1037882" y="3083244"/>
                </a:lnTo>
                <a:lnTo>
                  <a:pt x="1031853" y="3081340"/>
                </a:lnTo>
                <a:lnTo>
                  <a:pt x="1026776" y="3078483"/>
                </a:lnTo>
                <a:lnTo>
                  <a:pt x="1021381" y="3075309"/>
                </a:lnTo>
                <a:lnTo>
                  <a:pt x="1016622" y="3071818"/>
                </a:lnTo>
                <a:lnTo>
                  <a:pt x="1012179" y="3067693"/>
                </a:lnTo>
                <a:lnTo>
                  <a:pt x="1008372" y="3063249"/>
                </a:lnTo>
                <a:lnTo>
                  <a:pt x="1004246" y="3058489"/>
                </a:lnTo>
                <a:lnTo>
                  <a:pt x="1001391" y="3053411"/>
                </a:lnTo>
                <a:lnTo>
                  <a:pt x="998852" y="3047698"/>
                </a:lnTo>
                <a:lnTo>
                  <a:pt x="996631" y="3041985"/>
                </a:lnTo>
                <a:lnTo>
                  <a:pt x="995044" y="3035955"/>
                </a:lnTo>
                <a:lnTo>
                  <a:pt x="994092" y="3029608"/>
                </a:lnTo>
                <a:lnTo>
                  <a:pt x="993775" y="3023260"/>
                </a:lnTo>
                <a:lnTo>
                  <a:pt x="993775" y="2030516"/>
                </a:lnTo>
                <a:lnTo>
                  <a:pt x="1531938" y="1492251"/>
                </a:lnTo>
                <a:close/>
                <a:moveTo>
                  <a:pt x="2914650" y="1230313"/>
                </a:moveTo>
                <a:lnTo>
                  <a:pt x="2914650" y="3023247"/>
                </a:lnTo>
                <a:lnTo>
                  <a:pt x="2914014" y="3029596"/>
                </a:lnTo>
                <a:lnTo>
                  <a:pt x="2913059" y="3035945"/>
                </a:lnTo>
                <a:lnTo>
                  <a:pt x="2911468" y="3041976"/>
                </a:lnTo>
                <a:lnTo>
                  <a:pt x="2909240" y="3047690"/>
                </a:lnTo>
                <a:lnTo>
                  <a:pt x="2906694" y="3053404"/>
                </a:lnTo>
                <a:lnTo>
                  <a:pt x="2903512" y="3058483"/>
                </a:lnTo>
                <a:lnTo>
                  <a:pt x="2900011" y="3063245"/>
                </a:lnTo>
                <a:lnTo>
                  <a:pt x="2895874" y="3067689"/>
                </a:lnTo>
                <a:lnTo>
                  <a:pt x="2891736" y="3071816"/>
                </a:lnTo>
                <a:lnTo>
                  <a:pt x="2886326" y="3075308"/>
                </a:lnTo>
                <a:lnTo>
                  <a:pt x="2881234" y="3078482"/>
                </a:lnTo>
                <a:lnTo>
                  <a:pt x="2875824" y="3081340"/>
                </a:lnTo>
                <a:lnTo>
                  <a:pt x="2870414" y="3083244"/>
                </a:lnTo>
                <a:lnTo>
                  <a:pt x="2864367" y="3084831"/>
                </a:lnTo>
                <a:lnTo>
                  <a:pt x="2858002" y="3085784"/>
                </a:lnTo>
                <a:lnTo>
                  <a:pt x="2851637" y="3086101"/>
                </a:lnTo>
                <a:lnTo>
                  <a:pt x="2437914" y="3086101"/>
                </a:lnTo>
                <a:lnTo>
                  <a:pt x="2430912" y="3085784"/>
                </a:lnTo>
                <a:lnTo>
                  <a:pt x="2425184" y="3084831"/>
                </a:lnTo>
                <a:lnTo>
                  <a:pt x="2418819" y="3083244"/>
                </a:lnTo>
                <a:lnTo>
                  <a:pt x="2413090" y="3081340"/>
                </a:lnTo>
                <a:lnTo>
                  <a:pt x="2407680" y="3078482"/>
                </a:lnTo>
                <a:lnTo>
                  <a:pt x="2402588" y="3075308"/>
                </a:lnTo>
                <a:lnTo>
                  <a:pt x="2397814" y="3071816"/>
                </a:lnTo>
                <a:lnTo>
                  <a:pt x="2393040" y="3067689"/>
                </a:lnTo>
                <a:lnTo>
                  <a:pt x="2389221" y="3063245"/>
                </a:lnTo>
                <a:lnTo>
                  <a:pt x="2385721" y="3058483"/>
                </a:lnTo>
                <a:lnTo>
                  <a:pt x="2382538" y="3053404"/>
                </a:lnTo>
                <a:lnTo>
                  <a:pt x="2379674" y="3047690"/>
                </a:lnTo>
                <a:lnTo>
                  <a:pt x="2377764" y="3041976"/>
                </a:lnTo>
                <a:lnTo>
                  <a:pt x="2376173" y="3035945"/>
                </a:lnTo>
                <a:lnTo>
                  <a:pt x="2374900" y="3029596"/>
                </a:lnTo>
                <a:lnTo>
                  <a:pt x="2374900" y="3023247"/>
                </a:lnTo>
                <a:lnTo>
                  <a:pt x="2374900" y="1768701"/>
                </a:lnTo>
                <a:lnTo>
                  <a:pt x="2914650" y="1230313"/>
                </a:lnTo>
                <a:close/>
                <a:moveTo>
                  <a:pt x="3382142" y="762000"/>
                </a:moveTo>
                <a:lnTo>
                  <a:pt x="3382777" y="774063"/>
                </a:lnTo>
                <a:lnTo>
                  <a:pt x="3384046" y="785492"/>
                </a:lnTo>
                <a:lnTo>
                  <a:pt x="3385633" y="796920"/>
                </a:lnTo>
                <a:lnTo>
                  <a:pt x="3387536" y="808031"/>
                </a:lnTo>
                <a:lnTo>
                  <a:pt x="3390392" y="818825"/>
                </a:lnTo>
                <a:lnTo>
                  <a:pt x="3393565" y="829618"/>
                </a:lnTo>
                <a:lnTo>
                  <a:pt x="3397056" y="840094"/>
                </a:lnTo>
                <a:lnTo>
                  <a:pt x="3401181" y="850888"/>
                </a:lnTo>
                <a:lnTo>
                  <a:pt x="3405623" y="860729"/>
                </a:lnTo>
                <a:lnTo>
                  <a:pt x="3410383" y="870570"/>
                </a:lnTo>
                <a:lnTo>
                  <a:pt x="3416095" y="880411"/>
                </a:lnTo>
                <a:lnTo>
                  <a:pt x="3421806" y="889935"/>
                </a:lnTo>
                <a:lnTo>
                  <a:pt x="3427835" y="899141"/>
                </a:lnTo>
                <a:lnTo>
                  <a:pt x="3434499" y="907713"/>
                </a:lnTo>
                <a:lnTo>
                  <a:pt x="3441797" y="916284"/>
                </a:lnTo>
                <a:lnTo>
                  <a:pt x="3448778" y="924220"/>
                </a:lnTo>
                <a:lnTo>
                  <a:pt x="3456711" y="932157"/>
                </a:lnTo>
                <a:lnTo>
                  <a:pt x="3464644" y="939776"/>
                </a:lnTo>
                <a:lnTo>
                  <a:pt x="3472894" y="946760"/>
                </a:lnTo>
                <a:lnTo>
                  <a:pt x="3481461" y="953426"/>
                </a:lnTo>
                <a:lnTo>
                  <a:pt x="3490663" y="960093"/>
                </a:lnTo>
                <a:lnTo>
                  <a:pt x="3499548" y="966125"/>
                </a:lnTo>
                <a:lnTo>
                  <a:pt x="3509067" y="971521"/>
                </a:lnTo>
                <a:lnTo>
                  <a:pt x="3518904" y="976601"/>
                </a:lnTo>
                <a:lnTo>
                  <a:pt x="3529058" y="981363"/>
                </a:lnTo>
                <a:lnTo>
                  <a:pt x="3539529" y="985807"/>
                </a:lnTo>
                <a:lnTo>
                  <a:pt x="3549683" y="989616"/>
                </a:lnTo>
                <a:lnTo>
                  <a:pt x="3560155" y="992791"/>
                </a:lnTo>
                <a:lnTo>
                  <a:pt x="3571261" y="995966"/>
                </a:lnTo>
                <a:lnTo>
                  <a:pt x="3582367" y="998505"/>
                </a:lnTo>
                <a:lnTo>
                  <a:pt x="3593790" y="1000093"/>
                </a:lnTo>
                <a:lnTo>
                  <a:pt x="3605213" y="1001680"/>
                </a:lnTo>
                <a:lnTo>
                  <a:pt x="3605213" y="3023244"/>
                </a:lnTo>
                <a:lnTo>
                  <a:pt x="3604896" y="3029593"/>
                </a:lnTo>
                <a:lnTo>
                  <a:pt x="3603944" y="3035942"/>
                </a:lnTo>
                <a:lnTo>
                  <a:pt x="3602357" y="3041974"/>
                </a:lnTo>
                <a:lnTo>
                  <a:pt x="3600136" y="3047688"/>
                </a:lnTo>
                <a:lnTo>
                  <a:pt x="3597598" y="3053402"/>
                </a:lnTo>
                <a:lnTo>
                  <a:pt x="3594425" y="3058481"/>
                </a:lnTo>
                <a:lnTo>
                  <a:pt x="3590617" y="3063243"/>
                </a:lnTo>
                <a:lnTo>
                  <a:pt x="3586809" y="3067688"/>
                </a:lnTo>
                <a:lnTo>
                  <a:pt x="3582367" y="3071815"/>
                </a:lnTo>
                <a:lnTo>
                  <a:pt x="3577607" y="3075307"/>
                </a:lnTo>
                <a:lnTo>
                  <a:pt x="3572213" y="3078481"/>
                </a:lnTo>
                <a:lnTo>
                  <a:pt x="3567136" y="3081338"/>
                </a:lnTo>
                <a:lnTo>
                  <a:pt x="3561107" y="3083243"/>
                </a:lnTo>
                <a:lnTo>
                  <a:pt x="3555078" y="3084830"/>
                </a:lnTo>
                <a:lnTo>
                  <a:pt x="3548732" y="3085783"/>
                </a:lnTo>
                <a:lnTo>
                  <a:pt x="3542703" y="3086100"/>
                </a:lnTo>
                <a:lnTo>
                  <a:pt x="3129878" y="3086100"/>
                </a:lnTo>
                <a:lnTo>
                  <a:pt x="3123532" y="3085783"/>
                </a:lnTo>
                <a:lnTo>
                  <a:pt x="3117186" y="3084830"/>
                </a:lnTo>
                <a:lnTo>
                  <a:pt x="3111474" y="3083243"/>
                </a:lnTo>
                <a:lnTo>
                  <a:pt x="3105445" y="3081338"/>
                </a:lnTo>
                <a:lnTo>
                  <a:pt x="3099733" y="3078481"/>
                </a:lnTo>
                <a:lnTo>
                  <a:pt x="3094656" y="3075307"/>
                </a:lnTo>
                <a:lnTo>
                  <a:pt x="3089897" y="3071815"/>
                </a:lnTo>
                <a:lnTo>
                  <a:pt x="3085454" y="3067688"/>
                </a:lnTo>
                <a:lnTo>
                  <a:pt x="3081329" y="3063243"/>
                </a:lnTo>
                <a:lnTo>
                  <a:pt x="3077839" y="3058481"/>
                </a:lnTo>
                <a:lnTo>
                  <a:pt x="3074666" y="3053402"/>
                </a:lnTo>
                <a:lnTo>
                  <a:pt x="3071810" y="3047688"/>
                </a:lnTo>
                <a:lnTo>
                  <a:pt x="3069906" y="3041974"/>
                </a:lnTo>
                <a:lnTo>
                  <a:pt x="3068320" y="3035942"/>
                </a:lnTo>
                <a:lnTo>
                  <a:pt x="3067685" y="3029593"/>
                </a:lnTo>
                <a:lnTo>
                  <a:pt x="3067050" y="3023244"/>
                </a:lnTo>
                <a:lnTo>
                  <a:pt x="3067050" y="1077552"/>
                </a:lnTo>
                <a:lnTo>
                  <a:pt x="3382142" y="762000"/>
                </a:lnTo>
                <a:close/>
                <a:moveTo>
                  <a:pt x="3032368" y="0"/>
                </a:moveTo>
                <a:lnTo>
                  <a:pt x="3038399" y="0"/>
                </a:lnTo>
                <a:lnTo>
                  <a:pt x="3628114" y="0"/>
                </a:lnTo>
                <a:lnTo>
                  <a:pt x="3634144" y="0"/>
                </a:lnTo>
                <a:lnTo>
                  <a:pt x="3640175" y="318"/>
                </a:lnTo>
                <a:lnTo>
                  <a:pt x="3646205" y="1270"/>
                </a:lnTo>
                <a:lnTo>
                  <a:pt x="3651918" y="2222"/>
                </a:lnTo>
                <a:lnTo>
                  <a:pt x="3657631" y="3492"/>
                </a:lnTo>
                <a:lnTo>
                  <a:pt x="3663344" y="5079"/>
                </a:lnTo>
                <a:lnTo>
                  <a:pt x="3669057" y="6984"/>
                </a:lnTo>
                <a:lnTo>
                  <a:pt x="3674453" y="9206"/>
                </a:lnTo>
                <a:lnTo>
                  <a:pt x="3680166" y="11428"/>
                </a:lnTo>
                <a:lnTo>
                  <a:pt x="3685562" y="14284"/>
                </a:lnTo>
                <a:lnTo>
                  <a:pt x="3690640" y="17459"/>
                </a:lnTo>
                <a:lnTo>
                  <a:pt x="3695718" y="20633"/>
                </a:lnTo>
                <a:lnTo>
                  <a:pt x="3700479" y="23807"/>
                </a:lnTo>
                <a:lnTo>
                  <a:pt x="3705240" y="27616"/>
                </a:lnTo>
                <a:lnTo>
                  <a:pt x="3710001" y="31425"/>
                </a:lnTo>
                <a:lnTo>
                  <a:pt x="3714445" y="35552"/>
                </a:lnTo>
                <a:lnTo>
                  <a:pt x="3718253" y="39678"/>
                </a:lnTo>
                <a:lnTo>
                  <a:pt x="3722062" y="44440"/>
                </a:lnTo>
                <a:lnTo>
                  <a:pt x="3725871" y="49201"/>
                </a:lnTo>
                <a:lnTo>
                  <a:pt x="3729362" y="53962"/>
                </a:lnTo>
                <a:lnTo>
                  <a:pt x="3732536" y="59041"/>
                </a:lnTo>
                <a:lnTo>
                  <a:pt x="3735075" y="64437"/>
                </a:lnTo>
                <a:lnTo>
                  <a:pt x="3737932" y="69516"/>
                </a:lnTo>
                <a:lnTo>
                  <a:pt x="3740471" y="74912"/>
                </a:lnTo>
                <a:lnTo>
                  <a:pt x="3742692" y="80308"/>
                </a:lnTo>
                <a:lnTo>
                  <a:pt x="3744279" y="86339"/>
                </a:lnTo>
                <a:lnTo>
                  <a:pt x="3745866" y="91736"/>
                </a:lnTo>
                <a:lnTo>
                  <a:pt x="3747453" y="97767"/>
                </a:lnTo>
                <a:lnTo>
                  <a:pt x="3748088" y="103798"/>
                </a:lnTo>
                <a:lnTo>
                  <a:pt x="3749040" y="109511"/>
                </a:lnTo>
                <a:lnTo>
                  <a:pt x="3749358" y="115542"/>
                </a:lnTo>
                <a:lnTo>
                  <a:pt x="3749675" y="121573"/>
                </a:lnTo>
                <a:lnTo>
                  <a:pt x="3749675" y="711346"/>
                </a:lnTo>
                <a:lnTo>
                  <a:pt x="3749358" y="717377"/>
                </a:lnTo>
                <a:lnTo>
                  <a:pt x="3749040" y="723726"/>
                </a:lnTo>
                <a:lnTo>
                  <a:pt x="3748088" y="729757"/>
                </a:lnTo>
                <a:lnTo>
                  <a:pt x="3747453" y="735788"/>
                </a:lnTo>
                <a:lnTo>
                  <a:pt x="3745866" y="741819"/>
                </a:lnTo>
                <a:lnTo>
                  <a:pt x="3744279" y="747215"/>
                </a:lnTo>
                <a:lnTo>
                  <a:pt x="3742375" y="753246"/>
                </a:lnTo>
                <a:lnTo>
                  <a:pt x="3740471" y="758642"/>
                </a:lnTo>
                <a:lnTo>
                  <a:pt x="3737614" y="764039"/>
                </a:lnTo>
                <a:lnTo>
                  <a:pt x="3735075" y="769117"/>
                </a:lnTo>
                <a:lnTo>
                  <a:pt x="3732219" y="774196"/>
                </a:lnTo>
                <a:lnTo>
                  <a:pt x="3729045" y="779275"/>
                </a:lnTo>
                <a:lnTo>
                  <a:pt x="3725871" y="784036"/>
                </a:lnTo>
                <a:lnTo>
                  <a:pt x="3721745" y="788798"/>
                </a:lnTo>
                <a:lnTo>
                  <a:pt x="3718253" y="793242"/>
                </a:lnTo>
                <a:lnTo>
                  <a:pt x="3714445" y="797368"/>
                </a:lnTo>
                <a:lnTo>
                  <a:pt x="3710001" y="801495"/>
                </a:lnTo>
                <a:lnTo>
                  <a:pt x="3705558" y="804986"/>
                </a:lnTo>
                <a:lnTo>
                  <a:pt x="3700797" y="808795"/>
                </a:lnTo>
                <a:lnTo>
                  <a:pt x="3696036" y="811970"/>
                </a:lnTo>
                <a:lnTo>
                  <a:pt x="3690958" y="815144"/>
                </a:lnTo>
                <a:lnTo>
                  <a:pt x="3685879" y="818318"/>
                </a:lnTo>
                <a:lnTo>
                  <a:pt x="3680801" y="820857"/>
                </a:lnTo>
                <a:lnTo>
                  <a:pt x="3675405" y="823397"/>
                </a:lnTo>
                <a:lnTo>
                  <a:pt x="3669692" y="825301"/>
                </a:lnTo>
                <a:lnTo>
                  <a:pt x="3664297" y="827523"/>
                </a:lnTo>
                <a:lnTo>
                  <a:pt x="3658583" y="829110"/>
                </a:lnTo>
                <a:lnTo>
                  <a:pt x="3652870" y="830698"/>
                </a:lnTo>
                <a:lnTo>
                  <a:pt x="3646523" y="831332"/>
                </a:lnTo>
                <a:lnTo>
                  <a:pt x="3640492" y="832285"/>
                </a:lnTo>
                <a:lnTo>
                  <a:pt x="3634144" y="832919"/>
                </a:lnTo>
                <a:lnTo>
                  <a:pt x="3628114" y="832919"/>
                </a:lnTo>
                <a:lnTo>
                  <a:pt x="3622083" y="832919"/>
                </a:lnTo>
                <a:lnTo>
                  <a:pt x="3615735" y="832285"/>
                </a:lnTo>
                <a:lnTo>
                  <a:pt x="3609705" y="831332"/>
                </a:lnTo>
                <a:lnTo>
                  <a:pt x="3603675" y="830698"/>
                </a:lnTo>
                <a:lnTo>
                  <a:pt x="3597644" y="829110"/>
                </a:lnTo>
                <a:lnTo>
                  <a:pt x="3592248" y="827523"/>
                </a:lnTo>
                <a:lnTo>
                  <a:pt x="3586218" y="825301"/>
                </a:lnTo>
                <a:lnTo>
                  <a:pt x="3580822" y="823397"/>
                </a:lnTo>
                <a:lnTo>
                  <a:pt x="3575427" y="820857"/>
                </a:lnTo>
                <a:lnTo>
                  <a:pt x="3570031" y="818318"/>
                </a:lnTo>
                <a:lnTo>
                  <a:pt x="3565270" y="815144"/>
                </a:lnTo>
                <a:lnTo>
                  <a:pt x="3560192" y="811970"/>
                </a:lnTo>
                <a:lnTo>
                  <a:pt x="3555431" y="808795"/>
                </a:lnTo>
                <a:lnTo>
                  <a:pt x="3550670" y="804986"/>
                </a:lnTo>
                <a:lnTo>
                  <a:pt x="3546227" y="801495"/>
                </a:lnTo>
                <a:lnTo>
                  <a:pt x="3542100" y="797368"/>
                </a:lnTo>
                <a:lnTo>
                  <a:pt x="3537974" y="793242"/>
                </a:lnTo>
                <a:lnTo>
                  <a:pt x="3534166" y="788798"/>
                </a:lnTo>
                <a:lnTo>
                  <a:pt x="3530674" y="784036"/>
                </a:lnTo>
                <a:lnTo>
                  <a:pt x="3527500" y="779275"/>
                </a:lnTo>
                <a:lnTo>
                  <a:pt x="3524326" y="774196"/>
                </a:lnTo>
                <a:lnTo>
                  <a:pt x="3521153" y="769117"/>
                </a:lnTo>
                <a:lnTo>
                  <a:pt x="3518296" y="764039"/>
                </a:lnTo>
                <a:lnTo>
                  <a:pt x="3516074" y="758642"/>
                </a:lnTo>
                <a:lnTo>
                  <a:pt x="3514170" y="753246"/>
                </a:lnTo>
                <a:lnTo>
                  <a:pt x="3511948" y="747215"/>
                </a:lnTo>
                <a:lnTo>
                  <a:pt x="3510361" y="741819"/>
                </a:lnTo>
                <a:lnTo>
                  <a:pt x="3508774" y="735788"/>
                </a:lnTo>
                <a:lnTo>
                  <a:pt x="3508139" y="729757"/>
                </a:lnTo>
                <a:lnTo>
                  <a:pt x="3507187" y="723726"/>
                </a:lnTo>
                <a:lnTo>
                  <a:pt x="3506552" y="717377"/>
                </a:lnTo>
                <a:lnTo>
                  <a:pt x="3506552" y="711346"/>
                </a:lnTo>
                <a:lnTo>
                  <a:pt x="3506552" y="415190"/>
                </a:lnTo>
                <a:lnTo>
                  <a:pt x="2189691" y="1732180"/>
                </a:lnTo>
                <a:lnTo>
                  <a:pt x="2185247" y="1736624"/>
                </a:lnTo>
                <a:lnTo>
                  <a:pt x="2180487" y="1740433"/>
                </a:lnTo>
                <a:lnTo>
                  <a:pt x="2175726" y="1744242"/>
                </a:lnTo>
                <a:lnTo>
                  <a:pt x="2170647" y="1748051"/>
                </a:lnTo>
                <a:lnTo>
                  <a:pt x="2165569" y="1750908"/>
                </a:lnTo>
                <a:lnTo>
                  <a:pt x="2160491" y="1753765"/>
                </a:lnTo>
                <a:lnTo>
                  <a:pt x="2155095" y="1756621"/>
                </a:lnTo>
                <a:lnTo>
                  <a:pt x="2149382" y="1758843"/>
                </a:lnTo>
                <a:lnTo>
                  <a:pt x="2143986" y="1761065"/>
                </a:lnTo>
                <a:lnTo>
                  <a:pt x="2138273" y="1762970"/>
                </a:lnTo>
                <a:lnTo>
                  <a:pt x="2132878" y="1764557"/>
                </a:lnTo>
                <a:lnTo>
                  <a:pt x="2126847" y="1765509"/>
                </a:lnTo>
                <a:lnTo>
                  <a:pt x="2121452" y="1766461"/>
                </a:lnTo>
                <a:lnTo>
                  <a:pt x="2115421" y="1767096"/>
                </a:lnTo>
                <a:lnTo>
                  <a:pt x="2109708" y="1767731"/>
                </a:lnTo>
                <a:lnTo>
                  <a:pt x="2103678" y="1768049"/>
                </a:lnTo>
                <a:lnTo>
                  <a:pt x="2098282" y="1767731"/>
                </a:lnTo>
                <a:lnTo>
                  <a:pt x="2092252" y="1767096"/>
                </a:lnTo>
                <a:lnTo>
                  <a:pt x="2086221" y="1766461"/>
                </a:lnTo>
                <a:lnTo>
                  <a:pt x="2080508" y="1765509"/>
                </a:lnTo>
                <a:lnTo>
                  <a:pt x="2074795" y="1764557"/>
                </a:lnTo>
                <a:lnTo>
                  <a:pt x="2069399" y="1762970"/>
                </a:lnTo>
                <a:lnTo>
                  <a:pt x="2063369" y="1761065"/>
                </a:lnTo>
                <a:lnTo>
                  <a:pt x="2057973" y="1758843"/>
                </a:lnTo>
                <a:lnTo>
                  <a:pt x="2052577" y="1756621"/>
                </a:lnTo>
                <a:lnTo>
                  <a:pt x="2047182" y="1753765"/>
                </a:lnTo>
                <a:lnTo>
                  <a:pt x="2042104" y="1750908"/>
                </a:lnTo>
                <a:lnTo>
                  <a:pt x="2037025" y="1748051"/>
                </a:lnTo>
                <a:lnTo>
                  <a:pt x="2031947" y="1744242"/>
                </a:lnTo>
                <a:lnTo>
                  <a:pt x="2027186" y="1740433"/>
                </a:lnTo>
                <a:lnTo>
                  <a:pt x="2022425" y="1736624"/>
                </a:lnTo>
                <a:lnTo>
                  <a:pt x="2017664" y="1732180"/>
                </a:lnTo>
                <a:lnTo>
                  <a:pt x="1543797" y="1257949"/>
                </a:lnTo>
                <a:lnTo>
                  <a:pt x="207257" y="2594619"/>
                </a:lnTo>
                <a:lnTo>
                  <a:pt x="202814" y="2599063"/>
                </a:lnTo>
                <a:lnTo>
                  <a:pt x="198053" y="2602872"/>
                </a:lnTo>
                <a:lnTo>
                  <a:pt x="193292" y="2606999"/>
                </a:lnTo>
                <a:lnTo>
                  <a:pt x="188214" y="2610490"/>
                </a:lnTo>
                <a:lnTo>
                  <a:pt x="183136" y="2613665"/>
                </a:lnTo>
                <a:lnTo>
                  <a:pt x="178057" y="2616204"/>
                </a:lnTo>
                <a:lnTo>
                  <a:pt x="172662" y="2619061"/>
                </a:lnTo>
                <a:lnTo>
                  <a:pt x="166949" y="2621600"/>
                </a:lnTo>
                <a:lnTo>
                  <a:pt x="161553" y="2623505"/>
                </a:lnTo>
                <a:lnTo>
                  <a:pt x="155840" y="2625409"/>
                </a:lnTo>
                <a:lnTo>
                  <a:pt x="150444" y="2626996"/>
                </a:lnTo>
                <a:lnTo>
                  <a:pt x="144414" y="2628266"/>
                </a:lnTo>
                <a:lnTo>
                  <a:pt x="139018" y="2628901"/>
                </a:lnTo>
                <a:lnTo>
                  <a:pt x="132988" y="2629853"/>
                </a:lnTo>
                <a:lnTo>
                  <a:pt x="127275" y="2630171"/>
                </a:lnTo>
                <a:lnTo>
                  <a:pt x="121244" y="2630488"/>
                </a:lnTo>
                <a:lnTo>
                  <a:pt x="115214" y="2630171"/>
                </a:lnTo>
                <a:lnTo>
                  <a:pt x="109818" y="2629853"/>
                </a:lnTo>
                <a:lnTo>
                  <a:pt x="103787" y="2628901"/>
                </a:lnTo>
                <a:lnTo>
                  <a:pt x="98074" y="2628266"/>
                </a:lnTo>
                <a:lnTo>
                  <a:pt x="92361" y="2626996"/>
                </a:lnTo>
                <a:lnTo>
                  <a:pt x="86648" y="2625409"/>
                </a:lnTo>
                <a:lnTo>
                  <a:pt x="80935" y="2623505"/>
                </a:lnTo>
                <a:lnTo>
                  <a:pt x="75540" y="2621600"/>
                </a:lnTo>
                <a:lnTo>
                  <a:pt x="70144" y="2619061"/>
                </a:lnTo>
                <a:lnTo>
                  <a:pt x="64748" y="2616204"/>
                </a:lnTo>
                <a:lnTo>
                  <a:pt x="59670" y="2613665"/>
                </a:lnTo>
                <a:lnTo>
                  <a:pt x="54592" y="2610490"/>
                </a:lnTo>
                <a:lnTo>
                  <a:pt x="49513" y="2606999"/>
                </a:lnTo>
                <a:lnTo>
                  <a:pt x="44752" y="2602872"/>
                </a:lnTo>
                <a:lnTo>
                  <a:pt x="39992" y="2599063"/>
                </a:lnTo>
                <a:lnTo>
                  <a:pt x="35231" y="2594619"/>
                </a:lnTo>
                <a:lnTo>
                  <a:pt x="31105" y="2590175"/>
                </a:lnTo>
                <a:lnTo>
                  <a:pt x="26978" y="2585731"/>
                </a:lnTo>
                <a:lnTo>
                  <a:pt x="23170" y="2580335"/>
                </a:lnTo>
                <a:lnTo>
                  <a:pt x="19996" y="2575574"/>
                </a:lnTo>
                <a:lnTo>
                  <a:pt x="16822" y="2570495"/>
                </a:lnTo>
                <a:lnTo>
                  <a:pt x="13648" y="2565099"/>
                </a:lnTo>
                <a:lnTo>
                  <a:pt x="10791" y="2560020"/>
                </a:lnTo>
                <a:lnTo>
                  <a:pt x="8570" y="2554307"/>
                </a:lnTo>
                <a:lnTo>
                  <a:pt x="6665" y="2548910"/>
                </a:lnTo>
                <a:lnTo>
                  <a:pt x="5078" y="2543514"/>
                </a:lnTo>
                <a:lnTo>
                  <a:pt x="3491" y="2537483"/>
                </a:lnTo>
                <a:lnTo>
                  <a:pt x="2222" y="2532087"/>
                </a:lnTo>
                <a:lnTo>
                  <a:pt x="952" y="2526056"/>
                </a:lnTo>
                <a:lnTo>
                  <a:pt x="318" y="2520660"/>
                </a:lnTo>
                <a:lnTo>
                  <a:pt x="0" y="2514629"/>
                </a:lnTo>
                <a:lnTo>
                  <a:pt x="0" y="2508598"/>
                </a:lnTo>
                <a:lnTo>
                  <a:pt x="0" y="2502884"/>
                </a:lnTo>
                <a:lnTo>
                  <a:pt x="318" y="2497170"/>
                </a:lnTo>
                <a:lnTo>
                  <a:pt x="952" y="2491457"/>
                </a:lnTo>
                <a:lnTo>
                  <a:pt x="2222" y="2485426"/>
                </a:lnTo>
                <a:lnTo>
                  <a:pt x="3491" y="2480029"/>
                </a:lnTo>
                <a:lnTo>
                  <a:pt x="5078" y="2473998"/>
                </a:lnTo>
                <a:lnTo>
                  <a:pt x="6665" y="2468285"/>
                </a:lnTo>
                <a:lnTo>
                  <a:pt x="8570" y="2462889"/>
                </a:lnTo>
                <a:lnTo>
                  <a:pt x="10791" y="2457492"/>
                </a:lnTo>
                <a:lnTo>
                  <a:pt x="13648" y="2452414"/>
                </a:lnTo>
                <a:lnTo>
                  <a:pt x="16822" y="2446700"/>
                </a:lnTo>
                <a:lnTo>
                  <a:pt x="19996" y="2441621"/>
                </a:lnTo>
                <a:lnTo>
                  <a:pt x="23487" y="2436860"/>
                </a:lnTo>
                <a:lnTo>
                  <a:pt x="26978" y="2431781"/>
                </a:lnTo>
                <a:lnTo>
                  <a:pt x="31105" y="2427337"/>
                </a:lnTo>
                <a:lnTo>
                  <a:pt x="35231" y="2422576"/>
                </a:lnTo>
                <a:lnTo>
                  <a:pt x="1457784" y="1000202"/>
                </a:lnTo>
                <a:lnTo>
                  <a:pt x="1462227" y="995758"/>
                </a:lnTo>
                <a:lnTo>
                  <a:pt x="1466988" y="991631"/>
                </a:lnTo>
                <a:lnTo>
                  <a:pt x="1471749" y="987822"/>
                </a:lnTo>
                <a:lnTo>
                  <a:pt x="1476827" y="984330"/>
                </a:lnTo>
                <a:lnTo>
                  <a:pt x="1481906" y="981156"/>
                </a:lnTo>
                <a:lnTo>
                  <a:pt x="1486984" y="978617"/>
                </a:lnTo>
                <a:lnTo>
                  <a:pt x="1492697" y="975760"/>
                </a:lnTo>
                <a:lnTo>
                  <a:pt x="1498093" y="973221"/>
                </a:lnTo>
                <a:lnTo>
                  <a:pt x="1503488" y="971316"/>
                </a:lnTo>
                <a:lnTo>
                  <a:pt x="1509202" y="969411"/>
                </a:lnTo>
                <a:lnTo>
                  <a:pt x="1514597" y="967824"/>
                </a:lnTo>
                <a:lnTo>
                  <a:pt x="1520628" y="966555"/>
                </a:lnTo>
                <a:lnTo>
                  <a:pt x="1526023" y="965602"/>
                </a:lnTo>
                <a:lnTo>
                  <a:pt x="1532054" y="964968"/>
                </a:lnTo>
                <a:lnTo>
                  <a:pt x="1537767" y="964650"/>
                </a:lnTo>
                <a:lnTo>
                  <a:pt x="1543797" y="964333"/>
                </a:lnTo>
                <a:lnTo>
                  <a:pt x="1549828" y="964650"/>
                </a:lnTo>
                <a:lnTo>
                  <a:pt x="1555223" y="964968"/>
                </a:lnTo>
                <a:lnTo>
                  <a:pt x="1561254" y="965602"/>
                </a:lnTo>
                <a:lnTo>
                  <a:pt x="1566967" y="966555"/>
                </a:lnTo>
                <a:lnTo>
                  <a:pt x="1572680" y="967824"/>
                </a:lnTo>
                <a:lnTo>
                  <a:pt x="1578393" y="969411"/>
                </a:lnTo>
                <a:lnTo>
                  <a:pt x="1584106" y="971316"/>
                </a:lnTo>
                <a:lnTo>
                  <a:pt x="1589502" y="973221"/>
                </a:lnTo>
                <a:lnTo>
                  <a:pt x="1595215" y="975760"/>
                </a:lnTo>
                <a:lnTo>
                  <a:pt x="1600293" y="978617"/>
                </a:lnTo>
                <a:lnTo>
                  <a:pt x="1605371" y="981156"/>
                </a:lnTo>
                <a:lnTo>
                  <a:pt x="1610450" y="984330"/>
                </a:lnTo>
                <a:lnTo>
                  <a:pt x="1615528" y="987822"/>
                </a:lnTo>
                <a:lnTo>
                  <a:pt x="1620289" y="991631"/>
                </a:lnTo>
                <a:lnTo>
                  <a:pt x="1625050" y="995758"/>
                </a:lnTo>
                <a:lnTo>
                  <a:pt x="1629811" y="1000202"/>
                </a:lnTo>
                <a:lnTo>
                  <a:pt x="2103678" y="1474115"/>
                </a:lnTo>
                <a:lnTo>
                  <a:pt x="3334526" y="243464"/>
                </a:lnTo>
                <a:lnTo>
                  <a:pt x="3038399" y="243464"/>
                </a:lnTo>
                <a:lnTo>
                  <a:pt x="3032368" y="242829"/>
                </a:lnTo>
                <a:lnTo>
                  <a:pt x="3026338" y="242512"/>
                </a:lnTo>
                <a:lnTo>
                  <a:pt x="3019990" y="241877"/>
                </a:lnTo>
                <a:lnTo>
                  <a:pt x="3013959" y="240607"/>
                </a:lnTo>
                <a:lnTo>
                  <a:pt x="3008246" y="239338"/>
                </a:lnTo>
                <a:lnTo>
                  <a:pt x="3002216" y="237750"/>
                </a:lnTo>
                <a:lnTo>
                  <a:pt x="2996820" y="235846"/>
                </a:lnTo>
                <a:lnTo>
                  <a:pt x="2991107" y="233624"/>
                </a:lnTo>
                <a:lnTo>
                  <a:pt x="2985711" y="231085"/>
                </a:lnTo>
                <a:lnTo>
                  <a:pt x="2980633" y="228228"/>
                </a:lnTo>
                <a:lnTo>
                  <a:pt x="2975555" y="225688"/>
                </a:lnTo>
                <a:lnTo>
                  <a:pt x="2970794" y="222514"/>
                </a:lnTo>
                <a:lnTo>
                  <a:pt x="2966033" y="219022"/>
                </a:lnTo>
                <a:lnTo>
                  <a:pt x="2961272" y="215213"/>
                </a:lnTo>
                <a:lnTo>
                  <a:pt x="2956829" y="211404"/>
                </a:lnTo>
                <a:lnTo>
                  <a:pt x="2952703" y="207595"/>
                </a:lnTo>
                <a:lnTo>
                  <a:pt x="2948576" y="203151"/>
                </a:lnTo>
                <a:lnTo>
                  <a:pt x="2944768" y="198707"/>
                </a:lnTo>
                <a:lnTo>
                  <a:pt x="2941276" y="194581"/>
                </a:lnTo>
                <a:lnTo>
                  <a:pt x="2937468" y="189820"/>
                </a:lnTo>
                <a:lnTo>
                  <a:pt x="2934294" y="184423"/>
                </a:lnTo>
                <a:lnTo>
                  <a:pt x="2931755" y="179345"/>
                </a:lnTo>
                <a:lnTo>
                  <a:pt x="2928898" y="174266"/>
                </a:lnTo>
                <a:lnTo>
                  <a:pt x="2926676" y="168870"/>
                </a:lnTo>
                <a:lnTo>
                  <a:pt x="2924137" y="163156"/>
                </a:lnTo>
                <a:lnTo>
                  <a:pt x="2922550" y="157760"/>
                </a:lnTo>
                <a:lnTo>
                  <a:pt x="2920646" y="151729"/>
                </a:lnTo>
                <a:lnTo>
                  <a:pt x="2919376" y="146015"/>
                </a:lnTo>
                <a:lnTo>
                  <a:pt x="2918424" y="139984"/>
                </a:lnTo>
                <a:lnTo>
                  <a:pt x="2917472" y="133953"/>
                </a:lnTo>
                <a:lnTo>
                  <a:pt x="2917155" y="127922"/>
                </a:lnTo>
                <a:lnTo>
                  <a:pt x="2917155" y="121573"/>
                </a:lnTo>
                <a:lnTo>
                  <a:pt x="2917155" y="115225"/>
                </a:lnTo>
                <a:lnTo>
                  <a:pt x="2917472" y="109194"/>
                </a:lnTo>
                <a:lnTo>
                  <a:pt x="2918424" y="102845"/>
                </a:lnTo>
                <a:lnTo>
                  <a:pt x="2919376" y="97132"/>
                </a:lnTo>
                <a:lnTo>
                  <a:pt x="2920646" y="91101"/>
                </a:lnTo>
                <a:lnTo>
                  <a:pt x="2922550" y="85070"/>
                </a:lnTo>
                <a:lnTo>
                  <a:pt x="2924137" y="79674"/>
                </a:lnTo>
                <a:lnTo>
                  <a:pt x="2926676" y="74277"/>
                </a:lnTo>
                <a:lnTo>
                  <a:pt x="2928898" y="68564"/>
                </a:lnTo>
                <a:lnTo>
                  <a:pt x="2931755" y="63485"/>
                </a:lnTo>
                <a:lnTo>
                  <a:pt x="2934294" y="58406"/>
                </a:lnTo>
                <a:lnTo>
                  <a:pt x="2937468" y="53645"/>
                </a:lnTo>
                <a:lnTo>
                  <a:pt x="2941276" y="48883"/>
                </a:lnTo>
                <a:lnTo>
                  <a:pt x="2944768" y="44122"/>
                </a:lnTo>
                <a:lnTo>
                  <a:pt x="2948576" y="39678"/>
                </a:lnTo>
                <a:lnTo>
                  <a:pt x="2952703" y="35552"/>
                </a:lnTo>
                <a:lnTo>
                  <a:pt x="2956829" y="31425"/>
                </a:lnTo>
                <a:lnTo>
                  <a:pt x="2961272" y="27616"/>
                </a:lnTo>
                <a:lnTo>
                  <a:pt x="2966033" y="24124"/>
                </a:lnTo>
                <a:lnTo>
                  <a:pt x="2970794" y="20633"/>
                </a:lnTo>
                <a:lnTo>
                  <a:pt x="2975555" y="17459"/>
                </a:lnTo>
                <a:lnTo>
                  <a:pt x="2980633" y="14602"/>
                </a:lnTo>
                <a:lnTo>
                  <a:pt x="2985711" y="11745"/>
                </a:lnTo>
                <a:lnTo>
                  <a:pt x="2991107" y="9523"/>
                </a:lnTo>
                <a:lnTo>
                  <a:pt x="2996820" y="6984"/>
                </a:lnTo>
                <a:lnTo>
                  <a:pt x="3002216" y="5397"/>
                </a:lnTo>
                <a:lnTo>
                  <a:pt x="3008246" y="3492"/>
                </a:lnTo>
                <a:lnTo>
                  <a:pt x="3013959" y="2222"/>
                </a:lnTo>
                <a:lnTo>
                  <a:pt x="3019990" y="1270"/>
                </a:lnTo>
                <a:lnTo>
                  <a:pt x="3026338" y="318"/>
                </a:lnTo>
                <a:lnTo>
                  <a:pt x="303236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a typeface="宋体" panose="02010600030101010101" pitchFamily="2" charset="-122"/>
            </a:endParaRPr>
          </a:p>
        </p:txBody>
      </p:sp>
      <p:sp>
        <p:nvSpPr>
          <p:cNvPr id="75" name="KSO_Shape"/>
          <p:cNvSpPr>
            <a:spLocks/>
          </p:cNvSpPr>
          <p:nvPr/>
        </p:nvSpPr>
        <p:spPr bwMode="auto">
          <a:xfrm>
            <a:off x="4100362" y="3286888"/>
            <a:ext cx="848749" cy="850165"/>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a typeface="宋体" panose="02010600030101010101" pitchFamily="2" charset="-122"/>
            </a:endParaRPr>
          </a:p>
        </p:txBody>
      </p:sp>
      <p:sp>
        <p:nvSpPr>
          <p:cNvPr id="38" name="KSO_Shape"/>
          <p:cNvSpPr>
            <a:spLocks/>
          </p:cNvSpPr>
          <p:nvPr/>
        </p:nvSpPr>
        <p:spPr bwMode="auto">
          <a:xfrm>
            <a:off x="335360" y="184745"/>
            <a:ext cx="414352" cy="352888"/>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accent1">
              <a:lumMod val="40000"/>
              <a:lumOff val="60000"/>
            </a:schemeClr>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400">
              <a:solidFill>
                <a:srgbClr val="FFFFFF"/>
              </a:solidFill>
              <a:ea typeface="宋体" panose="02010600030101010101" pitchFamily="2" charset="-122"/>
            </a:endParaRPr>
          </a:p>
        </p:txBody>
      </p:sp>
    </p:spTree>
    <p:extLst>
      <p:ext uri="{BB962C8B-B14F-4D97-AF65-F5344CB8AC3E}">
        <p14:creationId xmlns:p14="http://schemas.microsoft.com/office/powerpoint/2010/main" val="3971279296"/>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anim calcmode="lin" valueType="num">
                                      <p:cBhvr>
                                        <p:cTn id="10" dur="500" fill="hold"/>
                                        <p:tgtEl>
                                          <p:spTgt spid="31"/>
                                        </p:tgtEl>
                                        <p:attrNameLst>
                                          <p:attrName>ppt_x</p:attrName>
                                        </p:attrNameLst>
                                      </p:cBhvr>
                                      <p:tavLst>
                                        <p:tav tm="0">
                                          <p:val>
                                            <p:fltVal val="0.5"/>
                                          </p:val>
                                        </p:tav>
                                        <p:tav tm="100000">
                                          <p:val>
                                            <p:strVal val="#ppt_x"/>
                                          </p:val>
                                        </p:tav>
                                      </p:tavLst>
                                    </p:anim>
                                    <p:anim calcmode="lin" valueType="num">
                                      <p:cBhvr>
                                        <p:cTn id="11" dur="500" fill="hold"/>
                                        <p:tgtEl>
                                          <p:spTgt spid="31"/>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anim calcmode="lin" valueType="num">
                                      <p:cBhvr>
                                        <p:cTn id="17" dur="500" fill="hold"/>
                                        <p:tgtEl>
                                          <p:spTgt spid="23"/>
                                        </p:tgtEl>
                                        <p:attrNameLst>
                                          <p:attrName>ppt_x</p:attrName>
                                        </p:attrNameLst>
                                      </p:cBhvr>
                                      <p:tavLst>
                                        <p:tav tm="0">
                                          <p:val>
                                            <p:fltVal val="0.5"/>
                                          </p:val>
                                        </p:tav>
                                        <p:tav tm="100000">
                                          <p:val>
                                            <p:strVal val="#ppt_x"/>
                                          </p:val>
                                        </p:tav>
                                      </p:tavLst>
                                    </p:anim>
                                    <p:anim calcmode="lin" valueType="num">
                                      <p:cBhvr>
                                        <p:cTn id="18" dur="500" fill="hold"/>
                                        <p:tgtEl>
                                          <p:spTgt spid="23"/>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p:cTn id="21" dur="500" fill="hold"/>
                                        <p:tgtEl>
                                          <p:spTgt spid="49"/>
                                        </p:tgtEl>
                                        <p:attrNameLst>
                                          <p:attrName>ppt_w</p:attrName>
                                        </p:attrNameLst>
                                      </p:cBhvr>
                                      <p:tavLst>
                                        <p:tav tm="0">
                                          <p:val>
                                            <p:fltVal val="0"/>
                                          </p:val>
                                        </p:tav>
                                        <p:tav tm="100000">
                                          <p:val>
                                            <p:strVal val="#ppt_w"/>
                                          </p:val>
                                        </p:tav>
                                      </p:tavLst>
                                    </p:anim>
                                    <p:anim calcmode="lin" valueType="num">
                                      <p:cBhvr>
                                        <p:cTn id="22" dur="500" fill="hold"/>
                                        <p:tgtEl>
                                          <p:spTgt spid="49"/>
                                        </p:tgtEl>
                                        <p:attrNameLst>
                                          <p:attrName>ppt_h</p:attrName>
                                        </p:attrNameLst>
                                      </p:cBhvr>
                                      <p:tavLst>
                                        <p:tav tm="0">
                                          <p:val>
                                            <p:fltVal val="0"/>
                                          </p:val>
                                        </p:tav>
                                        <p:tav tm="100000">
                                          <p:val>
                                            <p:strVal val="#ppt_h"/>
                                          </p:val>
                                        </p:tav>
                                      </p:tavLst>
                                    </p:anim>
                                    <p:animEffect transition="in" filter="fade">
                                      <p:cBhvr>
                                        <p:cTn id="23" dur="500"/>
                                        <p:tgtEl>
                                          <p:spTgt spid="49"/>
                                        </p:tgtEl>
                                      </p:cBhvr>
                                    </p:animEffect>
                                    <p:anim calcmode="lin" valueType="num">
                                      <p:cBhvr>
                                        <p:cTn id="24" dur="500" fill="hold"/>
                                        <p:tgtEl>
                                          <p:spTgt spid="49"/>
                                        </p:tgtEl>
                                        <p:attrNameLst>
                                          <p:attrName>ppt_x</p:attrName>
                                        </p:attrNameLst>
                                      </p:cBhvr>
                                      <p:tavLst>
                                        <p:tav tm="0">
                                          <p:val>
                                            <p:fltVal val="0.5"/>
                                          </p:val>
                                        </p:tav>
                                        <p:tav tm="100000">
                                          <p:val>
                                            <p:strVal val="#ppt_x"/>
                                          </p:val>
                                        </p:tav>
                                      </p:tavLst>
                                    </p:anim>
                                    <p:anim calcmode="lin" valueType="num">
                                      <p:cBhvr>
                                        <p:cTn id="25" dur="500" fill="hold"/>
                                        <p:tgtEl>
                                          <p:spTgt spid="49"/>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0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fltVal val="0"/>
                                          </p:val>
                                        </p:tav>
                                        <p:tav tm="100000">
                                          <p:val>
                                            <p:strVal val="#ppt_w"/>
                                          </p:val>
                                        </p:tav>
                                      </p:tavLst>
                                    </p:anim>
                                    <p:anim calcmode="lin" valueType="num">
                                      <p:cBhvr>
                                        <p:cTn id="29" dur="500" fill="hold"/>
                                        <p:tgtEl>
                                          <p:spTgt spid="36"/>
                                        </p:tgtEl>
                                        <p:attrNameLst>
                                          <p:attrName>ppt_h</p:attrName>
                                        </p:attrNameLst>
                                      </p:cBhvr>
                                      <p:tavLst>
                                        <p:tav tm="0">
                                          <p:val>
                                            <p:fltVal val="0"/>
                                          </p:val>
                                        </p:tav>
                                        <p:tav tm="100000">
                                          <p:val>
                                            <p:strVal val="#ppt_h"/>
                                          </p:val>
                                        </p:tav>
                                      </p:tavLst>
                                    </p:anim>
                                    <p:animEffect transition="in" filter="fade">
                                      <p:cBhvr>
                                        <p:cTn id="30" dur="500"/>
                                        <p:tgtEl>
                                          <p:spTgt spid="36"/>
                                        </p:tgtEl>
                                      </p:cBhvr>
                                    </p:animEffect>
                                    <p:anim calcmode="lin" valueType="num">
                                      <p:cBhvr>
                                        <p:cTn id="31" dur="500" fill="hold"/>
                                        <p:tgtEl>
                                          <p:spTgt spid="36"/>
                                        </p:tgtEl>
                                        <p:attrNameLst>
                                          <p:attrName>ppt_x</p:attrName>
                                        </p:attrNameLst>
                                      </p:cBhvr>
                                      <p:tavLst>
                                        <p:tav tm="0">
                                          <p:val>
                                            <p:fltVal val="0.5"/>
                                          </p:val>
                                        </p:tav>
                                        <p:tav tm="100000">
                                          <p:val>
                                            <p:strVal val="#ppt_x"/>
                                          </p:val>
                                        </p:tav>
                                      </p:tavLst>
                                    </p:anim>
                                    <p:anim calcmode="lin" valueType="num">
                                      <p:cBhvr>
                                        <p:cTn id="32" dur="500" fill="hold"/>
                                        <p:tgtEl>
                                          <p:spTgt spid="36"/>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20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anim calcmode="lin" valueType="num">
                                      <p:cBhvr>
                                        <p:cTn id="38" dur="500" fill="hold"/>
                                        <p:tgtEl>
                                          <p:spTgt spid="25"/>
                                        </p:tgtEl>
                                        <p:attrNameLst>
                                          <p:attrName>ppt_x</p:attrName>
                                        </p:attrNameLst>
                                      </p:cBhvr>
                                      <p:tavLst>
                                        <p:tav tm="0">
                                          <p:val>
                                            <p:fltVal val="0.5"/>
                                          </p:val>
                                        </p:tav>
                                        <p:tav tm="100000">
                                          <p:val>
                                            <p:strVal val="#ppt_x"/>
                                          </p:val>
                                        </p:tav>
                                      </p:tavLst>
                                    </p:anim>
                                    <p:anim calcmode="lin" valueType="num">
                                      <p:cBhvr>
                                        <p:cTn id="39" dur="500" fill="hold"/>
                                        <p:tgtEl>
                                          <p:spTgt spid="25"/>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200"/>
                                  </p:stCondLst>
                                  <p:childTnLst>
                                    <p:set>
                                      <p:cBhvr>
                                        <p:cTn id="41" dur="1" fill="hold">
                                          <p:stCondLst>
                                            <p:cond delay="0"/>
                                          </p:stCondLst>
                                        </p:cTn>
                                        <p:tgtEl>
                                          <p:spTgt spid="50"/>
                                        </p:tgtEl>
                                        <p:attrNameLst>
                                          <p:attrName>style.visibility</p:attrName>
                                        </p:attrNameLst>
                                      </p:cBhvr>
                                      <p:to>
                                        <p:strVal val="visible"/>
                                      </p:to>
                                    </p:set>
                                    <p:anim calcmode="lin" valueType="num">
                                      <p:cBhvr>
                                        <p:cTn id="42" dur="500" fill="hold"/>
                                        <p:tgtEl>
                                          <p:spTgt spid="50"/>
                                        </p:tgtEl>
                                        <p:attrNameLst>
                                          <p:attrName>ppt_w</p:attrName>
                                        </p:attrNameLst>
                                      </p:cBhvr>
                                      <p:tavLst>
                                        <p:tav tm="0">
                                          <p:val>
                                            <p:fltVal val="0"/>
                                          </p:val>
                                        </p:tav>
                                        <p:tav tm="100000">
                                          <p:val>
                                            <p:strVal val="#ppt_w"/>
                                          </p:val>
                                        </p:tav>
                                      </p:tavLst>
                                    </p:anim>
                                    <p:anim calcmode="lin" valueType="num">
                                      <p:cBhvr>
                                        <p:cTn id="43" dur="500" fill="hold"/>
                                        <p:tgtEl>
                                          <p:spTgt spid="50"/>
                                        </p:tgtEl>
                                        <p:attrNameLst>
                                          <p:attrName>ppt_h</p:attrName>
                                        </p:attrNameLst>
                                      </p:cBhvr>
                                      <p:tavLst>
                                        <p:tav tm="0">
                                          <p:val>
                                            <p:fltVal val="0"/>
                                          </p:val>
                                        </p:tav>
                                        <p:tav tm="100000">
                                          <p:val>
                                            <p:strVal val="#ppt_h"/>
                                          </p:val>
                                        </p:tav>
                                      </p:tavLst>
                                    </p:anim>
                                    <p:animEffect transition="in" filter="fade">
                                      <p:cBhvr>
                                        <p:cTn id="44" dur="500"/>
                                        <p:tgtEl>
                                          <p:spTgt spid="50"/>
                                        </p:tgtEl>
                                      </p:cBhvr>
                                    </p:animEffect>
                                    <p:anim calcmode="lin" valueType="num">
                                      <p:cBhvr>
                                        <p:cTn id="45" dur="500" fill="hold"/>
                                        <p:tgtEl>
                                          <p:spTgt spid="50"/>
                                        </p:tgtEl>
                                        <p:attrNameLst>
                                          <p:attrName>ppt_x</p:attrName>
                                        </p:attrNameLst>
                                      </p:cBhvr>
                                      <p:tavLst>
                                        <p:tav tm="0">
                                          <p:val>
                                            <p:fltVal val="0.5"/>
                                          </p:val>
                                        </p:tav>
                                        <p:tav tm="100000">
                                          <p:val>
                                            <p:strVal val="#ppt_x"/>
                                          </p:val>
                                        </p:tav>
                                      </p:tavLst>
                                    </p:anim>
                                    <p:anim calcmode="lin" valueType="num">
                                      <p:cBhvr>
                                        <p:cTn id="46" dur="500" fill="hold"/>
                                        <p:tgtEl>
                                          <p:spTgt spid="50"/>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400"/>
                                  </p:stCondLst>
                                  <p:childTnLst>
                                    <p:set>
                                      <p:cBhvr>
                                        <p:cTn id="48" dur="1" fill="hold">
                                          <p:stCondLst>
                                            <p:cond delay="0"/>
                                          </p:stCondLst>
                                        </p:cTn>
                                        <p:tgtEl>
                                          <p:spTgt spid="34"/>
                                        </p:tgtEl>
                                        <p:attrNameLst>
                                          <p:attrName>style.visibility</p:attrName>
                                        </p:attrNameLst>
                                      </p:cBhvr>
                                      <p:to>
                                        <p:strVal val="visible"/>
                                      </p:to>
                                    </p:set>
                                    <p:anim calcmode="lin" valueType="num">
                                      <p:cBhvr>
                                        <p:cTn id="49" dur="500" fill="hold"/>
                                        <p:tgtEl>
                                          <p:spTgt spid="34"/>
                                        </p:tgtEl>
                                        <p:attrNameLst>
                                          <p:attrName>ppt_w</p:attrName>
                                        </p:attrNameLst>
                                      </p:cBhvr>
                                      <p:tavLst>
                                        <p:tav tm="0">
                                          <p:val>
                                            <p:fltVal val="0"/>
                                          </p:val>
                                        </p:tav>
                                        <p:tav tm="100000">
                                          <p:val>
                                            <p:strVal val="#ppt_w"/>
                                          </p:val>
                                        </p:tav>
                                      </p:tavLst>
                                    </p:anim>
                                    <p:anim calcmode="lin" valueType="num">
                                      <p:cBhvr>
                                        <p:cTn id="50" dur="500" fill="hold"/>
                                        <p:tgtEl>
                                          <p:spTgt spid="34"/>
                                        </p:tgtEl>
                                        <p:attrNameLst>
                                          <p:attrName>ppt_h</p:attrName>
                                        </p:attrNameLst>
                                      </p:cBhvr>
                                      <p:tavLst>
                                        <p:tav tm="0">
                                          <p:val>
                                            <p:fltVal val="0"/>
                                          </p:val>
                                        </p:tav>
                                        <p:tav tm="100000">
                                          <p:val>
                                            <p:strVal val="#ppt_h"/>
                                          </p:val>
                                        </p:tav>
                                      </p:tavLst>
                                    </p:anim>
                                    <p:animEffect transition="in" filter="fade">
                                      <p:cBhvr>
                                        <p:cTn id="51" dur="500"/>
                                        <p:tgtEl>
                                          <p:spTgt spid="34"/>
                                        </p:tgtEl>
                                      </p:cBhvr>
                                    </p:animEffect>
                                    <p:anim calcmode="lin" valueType="num">
                                      <p:cBhvr>
                                        <p:cTn id="52" dur="500" fill="hold"/>
                                        <p:tgtEl>
                                          <p:spTgt spid="34"/>
                                        </p:tgtEl>
                                        <p:attrNameLst>
                                          <p:attrName>ppt_x</p:attrName>
                                        </p:attrNameLst>
                                      </p:cBhvr>
                                      <p:tavLst>
                                        <p:tav tm="0">
                                          <p:val>
                                            <p:fltVal val="0.5"/>
                                          </p:val>
                                        </p:tav>
                                        <p:tav tm="100000">
                                          <p:val>
                                            <p:strVal val="#ppt_x"/>
                                          </p:val>
                                        </p:tav>
                                      </p:tavLst>
                                    </p:anim>
                                    <p:anim calcmode="lin" valueType="num">
                                      <p:cBhvr>
                                        <p:cTn id="53" dur="500" fill="hold"/>
                                        <p:tgtEl>
                                          <p:spTgt spid="34"/>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400"/>
                                  </p:stCondLst>
                                  <p:childTnLst>
                                    <p:set>
                                      <p:cBhvr>
                                        <p:cTn id="55" dur="1" fill="hold">
                                          <p:stCondLst>
                                            <p:cond delay="0"/>
                                          </p:stCondLst>
                                        </p:cTn>
                                        <p:tgtEl>
                                          <p:spTgt spid="70"/>
                                        </p:tgtEl>
                                        <p:attrNameLst>
                                          <p:attrName>style.visibility</p:attrName>
                                        </p:attrNameLst>
                                      </p:cBhvr>
                                      <p:to>
                                        <p:strVal val="visible"/>
                                      </p:to>
                                    </p:set>
                                    <p:anim calcmode="lin" valueType="num">
                                      <p:cBhvr>
                                        <p:cTn id="56" dur="500" fill="hold"/>
                                        <p:tgtEl>
                                          <p:spTgt spid="70"/>
                                        </p:tgtEl>
                                        <p:attrNameLst>
                                          <p:attrName>ppt_w</p:attrName>
                                        </p:attrNameLst>
                                      </p:cBhvr>
                                      <p:tavLst>
                                        <p:tav tm="0">
                                          <p:val>
                                            <p:fltVal val="0"/>
                                          </p:val>
                                        </p:tav>
                                        <p:tav tm="100000">
                                          <p:val>
                                            <p:strVal val="#ppt_w"/>
                                          </p:val>
                                        </p:tav>
                                      </p:tavLst>
                                    </p:anim>
                                    <p:anim calcmode="lin" valueType="num">
                                      <p:cBhvr>
                                        <p:cTn id="57" dur="500" fill="hold"/>
                                        <p:tgtEl>
                                          <p:spTgt spid="70"/>
                                        </p:tgtEl>
                                        <p:attrNameLst>
                                          <p:attrName>ppt_h</p:attrName>
                                        </p:attrNameLst>
                                      </p:cBhvr>
                                      <p:tavLst>
                                        <p:tav tm="0">
                                          <p:val>
                                            <p:fltVal val="0"/>
                                          </p:val>
                                        </p:tav>
                                        <p:tav tm="100000">
                                          <p:val>
                                            <p:strVal val="#ppt_h"/>
                                          </p:val>
                                        </p:tav>
                                      </p:tavLst>
                                    </p:anim>
                                    <p:animEffect transition="in" filter="fade">
                                      <p:cBhvr>
                                        <p:cTn id="58" dur="500"/>
                                        <p:tgtEl>
                                          <p:spTgt spid="70"/>
                                        </p:tgtEl>
                                      </p:cBhvr>
                                    </p:animEffect>
                                    <p:anim calcmode="lin" valueType="num">
                                      <p:cBhvr>
                                        <p:cTn id="59" dur="500" fill="hold"/>
                                        <p:tgtEl>
                                          <p:spTgt spid="70"/>
                                        </p:tgtEl>
                                        <p:attrNameLst>
                                          <p:attrName>ppt_x</p:attrName>
                                        </p:attrNameLst>
                                      </p:cBhvr>
                                      <p:tavLst>
                                        <p:tav tm="0">
                                          <p:val>
                                            <p:fltVal val="0.5"/>
                                          </p:val>
                                        </p:tav>
                                        <p:tav tm="100000">
                                          <p:val>
                                            <p:strVal val="#ppt_x"/>
                                          </p:val>
                                        </p:tav>
                                      </p:tavLst>
                                    </p:anim>
                                    <p:anim calcmode="lin" valueType="num">
                                      <p:cBhvr>
                                        <p:cTn id="60" dur="500" fill="hold"/>
                                        <p:tgtEl>
                                          <p:spTgt spid="70"/>
                                        </p:tgtEl>
                                        <p:attrNameLst>
                                          <p:attrName>ppt_y</p:attrName>
                                        </p:attrNameLst>
                                      </p:cBhvr>
                                      <p:tavLst>
                                        <p:tav tm="0">
                                          <p:val>
                                            <p:fltVal val="0.5"/>
                                          </p:val>
                                        </p:tav>
                                        <p:tav tm="100000">
                                          <p:val>
                                            <p:strVal val="#ppt_y"/>
                                          </p:val>
                                        </p:tav>
                                      </p:tavLst>
                                    </p:anim>
                                  </p:childTnLst>
                                </p:cTn>
                              </p:par>
                              <p:par>
                                <p:cTn id="61" presetID="53" presetClass="entr" presetSubtype="528" fill="hold" grpId="0" nodeType="withEffect">
                                  <p:stCondLst>
                                    <p:cond delay="400"/>
                                  </p:stCondLst>
                                  <p:childTnLst>
                                    <p:set>
                                      <p:cBhvr>
                                        <p:cTn id="62" dur="1" fill="hold">
                                          <p:stCondLst>
                                            <p:cond delay="0"/>
                                          </p:stCondLst>
                                        </p:cTn>
                                        <p:tgtEl>
                                          <p:spTgt spid="51"/>
                                        </p:tgtEl>
                                        <p:attrNameLst>
                                          <p:attrName>style.visibility</p:attrName>
                                        </p:attrNameLst>
                                      </p:cBhvr>
                                      <p:to>
                                        <p:strVal val="visible"/>
                                      </p:to>
                                    </p:set>
                                    <p:anim calcmode="lin" valueType="num">
                                      <p:cBhvr>
                                        <p:cTn id="63" dur="500" fill="hold"/>
                                        <p:tgtEl>
                                          <p:spTgt spid="51"/>
                                        </p:tgtEl>
                                        <p:attrNameLst>
                                          <p:attrName>ppt_w</p:attrName>
                                        </p:attrNameLst>
                                      </p:cBhvr>
                                      <p:tavLst>
                                        <p:tav tm="0">
                                          <p:val>
                                            <p:fltVal val="0"/>
                                          </p:val>
                                        </p:tav>
                                        <p:tav tm="100000">
                                          <p:val>
                                            <p:strVal val="#ppt_w"/>
                                          </p:val>
                                        </p:tav>
                                      </p:tavLst>
                                    </p:anim>
                                    <p:anim calcmode="lin" valueType="num">
                                      <p:cBhvr>
                                        <p:cTn id="64" dur="500" fill="hold"/>
                                        <p:tgtEl>
                                          <p:spTgt spid="51"/>
                                        </p:tgtEl>
                                        <p:attrNameLst>
                                          <p:attrName>ppt_h</p:attrName>
                                        </p:attrNameLst>
                                      </p:cBhvr>
                                      <p:tavLst>
                                        <p:tav tm="0">
                                          <p:val>
                                            <p:fltVal val="0"/>
                                          </p:val>
                                        </p:tav>
                                        <p:tav tm="100000">
                                          <p:val>
                                            <p:strVal val="#ppt_h"/>
                                          </p:val>
                                        </p:tav>
                                      </p:tavLst>
                                    </p:anim>
                                    <p:animEffect transition="in" filter="fade">
                                      <p:cBhvr>
                                        <p:cTn id="65" dur="500"/>
                                        <p:tgtEl>
                                          <p:spTgt spid="51"/>
                                        </p:tgtEl>
                                      </p:cBhvr>
                                    </p:animEffect>
                                    <p:anim calcmode="lin" valueType="num">
                                      <p:cBhvr>
                                        <p:cTn id="66" dur="500" fill="hold"/>
                                        <p:tgtEl>
                                          <p:spTgt spid="51"/>
                                        </p:tgtEl>
                                        <p:attrNameLst>
                                          <p:attrName>ppt_x</p:attrName>
                                        </p:attrNameLst>
                                      </p:cBhvr>
                                      <p:tavLst>
                                        <p:tav tm="0">
                                          <p:val>
                                            <p:fltVal val="0.5"/>
                                          </p:val>
                                        </p:tav>
                                        <p:tav tm="100000">
                                          <p:val>
                                            <p:strVal val="#ppt_x"/>
                                          </p:val>
                                        </p:tav>
                                      </p:tavLst>
                                    </p:anim>
                                    <p:anim calcmode="lin" valueType="num">
                                      <p:cBhvr>
                                        <p:cTn id="67" dur="500" fill="hold"/>
                                        <p:tgtEl>
                                          <p:spTgt spid="51"/>
                                        </p:tgtEl>
                                        <p:attrNameLst>
                                          <p:attrName>ppt_y</p:attrName>
                                        </p:attrNameLst>
                                      </p:cBhvr>
                                      <p:tavLst>
                                        <p:tav tm="0">
                                          <p:val>
                                            <p:fltVal val="0.5"/>
                                          </p:val>
                                        </p:tav>
                                        <p:tav tm="100000">
                                          <p:val>
                                            <p:strVal val="#ppt_y"/>
                                          </p:val>
                                        </p:tav>
                                      </p:tavLst>
                                    </p:anim>
                                  </p:childTnLst>
                                </p:cTn>
                              </p:par>
                              <p:par>
                                <p:cTn id="68" presetID="53" presetClass="entr" presetSubtype="528" fill="hold" grpId="0" nodeType="withEffect">
                                  <p:stCondLst>
                                    <p:cond delay="600"/>
                                  </p:stCondLst>
                                  <p:childTnLst>
                                    <p:set>
                                      <p:cBhvr>
                                        <p:cTn id="69" dur="1" fill="hold">
                                          <p:stCondLst>
                                            <p:cond delay="0"/>
                                          </p:stCondLst>
                                        </p:cTn>
                                        <p:tgtEl>
                                          <p:spTgt spid="32"/>
                                        </p:tgtEl>
                                        <p:attrNameLst>
                                          <p:attrName>style.visibility</p:attrName>
                                        </p:attrNameLst>
                                      </p:cBhvr>
                                      <p:to>
                                        <p:strVal val="visible"/>
                                      </p:to>
                                    </p:set>
                                    <p:anim calcmode="lin" valueType="num">
                                      <p:cBhvr>
                                        <p:cTn id="70" dur="500" fill="hold"/>
                                        <p:tgtEl>
                                          <p:spTgt spid="32"/>
                                        </p:tgtEl>
                                        <p:attrNameLst>
                                          <p:attrName>ppt_w</p:attrName>
                                        </p:attrNameLst>
                                      </p:cBhvr>
                                      <p:tavLst>
                                        <p:tav tm="0">
                                          <p:val>
                                            <p:fltVal val="0"/>
                                          </p:val>
                                        </p:tav>
                                        <p:tav tm="100000">
                                          <p:val>
                                            <p:strVal val="#ppt_w"/>
                                          </p:val>
                                        </p:tav>
                                      </p:tavLst>
                                    </p:anim>
                                    <p:anim calcmode="lin" valueType="num">
                                      <p:cBhvr>
                                        <p:cTn id="71" dur="500" fill="hold"/>
                                        <p:tgtEl>
                                          <p:spTgt spid="32"/>
                                        </p:tgtEl>
                                        <p:attrNameLst>
                                          <p:attrName>ppt_h</p:attrName>
                                        </p:attrNameLst>
                                      </p:cBhvr>
                                      <p:tavLst>
                                        <p:tav tm="0">
                                          <p:val>
                                            <p:fltVal val="0"/>
                                          </p:val>
                                        </p:tav>
                                        <p:tav tm="100000">
                                          <p:val>
                                            <p:strVal val="#ppt_h"/>
                                          </p:val>
                                        </p:tav>
                                      </p:tavLst>
                                    </p:anim>
                                    <p:animEffect transition="in" filter="fade">
                                      <p:cBhvr>
                                        <p:cTn id="72" dur="500"/>
                                        <p:tgtEl>
                                          <p:spTgt spid="32"/>
                                        </p:tgtEl>
                                      </p:cBhvr>
                                    </p:animEffect>
                                    <p:anim calcmode="lin" valueType="num">
                                      <p:cBhvr>
                                        <p:cTn id="73" dur="500" fill="hold"/>
                                        <p:tgtEl>
                                          <p:spTgt spid="32"/>
                                        </p:tgtEl>
                                        <p:attrNameLst>
                                          <p:attrName>ppt_x</p:attrName>
                                        </p:attrNameLst>
                                      </p:cBhvr>
                                      <p:tavLst>
                                        <p:tav tm="0">
                                          <p:val>
                                            <p:fltVal val="0.5"/>
                                          </p:val>
                                        </p:tav>
                                        <p:tav tm="100000">
                                          <p:val>
                                            <p:strVal val="#ppt_x"/>
                                          </p:val>
                                        </p:tav>
                                      </p:tavLst>
                                    </p:anim>
                                    <p:anim calcmode="lin" valueType="num">
                                      <p:cBhvr>
                                        <p:cTn id="74" dur="500" fill="hold"/>
                                        <p:tgtEl>
                                          <p:spTgt spid="32"/>
                                        </p:tgtEl>
                                        <p:attrNameLst>
                                          <p:attrName>ppt_y</p:attrName>
                                        </p:attrNameLst>
                                      </p:cBhvr>
                                      <p:tavLst>
                                        <p:tav tm="0">
                                          <p:val>
                                            <p:fltVal val="0.5"/>
                                          </p:val>
                                        </p:tav>
                                        <p:tav tm="100000">
                                          <p:val>
                                            <p:strVal val="#ppt_y"/>
                                          </p:val>
                                        </p:tav>
                                      </p:tavLst>
                                    </p:anim>
                                  </p:childTnLst>
                                </p:cTn>
                              </p:par>
                              <p:par>
                                <p:cTn id="75" presetID="53" presetClass="entr" presetSubtype="528" fill="hold" grpId="0" nodeType="withEffect">
                                  <p:stCondLst>
                                    <p:cond delay="600"/>
                                  </p:stCondLst>
                                  <p:childTnLst>
                                    <p:set>
                                      <p:cBhvr>
                                        <p:cTn id="76" dur="1" fill="hold">
                                          <p:stCondLst>
                                            <p:cond delay="0"/>
                                          </p:stCondLst>
                                        </p:cTn>
                                        <p:tgtEl>
                                          <p:spTgt spid="71"/>
                                        </p:tgtEl>
                                        <p:attrNameLst>
                                          <p:attrName>style.visibility</p:attrName>
                                        </p:attrNameLst>
                                      </p:cBhvr>
                                      <p:to>
                                        <p:strVal val="visible"/>
                                      </p:to>
                                    </p:set>
                                    <p:anim calcmode="lin" valueType="num">
                                      <p:cBhvr>
                                        <p:cTn id="77" dur="500" fill="hold"/>
                                        <p:tgtEl>
                                          <p:spTgt spid="71"/>
                                        </p:tgtEl>
                                        <p:attrNameLst>
                                          <p:attrName>ppt_w</p:attrName>
                                        </p:attrNameLst>
                                      </p:cBhvr>
                                      <p:tavLst>
                                        <p:tav tm="0">
                                          <p:val>
                                            <p:fltVal val="0"/>
                                          </p:val>
                                        </p:tav>
                                        <p:tav tm="100000">
                                          <p:val>
                                            <p:strVal val="#ppt_w"/>
                                          </p:val>
                                        </p:tav>
                                      </p:tavLst>
                                    </p:anim>
                                    <p:anim calcmode="lin" valueType="num">
                                      <p:cBhvr>
                                        <p:cTn id="78" dur="500" fill="hold"/>
                                        <p:tgtEl>
                                          <p:spTgt spid="71"/>
                                        </p:tgtEl>
                                        <p:attrNameLst>
                                          <p:attrName>ppt_h</p:attrName>
                                        </p:attrNameLst>
                                      </p:cBhvr>
                                      <p:tavLst>
                                        <p:tav tm="0">
                                          <p:val>
                                            <p:fltVal val="0"/>
                                          </p:val>
                                        </p:tav>
                                        <p:tav tm="100000">
                                          <p:val>
                                            <p:strVal val="#ppt_h"/>
                                          </p:val>
                                        </p:tav>
                                      </p:tavLst>
                                    </p:anim>
                                    <p:animEffect transition="in" filter="fade">
                                      <p:cBhvr>
                                        <p:cTn id="79" dur="500"/>
                                        <p:tgtEl>
                                          <p:spTgt spid="71"/>
                                        </p:tgtEl>
                                      </p:cBhvr>
                                    </p:animEffect>
                                    <p:anim calcmode="lin" valueType="num">
                                      <p:cBhvr>
                                        <p:cTn id="80" dur="500" fill="hold"/>
                                        <p:tgtEl>
                                          <p:spTgt spid="71"/>
                                        </p:tgtEl>
                                        <p:attrNameLst>
                                          <p:attrName>ppt_x</p:attrName>
                                        </p:attrNameLst>
                                      </p:cBhvr>
                                      <p:tavLst>
                                        <p:tav tm="0">
                                          <p:val>
                                            <p:fltVal val="0.5"/>
                                          </p:val>
                                        </p:tav>
                                        <p:tav tm="100000">
                                          <p:val>
                                            <p:strVal val="#ppt_x"/>
                                          </p:val>
                                        </p:tav>
                                      </p:tavLst>
                                    </p:anim>
                                    <p:anim calcmode="lin" valueType="num">
                                      <p:cBhvr>
                                        <p:cTn id="81" dur="500" fill="hold"/>
                                        <p:tgtEl>
                                          <p:spTgt spid="71"/>
                                        </p:tgtEl>
                                        <p:attrNameLst>
                                          <p:attrName>ppt_y</p:attrName>
                                        </p:attrNameLst>
                                      </p:cBhvr>
                                      <p:tavLst>
                                        <p:tav tm="0">
                                          <p:val>
                                            <p:fltVal val="0.5"/>
                                          </p:val>
                                        </p:tav>
                                        <p:tav tm="100000">
                                          <p:val>
                                            <p:strVal val="#ppt_y"/>
                                          </p:val>
                                        </p:tav>
                                      </p:tavLst>
                                    </p:anim>
                                  </p:childTnLst>
                                </p:cTn>
                              </p:par>
                              <p:par>
                                <p:cTn id="82" presetID="53" presetClass="entr" presetSubtype="528" fill="hold" grpId="0" nodeType="withEffect">
                                  <p:stCondLst>
                                    <p:cond delay="600"/>
                                  </p:stCondLst>
                                  <p:childTnLst>
                                    <p:set>
                                      <p:cBhvr>
                                        <p:cTn id="83" dur="1" fill="hold">
                                          <p:stCondLst>
                                            <p:cond delay="0"/>
                                          </p:stCondLst>
                                        </p:cTn>
                                        <p:tgtEl>
                                          <p:spTgt spid="52"/>
                                        </p:tgtEl>
                                        <p:attrNameLst>
                                          <p:attrName>style.visibility</p:attrName>
                                        </p:attrNameLst>
                                      </p:cBhvr>
                                      <p:to>
                                        <p:strVal val="visible"/>
                                      </p:to>
                                    </p:set>
                                    <p:anim calcmode="lin" valueType="num">
                                      <p:cBhvr>
                                        <p:cTn id="84" dur="500" fill="hold"/>
                                        <p:tgtEl>
                                          <p:spTgt spid="52"/>
                                        </p:tgtEl>
                                        <p:attrNameLst>
                                          <p:attrName>ppt_w</p:attrName>
                                        </p:attrNameLst>
                                      </p:cBhvr>
                                      <p:tavLst>
                                        <p:tav tm="0">
                                          <p:val>
                                            <p:fltVal val="0"/>
                                          </p:val>
                                        </p:tav>
                                        <p:tav tm="100000">
                                          <p:val>
                                            <p:strVal val="#ppt_w"/>
                                          </p:val>
                                        </p:tav>
                                      </p:tavLst>
                                    </p:anim>
                                    <p:anim calcmode="lin" valueType="num">
                                      <p:cBhvr>
                                        <p:cTn id="85" dur="500" fill="hold"/>
                                        <p:tgtEl>
                                          <p:spTgt spid="52"/>
                                        </p:tgtEl>
                                        <p:attrNameLst>
                                          <p:attrName>ppt_h</p:attrName>
                                        </p:attrNameLst>
                                      </p:cBhvr>
                                      <p:tavLst>
                                        <p:tav tm="0">
                                          <p:val>
                                            <p:fltVal val="0"/>
                                          </p:val>
                                        </p:tav>
                                        <p:tav tm="100000">
                                          <p:val>
                                            <p:strVal val="#ppt_h"/>
                                          </p:val>
                                        </p:tav>
                                      </p:tavLst>
                                    </p:anim>
                                    <p:animEffect transition="in" filter="fade">
                                      <p:cBhvr>
                                        <p:cTn id="86" dur="500"/>
                                        <p:tgtEl>
                                          <p:spTgt spid="52"/>
                                        </p:tgtEl>
                                      </p:cBhvr>
                                    </p:animEffect>
                                    <p:anim calcmode="lin" valueType="num">
                                      <p:cBhvr>
                                        <p:cTn id="87" dur="500" fill="hold"/>
                                        <p:tgtEl>
                                          <p:spTgt spid="52"/>
                                        </p:tgtEl>
                                        <p:attrNameLst>
                                          <p:attrName>ppt_x</p:attrName>
                                        </p:attrNameLst>
                                      </p:cBhvr>
                                      <p:tavLst>
                                        <p:tav tm="0">
                                          <p:val>
                                            <p:fltVal val="0.5"/>
                                          </p:val>
                                        </p:tav>
                                        <p:tav tm="100000">
                                          <p:val>
                                            <p:strVal val="#ppt_x"/>
                                          </p:val>
                                        </p:tav>
                                      </p:tavLst>
                                    </p:anim>
                                    <p:anim calcmode="lin" valueType="num">
                                      <p:cBhvr>
                                        <p:cTn id="88" dur="500" fill="hold"/>
                                        <p:tgtEl>
                                          <p:spTgt spid="52"/>
                                        </p:tgtEl>
                                        <p:attrNameLst>
                                          <p:attrName>ppt_y</p:attrName>
                                        </p:attrNameLst>
                                      </p:cBhvr>
                                      <p:tavLst>
                                        <p:tav tm="0">
                                          <p:val>
                                            <p:fltVal val="0.5"/>
                                          </p:val>
                                        </p:tav>
                                        <p:tav tm="100000">
                                          <p:val>
                                            <p:strVal val="#ppt_y"/>
                                          </p:val>
                                        </p:tav>
                                      </p:tavLst>
                                    </p:anim>
                                  </p:childTnLst>
                                </p:cTn>
                              </p:par>
                              <p:par>
                                <p:cTn id="89" presetID="53" presetClass="entr" presetSubtype="528" fill="hold" grpId="0" nodeType="withEffect">
                                  <p:stCondLst>
                                    <p:cond delay="800"/>
                                  </p:stCondLst>
                                  <p:childTnLst>
                                    <p:set>
                                      <p:cBhvr>
                                        <p:cTn id="90" dur="1" fill="hold">
                                          <p:stCondLst>
                                            <p:cond delay="0"/>
                                          </p:stCondLst>
                                        </p:cTn>
                                        <p:tgtEl>
                                          <p:spTgt spid="35"/>
                                        </p:tgtEl>
                                        <p:attrNameLst>
                                          <p:attrName>style.visibility</p:attrName>
                                        </p:attrNameLst>
                                      </p:cBhvr>
                                      <p:to>
                                        <p:strVal val="visible"/>
                                      </p:to>
                                    </p:set>
                                    <p:anim calcmode="lin" valueType="num">
                                      <p:cBhvr>
                                        <p:cTn id="91" dur="500" fill="hold"/>
                                        <p:tgtEl>
                                          <p:spTgt spid="35"/>
                                        </p:tgtEl>
                                        <p:attrNameLst>
                                          <p:attrName>ppt_w</p:attrName>
                                        </p:attrNameLst>
                                      </p:cBhvr>
                                      <p:tavLst>
                                        <p:tav tm="0">
                                          <p:val>
                                            <p:fltVal val="0"/>
                                          </p:val>
                                        </p:tav>
                                        <p:tav tm="100000">
                                          <p:val>
                                            <p:strVal val="#ppt_w"/>
                                          </p:val>
                                        </p:tav>
                                      </p:tavLst>
                                    </p:anim>
                                    <p:anim calcmode="lin" valueType="num">
                                      <p:cBhvr>
                                        <p:cTn id="92" dur="500" fill="hold"/>
                                        <p:tgtEl>
                                          <p:spTgt spid="35"/>
                                        </p:tgtEl>
                                        <p:attrNameLst>
                                          <p:attrName>ppt_h</p:attrName>
                                        </p:attrNameLst>
                                      </p:cBhvr>
                                      <p:tavLst>
                                        <p:tav tm="0">
                                          <p:val>
                                            <p:fltVal val="0"/>
                                          </p:val>
                                        </p:tav>
                                        <p:tav tm="100000">
                                          <p:val>
                                            <p:strVal val="#ppt_h"/>
                                          </p:val>
                                        </p:tav>
                                      </p:tavLst>
                                    </p:anim>
                                    <p:animEffect transition="in" filter="fade">
                                      <p:cBhvr>
                                        <p:cTn id="93" dur="500"/>
                                        <p:tgtEl>
                                          <p:spTgt spid="35"/>
                                        </p:tgtEl>
                                      </p:cBhvr>
                                    </p:animEffect>
                                    <p:anim calcmode="lin" valueType="num">
                                      <p:cBhvr>
                                        <p:cTn id="94" dur="500" fill="hold"/>
                                        <p:tgtEl>
                                          <p:spTgt spid="35"/>
                                        </p:tgtEl>
                                        <p:attrNameLst>
                                          <p:attrName>ppt_x</p:attrName>
                                        </p:attrNameLst>
                                      </p:cBhvr>
                                      <p:tavLst>
                                        <p:tav tm="0">
                                          <p:val>
                                            <p:fltVal val="0.5"/>
                                          </p:val>
                                        </p:tav>
                                        <p:tav tm="100000">
                                          <p:val>
                                            <p:strVal val="#ppt_x"/>
                                          </p:val>
                                        </p:tav>
                                      </p:tavLst>
                                    </p:anim>
                                    <p:anim calcmode="lin" valueType="num">
                                      <p:cBhvr>
                                        <p:cTn id="95" dur="500" fill="hold"/>
                                        <p:tgtEl>
                                          <p:spTgt spid="35"/>
                                        </p:tgtEl>
                                        <p:attrNameLst>
                                          <p:attrName>ppt_y</p:attrName>
                                        </p:attrNameLst>
                                      </p:cBhvr>
                                      <p:tavLst>
                                        <p:tav tm="0">
                                          <p:val>
                                            <p:fltVal val="0.5"/>
                                          </p:val>
                                        </p:tav>
                                        <p:tav tm="100000">
                                          <p:val>
                                            <p:strVal val="#ppt_y"/>
                                          </p:val>
                                        </p:tav>
                                      </p:tavLst>
                                    </p:anim>
                                  </p:childTnLst>
                                </p:cTn>
                              </p:par>
                              <p:par>
                                <p:cTn id="96" presetID="53" presetClass="entr" presetSubtype="528" fill="hold" grpId="0" nodeType="withEffect">
                                  <p:stCondLst>
                                    <p:cond delay="800"/>
                                  </p:stCondLst>
                                  <p:childTnLst>
                                    <p:set>
                                      <p:cBhvr>
                                        <p:cTn id="97" dur="1" fill="hold">
                                          <p:stCondLst>
                                            <p:cond delay="0"/>
                                          </p:stCondLst>
                                        </p:cTn>
                                        <p:tgtEl>
                                          <p:spTgt spid="75"/>
                                        </p:tgtEl>
                                        <p:attrNameLst>
                                          <p:attrName>style.visibility</p:attrName>
                                        </p:attrNameLst>
                                      </p:cBhvr>
                                      <p:to>
                                        <p:strVal val="visible"/>
                                      </p:to>
                                    </p:set>
                                    <p:anim calcmode="lin" valueType="num">
                                      <p:cBhvr>
                                        <p:cTn id="98" dur="500" fill="hold"/>
                                        <p:tgtEl>
                                          <p:spTgt spid="75"/>
                                        </p:tgtEl>
                                        <p:attrNameLst>
                                          <p:attrName>ppt_w</p:attrName>
                                        </p:attrNameLst>
                                      </p:cBhvr>
                                      <p:tavLst>
                                        <p:tav tm="0">
                                          <p:val>
                                            <p:fltVal val="0"/>
                                          </p:val>
                                        </p:tav>
                                        <p:tav tm="100000">
                                          <p:val>
                                            <p:strVal val="#ppt_w"/>
                                          </p:val>
                                        </p:tav>
                                      </p:tavLst>
                                    </p:anim>
                                    <p:anim calcmode="lin" valueType="num">
                                      <p:cBhvr>
                                        <p:cTn id="99" dur="500" fill="hold"/>
                                        <p:tgtEl>
                                          <p:spTgt spid="75"/>
                                        </p:tgtEl>
                                        <p:attrNameLst>
                                          <p:attrName>ppt_h</p:attrName>
                                        </p:attrNameLst>
                                      </p:cBhvr>
                                      <p:tavLst>
                                        <p:tav tm="0">
                                          <p:val>
                                            <p:fltVal val="0"/>
                                          </p:val>
                                        </p:tav>
                                        <p:tav tm="100000">
                                          <p:val>
                                            <p:strVal val="#ppt_h"/>
                                          </p:val>
                                        </p:tav>
                                      </p:tavLst>
                                    </p:anim>
                                    <p:animEffect transition="in" filter="fade">
                                      <p:cBhvr>
                                        <p:cTn id="100" dur="500"/>
                                        <p:tgtEl>
                                          <p:spTgt spid="75"/>
                                        </p:tgtEl>
                                      </p:cBhvr>
                                    </p:animEffect>
                                    <p:anim calcmode="lin" valueType="num">
                                      <p:cBhvr>
                                        <p:cTn id="101" dur="500" fill="hold"/>
                                        <p:tgtEl>
                                          <p:spTgt spid="75"/>
                                        </p:tgtEl>
                                        <p:attrNameLst>
                                          <p:attrName>ppt_x</p:attrName>
                                        </p:attrNameLst>
                                      </p:cBhvr>
                                      <p:tavLst>
                                        <p:tav tm="0">
                                          <p:val>
                                            <p:fltVal val="0.5"/>
                                          </p:val>
                                        </p:tav>
                                        <p:tav tm="100000">
                                          <p:val>
                                            <p:strVal val="#ppt_x"/>
                                          </p:val>
                                        </p:tav>
                                      </p:tavLst>
                                    </p:anim>
                                    <p:anim calcmode="lin" valueType="num">
                                      <p:cBhvr>
                                        <p:cTn id="102" dur="500" fill="hold"/>
                                        <p:tgtEl>
                                          <p:spTgt spid="75"/>
                                        </p:tgtEl>
                                        <p:attrNameLst>
                                          <p:attrName>ppt_y</p:attrName>
                                        </p:attrNameLst>
                                      </p:cBhvr>
                                      <p:tavLst>
                                        <p:tav tm="0">
                                          <p:val>
                                            <p:fltVal val="0.5"/>
                                          </p:val>
                                        </p:tav>
                                        <p:tav tm="100000">
                                          <p:val>
                                            <p:strVal val="#ppt_y"/>
                                          </p:val>
                                        </p:tav>
                                      </p:tavLst>
                                    </p:anim>
                                  </p:childTnLst>
                                </p:cTn>
                              </p:par>
                              <p:par>
                                <p:cTn id="103" presetID="53" presetClass="entr" presetSubtype="528" fill="hold" grpId="0" nodeType="withEffect">
                                  <p:stCondLst>
                                    <p:cond delay="800"/>
                                  </p:stCondLst>
                                  <p:childTnLst>
                                    <p:set>
                                      <p:cBhvr>
                                        <p:cTn id="104" dur="1" fill="hold">
                                          <p:stCondLst>
                                            <p:cond delay="0"/>
                                          </p:stCondLst>
                                        </p:cTn>
                                        <p:tgtEl>
                                          <p:spTgt spid="53"/>
                                        </p:tgtEl>
                                        <p:attrNameLst>
                                          <p:attrName>style.visibility</p:attrName>
                                        </p:attrNameLst>
                                      </p:cBhvr>
                                      <p:to>
                                        <p:strVal val="visible"/>
                                      </p:to>
                                    </p:set>
                                    <p:anim calcmode="lin" valueType="num">
                                      <p:cBhvr>
                                        <p:cTn id="105" dur="500" fill="hold"/>
                                        <p:tgtEl>
                                          <p:spTgt spid="53"/>
                                        </p:tgtEl>
                                        <p:attrNameLst>
                                          <p:attrName>ppt_w</p:attrName>
                                        </p:attrNameLst>
                                      </p:cBhvr>
                                      <p:tavLst>
                                        <p:tav tm="0">
                                          <p:val>
                                            <p:fltVal val="0"/>
                                          </p:val>
                                        </p:tav>
                                        <p:tav tm="100000">
                                          <p:val>
                                            <p:strVal val="#ppt_w"/>
                                          </p:val>
                                        </p:tav>
                                      </p:tavLst>
                                    </p:anim>
                                    <p:anim calcmode="lin" valueType="num">
                                      <p:cBhvr>
                                        <p:cTn id="106" dur="500" fill="hold"/>
                                        <p:tgtEl>
                                          <p:spTgt spid="53"/>
                                        </p:tgtEl>
                                        <p:attrNameLst>
                                          <p:attrName>ppt_h</p:attrName>
                                        </p:attrNameLst>
                                      </p:cBhvr>
                                      <p:tavLst>
                                        <p:tav tm="0">
                                          <p:val>
                                            <p:fltVal val="0"/>
                                          </p:val>
                                        </p:tav>
                                        <p:tav tm="100000">
                                          <p:val>
                                            <p:strVal val="#ppt_h"/>
                                          </p:val>
                                        </p:tav>
                                      </p:tavLst>
                                    </p:anim>
                                    <p:animEffect transition="in" filter="fade">
                                      <p:cBhvr>
                                        <p:cTn id="107" dur="500"/>
                                        <p:tgtEl>
                                          <p:spTgt spid="53"/>
                                        </p:tgtEl>
                                      </p:cBhvr>
                                    </p:animEffect>
                                    <p:anim calcmode="lin" valueType="num">
                                      <p:cBhvr>
                                        <p:cTn id="108" dur="500" fill="hold"/>
                                        <p:tgtEl>
                                          <p:spTgt spid="53"/>
                                        </p:tgtEl>
                                        <p:attrNameLst>
                                          <p:attrName>ppt_x</p:attrName>
                                        </p:attrNameLst>
                                      </p:cBhvr>
                                      <p:tavLst>
                                        <p:tav tm="0">
                                          <p:val>
                                            <p:fltVal val="0.5"/>
                                          </p:val>
                                        </p:tav>
                                        <p:tav tm="100000">
                                          <p:val>
                                            <p:strVal val="#ppt_x"/>
                                          </p:val>
                                        </p:tav>
                                      </p:tavLst>
                                    </p:anim>
                                    <p:anim calcmode="lin" valueType="num">
                                      <p:cBhvr>
                                        <p:cTn id="109" dur="500" fill="hold"/>
                                        <p:tgtEl>
                                          <p:spTgt spid="53"/>
                                        </p:tgtEl>
                                        <p:attrNameLst>
                                          <p:attrName>ppt_y</p:attrName>
                                        </p:attrNameLst>
                                      </p:cBhvr>
                                      <p:tavLst>
                                        <p:tav tm="0">
                                          <p:val>
                                            <p:fltVal val="0.5"/>
                                          </p:val>
                                        </p:tav>
                                        <p:tav tm="100000">
                                          <p:val>
                                            <p:strVal val="#ppt_y"/>
                                          </p:val>
                                        </p:tav>
                                      </p:tavLst>
                                    </p:anim>
                                  </p:childTnLst>
                                </p:cTn>
                              </p:par>
                              <p:par>
                                <p:cTn id="110" presetID="53" presetClass="entr" presetSubtype="528" fill="hold" grpId="0" nodeType="withEffect">
                                  <p:stCondLst>
                                    <p:cond delay="1000"/>
                                  </p:stCondLst>
                                  <p:childTnLst>
                                    <p:set>
                                      <p:cBhvr>
                                        <p:cTn id="111" dur="1" fill="hold">
                                          <p:stCondLst>
                                            <p:cond delay="0"/>
                                          </p:stCondLst>
                                        </p:cTn>
                                        <p:tgtEl>
                                          <p:spTgt spid="33"/>
                                        </p:tgtEl>
                                        <p:attrNameLst>
                                          <p:attrName>style.visibility</p:attrName>
                                        </p:attrNameLst>
                                      </p:cBhvr>
                                      <p:to>
                                        <p:strVal val="visible"/>
                                      </p:to>
                                    </p:set>
                                    <p:anim calcmode="lin" valueType="num">
                                      <p:cBhvr>
                                        <p:cTn id="112" dur="500" fill="hold"/>
                                        <p:tgtEl>
                                          <p:spTgt spid="33"/>
                                        </p:tgtEl>
                                        <p:attrNameLst>
                                          <p:attrName>ppt_w</p:attrName>
                                        </p:attrNameLst>
                                      </p:cBhvr>
                                      <p:tavLst>
                                        <p:tav tm="0">
                                          <p:val>
                                            <p:fltVal val="0"/>
                                          </p:val>
                                        </p:tav>
                                        <p:tav tm="100000">
                                          <p:val>
                                            <p:strVal val="#ppt_w"/>
                                          </p:val>
                                        </p:tav>
                                      </p:tavLst>
                                    </p:anim>
                                    <p:anim calcmode="lin" valueType="num">
                                      <p:cBhvr>
                                        <p:cTn id="113" dur="500" fill="hold"/>
                                        <p:tgtEl>
                                          <p:spTgt spid="33"/>
                                        </p:tgtEl>
                                        <p:attrNameLst>
                                          <p:attrName>ppt_h</p:attrName>
                                        </p:attrNameLst>
                                      </p:cBhvr>
                                      <p:tavLst>
                                        <p:tav tm="0">
                                          <p:val>
                                            <p:fltVal val="0"/>
                                          </p:val>
                                        </p:tav>
                                        <p:tav tm="100000">
                                          <p:val>
                                            <p:strVal val="#ppt_h"/>
                                          </p:val>
                                        </p:tav>
                                      </p:tavLst>
                                    </p:anim>
                                    <p:animEffect transition="in" filter="fade">
                                      <p:cBhvr>
                                        <p:cTn id="114" dur="500"/>
                                        <p:tgtEl>
                                          <p:spTgt spid="33"/>
                                        </p:tgtEl>
                                      </p:cBhvr>
                                    </p:animEffect>
                                    <p:anim calcmode="lin" valueType="num">
                                      <p:cBhvr>
                                        <p:cTn id="115" dur="500" fill="hold"/>
                                        <p:tgtEl>
                                          <p:spTgt spid="33"/>
                                        </p:tgtEl>
                                        <p:attrNameLst>
                                          <p:attrName>ppt_x</p:attrName>
                                        </p:attrNameLst>
                                      </p:cBhvr>
                                      <p:tavLst>
                                        <p:tav tm="0">
                                          <p:val>
                                            <p:fltVal val="0.5"/>
                                          </p:val>
                                        </p:tav>
                                        <p:tav tm="100000">
                                          <p:val>
                                            <p:strVal val="#ppt_x"/>
                                          </p:val>
                                        </p:tav>
                                      </p:tavLst>
                                    </p:anim>
                                    <p:anim calcmode="lin" valueType="num">
                                      <p:cBhvr>
                                        <p:cTn id="116" dur="500" fill="hold"/>
                                        <p:tgtEl>
                                          <p:spTgt spid="33"/>
                                        </p:tgtEl>
                                        <p:attrNameLst>
                                          <p:attrName>ppt_y</p:attrName>
                                        </p:attrNameLst>
                                      </p:cBhvr>
                                      <p:tavLst>
                                        <p:tav tm="0">
                                          <p:val>
                                            <p:fltVal val="0.5"/>
                                          </p:val>
                                        </p:tav>
                                        <p:tav tm="100000">
                                          <p:val>
                                            <p:strVal val="#ppt_y"/>
                                          </p:val>
                                        </p:tav>
                                      </p:tavLst>
                                    </p:anim>
                                  </p:childTnLst>
                                </p:cTn>
                              </p:par>
                              <p:par>
                                <p:cTn id="117" presetID="53" presetClass="entr" presetSubtype="528" fill="hold" grpId="0" nodeType="withEffect">
                                  <p:stCondLst>
                                    <p:cond delay="1000"/>
                                  </p:stCondLst>
                                  <p:childTnLst>
                                    <p:set>
                                      <p:cBhvr>
                                        <p:cTn id="118" dur="1" fill="hold">
                                          <p:stCondLst>
                                            <p:cond delay="0"/>
                                          </p:stCondLst>
                                        </p:cTn>
                                        <p:tgtEl>
                                          <p:spTgt spid="26"/>
                                        </p:tgtEl>
                                        <p:attrNameLst>
                                          <p:attrName>style.visibility</p:attrName>
                                        </p:attrNameLst>
                                      </p:cBhvr>
                                      <p:to>
                                        <p:strVal val="visible"/>
                                      </p:to>
                                    </p:set>
                                    <p:anim calcmode="lin" valueType="num">
                                      <p:cBhvr>
                                        <p:cTn id="119" dur="500" fill="hold"/>
                                        <p:tgtEl>
                                          <p:spTgt spid="26"/>
                                        </p:tgtEl>
                                        <p:attrNameLst>
                                          <p:attrName>ppt_w</p:attrName>
                                        </p:attrNameLst>
                                      </p:cBhvr>
                                      <p:tavLst>
                                        <p:tav tm="0">
                                          <p:val>
                                            <p:fltVal val="0"/>
                                          </p:val>
                                        </p:tav>
                                        <p:tav tm="100000">
                                          <p:val>
                                            <p:strVal val="#ppt_w"/>
                                          </p:val>
                                        </p:tav>
                                      </p:tavLst>
                                    </p:anim>
                                    <p:anim calcmode="lin" valueType="num">
                                      <p:cBhvr>
                                        <p:cTn id="120" dur="500" fill="hold"/>
                                        <p:tgtEl>
                                          <p:spTgt spid="26"/>
                                        </p:tgtEl>
                                        <p:attrNameLst>
                                          <p:attrName>ppt_h</p:attrName>
                                        </p:attrNameLst>
                                      </p:cBhvr>
                                      <p:tavLst>
                                        <p:tav tm="0">
                                          <p:val>
                                            <p:fltVal val="0"/>
                                          </p:val>
                                        </p:tav>
                                        <p:tav tm="100000">
                                          <p:val>
                                            <p:strVal val="#ppt_h"/>
                                          </p:val>
                                        </p:tav>
                                      </p:tavLst>
                                    </p:anim>
                                    <p:animEffect transition="in" filter="fade">
                                      <p:cBhvr>
                                        <p:cTn id="121" dur="500"/>
                                        <p:tgtEl>
                                          <p:spTgt spid="26"/>
                                        </p:tgtEl>
                                      </p:cBhvr>
                                    </p:animEffect>
                                    <p:anim calcmode="lin" valueType="num">
                                      <p:cBhvr>
                                        <p:cTn id="122" dur="500" fill="hold"/>
                                        <p:tgtEl>
                                          <p:spTgt spid="26"/>
                                        </p:tgtEl>
                                        <p:attrNameLst>
                                          <p:attrName>ppt_x</p:attrName>
                                        </p:attrNameLst>
                                      </p:cBhvr>
                                      <p:tavLst>
                                        <p:tav tm="0">
                                          <p:val>
                                            <p:fltVal val="0.5"/>
                                          </p:val>
                                        </p:tav>
                                        <p:tav tm="100000">
                                          <p:val>
                                            <p:strVal val="#ppt_x"/>
                                          </p:val>
                                        </p:tav>
                                      </p:tavLst>
                                    </p:anim>
                                    <p:anim calcmode="lin" valueType="num">
                                      <p:cBhvr>
                                        <p:cTn id="123" dur="500" fill="hold"/>
                                        <p:tgtEl>
                                          <p:spTgt spid="26"/>
                                        </p:tgtEl>
                                        <p:attrNameLst>
                                          <p:attrName>ppt_y</p:attrName>
                                        </p:attrNameLst>
                                      </p:cBhvr>
                                      <p:tavLst>
                                        <p:tav tm="0">
                                          <p:val>
                                            <p:fltVal val="0.5"/>
                                          </p:val>
                                        </p:tav>
                                        <p:tav tm="100000">
                                          <p:val>
                                            <p:strVal val="#ppt_y"/>
                                          </p:val>
                                        </p:tav>
                                      </p:tavLst>
                                    </p:anim>
                                  </p:childTnLst>
                                </p:cTn>
                              </p:par>
                              <p:par>
                                <p:cTn id="124" presetID="53" presetClass="entr" presetSubtype="528" fill="hold" grpId="0" nodeType="withEffect">
                                  <p:stCondLst>
                                    <p:cond delay="1000"/>
                                  </p:stCondLst>
                                  <p:childTnLst>
                                    <p:set>
                                      <p:cBhvr>
                                        <p:cTn id="125" dur="1" fill="hold">
                                          <p:stCondLst>
                                            <p:cond delay="0"/>
                                          </p:stCondLst>
                                        </p:cTn>
                                        <p:tgtEl>
                                          <p:spTgt spid="54"/>
                                        </p:tgtEl>
                                        <p:attrNameLst>
                                          <p:attrName>style.visibility</p:attrName>
                                        </p:attrNameLst>
                                      </p:cBhvr>
                                      <p:to>
                                        <p:strVal val="visible"/>
                                      </p:to>
                                    </p:set>
                                    <p:anim calcmode="lin" valueType="num">
                                      <p:cBhvr>
                                        <p:cTn id="126" dur="500" fill="hold"/>
                                        <p:tgtEl>
                                          <p:spTgt spid="54"/>
                                        </p:tgtEl>
                                        <p:attrNameLst>
                                          <p:attrName>ppt_w</p:attrName>
                                        </p:attrNameLst>
                                      </p:cBhvr>
                                      <p:tavLst>
                                        <p:tav tm="0">
                                          <p:val>
                                            <p:fltVal val="0"/>
                                          </p:val>
                                        </p:tav>
                                        <p:tav tm="100000">
                                          <p:val>
                                            <p:strVal val="#ppt_w"/>
                                          </p:val>
                                        </p:tav>
                                      </p:tavLst>
                                    </p:anim>
                                    <p:anim calcmode="lin" valueType="num">
                                      <p:cBhvr>
                                        <p:cTn id="127" dur="500" fill="hold"/>
                                        <p:tgtEl>
                                          <p:spTgt spid="54"/>
                                        </p:tgtEl>
                                        <p:attrNameLst>
                                          <p:attrName>ppt_h</p:attrName>
                                        </p:attrNameLst>
                                      </p:cBhvr>
                                      <p:tavLst>
                                        <p:tav tm="0">
                                          <p:val>
                                            <p:fltVal val="0"/>
                                          </p:val>
                                        </p:tav>
                                        <p:tav tm="100000">
                                          <p:val>
                                            <p:strVal val="#ppt_h"/>
                                          </p:val>
                                        </p:tav>
                                      </p:tavLst>
                                    </p:anim>
                                    <p:animEffect transition="in" filter="fade">
                                      <p:cBhvr>
                                        <p:cTn id="128" dur="500"/>
                                        <p:tgtEl>
                                          <p:spTgt spid="54"/>
                                        </p:tgtEl>
                                      </p:cBhvr>
                                    </p:animEffect>
                                    <p:anim calcmode="lin" valueType="num">
                                      <p:cBhvr>
                                        <p:cTn id="129" dur="500" fill="hold"/>
                                        <p:tgtEl>
                                          <p:spTgt spid="54"/>
                                        </p:tgtEl>
                                        <p:attrNameLst>
                                          <p:attrName>ppt_x</p:attrName>
                                        </p:attrNameLst>
                                      </p:cBhvr>
                                      <p:tavLst>
                                        <p:tav tm="0">
                                          <p:val>
                                            <p:fltVal val="0.5"/>
                                          </p:val>
                                        </p:tav>
                                        <p:tav tm="100000">
                                          <p:val>
                                            <p:strVal val="#ppt_x"/>
                                          </p:val>
                                        </p:tav>
                                      </p:tavLst>
                                    </p:anim>
                                    <p:anim calcmode="lin" valueType="num">
                                      <p:cBhvr>
                                        <p:cTn id="130" dur="500" fill="hold"/>
                                        <p:tgtEl>
                                          <p:spTgt spid="54"/>
                                        </p:tgtEl>
                                        <p:attrNameLst>
                                          <p:attrName>ppt_y</p:attrName>
                                        </p:attrNameLst>
                                      </p:cBhvr>
                                      <p:tavLst>
                                        <p:tav tm="0">
                                          <p:val>
                                            <p:fltVal val="0.5"/>
                                          </p:val>
                                        </p:tav>
                                        <p:tav tm="100000">
                                          <p:val>
                                            <p:strVal val="#ppt_y"/>
                                          </p:val>
                                        </p:tav>
                                      </p:tavLst>
                                    </p:anim>
                                  </p:childTnLst>
                                </p:cTn>
                              </p:par>
                            </p:childTnLst>
                          </p:cTn>
                        </p:par>
                        <p:par>
                          <p:cTn id="131" fill="hold">
                            <p:stCondLst>
                              <p:cond delay="1500"/>
                            </p:stCondLst>
                            <p:childTnLst>
                              <p:par>
                                <p:cTn id="132" presetID="22" presetClass="entr" presetSubtype="8" fill="hold" grpId="0"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left)">
                                      <p:cBhvr>
                                        <p:cTn id="134" dur="500"/>
                                        <p:tgtEl>
                                          <p:spTgt spid="29"/>
                                        </p:tgtEl>
                                      </p:cBhvr>
                                    </p:animEffect>
                                  </p:childTnLst>
                                </p:cTn>
                              </p:par>
                              <p:par>
                                <p:cTn id="135" presetID="22" presetClass="entr" presetSubtype="8" fill="hold" grpId="0" nodeType="with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left)">
                                      <p:cBhvr>
                                        <p:cTn id="137" dur="500"/>
                                        <p:tgtEl>
                                          <p:spTgt spid="37"/>
                                        </p:tgtEl>
                                      </p:cBhvr>
                                    </p:animEffect>
                                  </p:childTnLst>
                                </p:cTn>
                              </p:par>
                              <p:par>
                                <p:cTn id="138" presetID="22" presetClass="entr" presetSubtype="8" fill="hold" grpId="0" nodeType="withEffect">
                                  <p:stCondLst>
                                    <p:cond delay="200"/>
                                  </p:stCondLst>
                                  <p:childTnLst>
                                    <p:set>
                                      <p:cBhvr>
                                        <p:cTn id="139" dur="1" fill="hold">
                                          <p:stCondLst>
                                            <p:cond delay="0"/>
                                          </p:stCondLst>
                                        </p:cTn>
                                        <p:tgtEl>
                                          <p:spTgt spid="60"/>
                                        </p:tgtEl>
                                        <p:attrNameLst>
                                          <p:attrName>style.visibility</p:attrName>
                                        </p:attrNameLst>
                                      </p:cBhvr>
                                      <p:to>
                                        <p:strVal val="visible"/>
                                      </p:to>
                                    </p:set>
                                    <p:animEffect transition="in" filter="wipe(left)">
                                      <p:cBhvr>
                                        <p:cTn id="140" dur="500"/>
                                        <p:tgtEl>
                                          <p:spTgt spid="60"/>
                                        </p:tgtEl>
                                      </p:cBhvr>
                                    </p:animEffect>
                                  </p:childTnLst>
                                </p:cTn>
                              </p:par>
                              <p:par>
                                <p:cTn id="141" presetID="22" presetClass="entr" presetSubtype="8" fill="hold" grpId="0" nodeType="withEffect">
                                  <p:stCondLst>
                                    <p:cond delay="200"/>
                                  </p:stCondLst>
                                  <p:childTnLst>
                                    <p:set>
                                      <p:cBhvr>
                                        <p:cTn id="142" dur="1" fill="hold">
                                          <p:stCondLst>
                                            <p:cond delay="0"/>
                                          </p:stCondLst>
                                        </p:cTn>
                                        <p:tgtEl>
                                          <p:spTgt spid="59"/>
                                        </p:tgtEl>
                                        <p:attrNameLst>
                                          <p:attrName>style.visibility</p:attrName>
                                        </p:attrNameLst>
                                      </p:cBhvr>
                                      <p:to>
                                        <p:strVal val="visible"/>
                                      </p:to>
                                    </p:set>
                                    <p:animEffect transition="in" filter="wipe(left)">
                                      <p:cBhvr>
                                        <p:cTn id="143" dur="500"/>
                                        <p:tgtEl>
                                          <p:spTgt spid="59"/>
                                        </p:tgtEl>
                                      </p:cBhvr>
                                    </p:animEffect>
                                  </p:childTnLst>
                                </p:cTn>
                              </p:par>
                              <p:par>
                                <p:cTn id="144" presetID="22" presetClass="entr" presetSubtype="8" fill="hold" grpId="0" nodeType="withEffect">
                                  <p:stCondLst>
                                    <p:cond delay="400"/>
                                  </p:stCondLst>
                                  <p:childTnLst>
                                    <p:set>
                                      <p:cBhvr>
                                        <p:cTn id="145" dur="1" fill="hold">
                                          <p:stCondLst>
                                            <p:cond delay="0"/>
                                          </p:stCondLst>
                                        </p:cTn>
                                        <p:tgtEl>
                                          <p:spTgt spid="62"/>
                                        </p:tgtEl>
                                        <p:attrNameLst>
                                          <p:attrName>style.visibility</p:attrName>
                                        </p:attrNameLst>
                                      </p:cBhvr>
                                      <p:to>
                                        <p:strVal val="visible"/>
                                      </p:to>
                                    </p:set>
                                    <p:animEffect transition="in" filter="wipe(left)">
                                      <p:cBhvr>
                                        <p:cTn id="146" dur="500"/>
                                        <p:tgtEl>
                                          <p:spTgt spid="62"/>
                                        </p:tgtEl>
                                      </p:cBhvr>
                                    </p:animEffect>
                                  </p:childTnLst>
                                </p:cTn>
                              </p:par>
                              <p:par>
                                <p:cTn id="147" presetID="22" presetClass="entr" presetSubtype="8" fill="hold" grpId="0" nodeType="withEffect">
                                  <p:stCondLst>
                                    <p:cond delay="400"/>
                                  </p:stCondLst>
                                  <p:childTnLst>
                                    <p:set>
                                      <p:cBhvr>
                                        <p:cTn id="148" dur="1" fill="hold">
                                          <p:stCondLst>
                                            <p:cond delay="0"/>
                                          </p:stCondLst>
                                        </p:cTn>
                                        <p:tgtEl>
                                          <p:spTgt spid="61"/>
                                        </p:tgtEl>
                                        <p:attrNameLst>
                                          <p:attrName>style.visibility</p:attrName>
                                        </p:attrNameLst>
                                      </p:cBhvr>
                                      <p:to>
                                        <p:strVal val="visible"/>
                                      </p:to>
                                    </p:set>
                                    <p:animEffect transition="in" filter="wipe(left)">
                                      <p:cBhvr>
                                        <p:cTn id="149" dur="500"/>
                                        <p:tgtEl>
                                          <p:spTgt spid="61"/>
                                        </p:tgtEl>
                                      </p:cBhvr>
                                    </p:animEffect>
                                  </p:childTnLst>
                                </p:cTn>
                              </p:par>
                              <p:par>
                                <p:cTn id="150" presetID="22" presetClass="entr" presetSubtype="2" fill="hold" grpId="0" nodeType="withEffect">
                                  <p:stCondLst>
                                    <p:cond delay="600"/>
                                  </p:stCondLst>
                                  <p:childTnLst>
                                    <p:set>
                                      <p:cBhvr>
                                        <p:cTn id="151" dur="1" fill="hold">
                                          <p:stCondLst>
                                            <p:cond delay="0"/>
                                          </p:stCondLst>
                                        </p:cTn>
                                        <p:tgtEl>
                                          <p:spTgt spid="68"/>
                                        </p:tgtEl>
                                        <p:attrNameLst>
                                          <p:attrName>style.visibility</p:attrName>
                                        </p:attrNameLst>
                                      </p:cBhvr>
                                      <p:to>
                                        <p:strVal val="visible"/>
                                      </p:to>
                                    </p:set>
                                    <p:animEffect transition="in" filter="wipe(right)">
                                      <p:cBhvr>
                                        <p:cTn id="152" dur="500"/>
                                        <p:tgtEl>
                                          <p:spTgt spid="68"/>
                                        </p:tgtEl>
                                      </p:cBhvr>
                                    </p:animEffect>
                                  </p:childTnLst>
                                </p:cTn>
                              </p:par>
                              <p:par>
                                <p:cTn id="153" presetID="22" presetClass="entr" presetSubtype="2" fill="hold" grpId="0" nodeType="withEffect">
                                  <p:stCondLst>
                                    <p:cond delay="600"/>
                                  </p:stCondLst>
                                  <p:childTnLst>
                                    <p:set>
                                      <p:cBhvr>
                                        <p:cTn id="154" dur="1" fill="hold">
                                          <p:stCondLst>
                                            <p:cond delay="0"/>
                                          </p:stCondLst>
                                        </p:cTn>
                                        <p:tgtEl>
                                          <p:spTgt spid="67"/>
                                        </p:tgtEl>
                                        <p:attrNameLst>
                                          <p:attrName>style.visibility</p:attrName>
                                        </p:attrNameLst>
                                      </p:cBhvr>
                                      <p:to>
                                        <p:strVal val="visible"/>
                                      </p:to>
                                    </p:set>
                                    <p:animEffect transition="in" filter="wipe(right)">
                                      <p:cBhvr>
                                        <p:cTn id="155" dur="500"/>
                                        <p:tgtEl>
                                          <p:spTgt spid="67"/>
                                        </p:tgtEl>
                                      </p:cBhvr>
                                    </p:animEffect>
                                  </p:childTnLst>
                                </p:cTn>
                              </p:par>
                              <p:par>
                                <p:cTn id="156" presetID="22" presetClass="entr" presetSubtype="2" fill="hold" grpId="0" nodeType="withEffect">
                                  <p:stCondLst>
                                    <p:cond delay="800"/>
                                  </p:stCondLst>
                                  <p:childTnLst>
                                    <p:set>
                                      <p:cBhvr>
                                        <p:cTn id="157" dur="1" fill="hold">
                                          <p:stCondLst>
                                            <p:cond delay="0"/>
                                          </p:stCondLst>
                                        </p:cTn>
                                        <p:tgtEl>
                                          <p:spTgt spid="66"/>
                                        </p:tgtEl>
                                        <p:attrNameLst>
                                          <p:attrName>style.visibility</p:attrName>
                                        </p:attrNameLst>
                                      </p:cBhvr>
                                      <p:to>
                                        <p:strVal val="visible"/>
                                      </p:to>
                                    </p:set>
                                    <p:animEffect transition="in" filter="wipe(right)">
                                      <p:cBhvr>
                                        <p:cTn id="158" dur="500"/>
                                        <p:tgtEl>
                                          <p:spTgt spid="66"/>
                                        </p:tgtEl>
                                      </p:cBhvr>
                                    </p:animEffect>
                                  </p:childTnLst>
                                </p:cTn>
                              </p:par>
                              <p:par>
                                <p:cTn id="159" presetID="22" presetClass="entr" presetSubtype="2" fill="hold" grpId="0" nodeType="withEffect">
                                  <p:stCondLst>
                                    <p:cond delay="800"/>
                                  </p:stCondLst>
                                  <p:childTnLst>
                                    <p:set>
                                      <p:cBhvr>
                                        <p:cTn id="160" dur="1" fill="hold">
                                          <p:stCondLst>
                                            <p:cond delay="0"/>
                                          </p:stCondLst>
                                        </p:cTn>
                                        <p:tgtEl>
                                          <p:spTgt spid="65"/>
                                        </p:tgtEl>
                                        <p:attrNameLst>
                                          <p:attrName>style.visibility</p:attrName>
                                        </p:attrNameLst>
                                      </p:cBhvr>
                                      <p:to>
                                        <p:strVal val="visible"/>
                                      </p:to>
                                    </p:set>
                                    <p:animEffect transition="in" filter="wipe(right)">
                                      <p:cBhvr>
                                        <p:cTn id="161" dur="500"/>
                                        <p:tgtEl>
                                          <p:spTgt spid="65"/>
                                        </p:tgtEl>
                                      </p:cBhvr>
                                    </p:animEffect>
                                  </p:childTnLst>
                                </p:cTn>
                              </p:par>
                              <p:par>
                                <p:cTn id="162" presetID="22" presetClass="entr" presetSubtype="2" fill="hold" grpId="0" nodeType="withEffect">
                                  <p:stCondLst>
                                    <p:cond delay="1000"/>
                                  </p:stCondLst>
                                  <p:childTnLst>
                                    <p:set>
                                      <p:cBhvr>
                                        <p:cTn id="163" dur="1" fill="hold">
                                          <p:stCondLst>
                                            <p:cond delay="0"/>
                                          </p:stCondLst>
                                        </p:cTn>
                                        <p:tgtEl>
                                          <p:spTgt spid="64"/>
                                        </p:tgtEl>
                                        <p:attrNameLst>
                                          <p:attrName>style.visibility</p:attrName>
                                        </p:attrNameLst>
                                      </p:cBhvr>
                                      <p:to>
                                        <p:strVal val="visible"/>
                                      </p:to>
                                    </p:set>
                                    <p:animEffect transition="in" filter="wipe(right)">
                                      <p:cBhvr>
                                        <p:cTn id="164" dur="500"/>
                                        <p:tgtEl>
                                          <p:spTgt spid="64"/>
                                        </p:tgtEl>
                                      </p:cBhvr>
                                    </p:animEffect>
                                  </p:childTnLst>
                                </p:cTn>
                              </p:par>
                              <p:par>
                                <p:cTn id="165" presetID="22" presetClass="entr" presetSubtype="2" fill="hold" grpId="0" nodeType="withEffect">
                                  <p:stCondLst>
                                    <p:cond delay="1000"/>
                                  </p:stCondLst>
                                  <p:childTnLst>
                                    <p:set>
                                      <p:cBhvr>
                                        <p:cTn id="166" dur="1" fill="hold">
                                          <p:stCondLst>
                                            <p:cond delay="0"/>
                                          </p:stCondLst>
                                        </p:cTn>
                                        <p:tgtEl>
                                          <p:spTgt spid="63"/>
                                        </p:tgtEl>
                                        <p:attrNameLst>
                                          <p:attrName>style.visibility</p:attrName>
                                        </p:attrNameLst>
                                      </p:cBhvr>
                                      <p:to>
                                        <p:strVal val="visible"/>
                                      </p:to>
                                    </p:set>
                                    <p:animEffect transition="in" filter="wipe(right)">
                                      <p:cBhvr>
                                        <p:cTn id="16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1" grpId="0" animBg="1"/>
      <p:bldP spid="32" grpId="0" animBg="1"/>
      <p:bldP spid="33" grpId="0" animBg="1"/>
      <p:bldP spid="34" grpId="0" animBg="1"/>
      <p:bldP spid="35" grpId="0" animBg="1"/>
      <p:bldP spid="36" grpId="0" animBg="1"/>
      <p:bldP spid="49" grpId="0"/>
      <p:bldP spid="50" grpId="0"/>
      <p:bldP spid="51" grpId="0"/>
      <p:bldP spid="52" grpId="0"/>
      <p:bldP spid="53" grpId="0"/>
      <p:bldP spid="54" grpId="0"/>
      <p:bldP spid="23" grpId="0" animBg="1"/>
      <p:bldP spid="25" grpId="0" animBg="1"/>
      <p:bldP spid="26" grpId="0" animBg="1"/>
      <p:bldP spid="29" grpId="0"/>
      <p:bldP spid="59" grpId="0"/>
      <p:bldP spid="60" grpId="0"/>
      <p:bldP spid="61" grpId="0"/>
      <p:bldP spid="62" grpId="0"/>
      <p:bldP spid="63" grpId="0"/>
      <p:bldP spid="64" grpId="0"/>
      <p:bldP spid="65" grpId="0"/>
      <p:bldP spid="66" grpId="0"/>
      <p:bldP spid="67" grpId="0"/>
      <p:bldP spid="68" grpId="0"/>
      <p:bldP spid="70" grpId="0" animBg="1"/>
      <p:bldP spid="71" grpId="0" animBg="1"/>
      <p:bldP spid="7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120463" y="5552527"/>
            <a:ext cx="9982915" cy="702628"/>
          </a:xfrm>
          <a:prstGeom prst="rect">
            <a:avLst/>
          </a:prstGeom>
          <a:noFill/>
        </p:spPr>
        <p:txBody>
          <a:bodyPr wrap="square">
            <a:spAutoFit/>
          </a:bodyPr>
          <a:lstStyle/>
          <a:p>
            <a:pPr algn="just">
              <a:lnSpc>
                <a:spcPct val="130000"/>
              </a:lnSpc>
            </a:pPr>
            <a:r>
              <a:rPr lang="zh-CN" altLang="en-US" sz="1600" dirty="0">
                <a:solidFill>
                  <a:srgbClr val="595959"/>
                </a:solidFill>
              </a:rPr>
              <a:t>温馨提示：单击添加文字内容，言简意赅不罗嗦。单击添加文字内容，言简意赅不罗嗦。单击添加文字内容，言简意赅不罗嗦。单击添加文字内容，言简意赅不罗嗦。单击添加文字内容，言简意赅不罗嗦。</a:t>
            </a:r>
          </a:p>
        </p:txBody>
      </p:sp>
      <p:cxnSp>
        <p:nvCxnSpPr>
          <p:cNvPr id="28" name="直接连接符 27"/>
          <p:cNvCxnSpPr/>
          <p:nvPr/>
        </p:nvCxnSpPr>
        <p:spPr>
          <a:xfrm>
            <a:off x="709449" y="5407572"/>
            <a:ext cx="10989612" cy="0"/>
          </a:xfrm>
          <a:prstGeom prst="line">
            <a:avLst/>
          </a:prstGeom>
          <a:ln w="28575">
            <a:solidFill>
              <a:srgbClr val="5EC6D3"/>
            </a:solidFill>
            <a:prstDash val="dash"/>
          </a:ln>
        </p:spPr>
        <p:style>
          <a:lnRef idx="1">
            <a:schemeClr val="accent1"/>
          </a:lnRef>
          <a:fillRef idx="0">
            <a:schemeClr val="accent1"/>
          </a:fillRef>
          <a:effectRef idx="0">
            <a:schemeClr val="accent1"/>
          </a:effectRef>
          <a:fontRef idx="minor">
            <a:schemeClr val="tx1"/>
          </a:fontRef>
        </p:style>
      </p:cxnSp>
      <p:sp>
        <p:nvSpPr>
          <p:cNvPr id="26" name="矩形 39"/>
          <p:cNvSpPr/>
          <p:nvPr/>
        </p:nvSpPr>
        <p:spPr>
          <a:xfrm>
            <a:off x="1865540" y="203088"/>
            <a:ext cx="1627369" cy="523220"/>
          </a:xfrm>
          <a:prstGeom prst="rect">
            <a:avLst/>
          </a:prstGeom>
          <a:noFill/>
        </p:spPr>
        <p:txBody>
          <a:bodyPr wrap="none" rtlCol="0">
            <a:spAutoFit/>
          </a:bodyPr>
          <a:lstStyle/>
          <a:p>
            <a:r>
              <a:rPr lang="zh-CN" altLang="en-US" sz="2800" b="1" dirty="0">
                <a:solidFill>
                  <a:srgbClr val="595959"/>
                </a:solidFill>
              </a:rPr>
              <a:t>四项递进</a:t>
            </a:r>
            <a:endParaRPr lang="zh-CN" altLang="zh-CN" sz="2800" b="1" dirty="0">
              <a:solidFill>
                <a:srgbClr val="595959"/>
              </a:solidFill>
            </a:endParaRPr>
          </a:p>
        </p:txBody>
      </p:sp>
      <p:sp>
        <p:nvSpPr>
          <p:cNvPr id="36" name="文本框 35"/>
          <p:cNvSpPr txBox="1"/>
          <p:nvPr/>
        </p:nvSpPr>
        <p:spPr>
          <a:xfrm>
            <a:off x="1865539" y="644992"/>
            <a:ext cx="3784365" cy="307777"/>
          </a:xfrm>
          <a:prstGeom prst="rect">
            <a:avLst/>
          </a:prstGeom>
          <a:noFill/>
        </p:spPr>
        <p:txBody>
          <a:bodyPr wrap="square" rtlCol="0">
            <a:spAutoFit/>
          </a:bodyPr>
          <a:lstStyle/>
          <a:p>
            <a:r>
              <a:rPr lang="zh-CN" altLang="en-US" sz="1400" kern="0" dirty="0">
                <a:solidFill>
                  <a:srgbClr val="595959"/>
                </a:solidFill>
              </a:rPr>
              <a:t>单击添加文字内容，单击添加文字内容</a:t>
            </a:r>
            <a:endParaRPr lang="zh-CN" altLang="en-US" sz="1400" dirty="0">
              <a:solidFill>
                <a:srgbClr val="595959"/>
              </a:solidFill>
            </a:endParaRPr>
          </a:p>
        </p:txBody>
      </p:sp>
      <p:sp>
        <p:nvSpPr>
          <p:cNvPr id="33" name="Freeform 40"/>
          <p:cNvSpPr>
            <a:spLocks/>
          </p:cNvSpPr>
          <p:nvPr/>
        </p:nvSpPr>
        <p:spPr bwMode="auto">
          <a:xfrm>
            <a:off x="7912925" y="1484587"/>
            <a:ext cx="2722124" cy="2444499"/>
          </a:xfrm>
          <a:custGeom>
            <a:avLst/>
            <a:gdLst>
              <a:gd name="T0" fmla="*/ 1149 w 1149"/>
              <a:gd name="T1" fmla="*/ 515 h 1030"/>
              <a:gd name="T2" fmla="*/ 1020 w 1149"/>
              <a:gd name="T3" fmla="*/ 412 h 1030"/>
              <a:gd name="T4" fmla="*/ 515 w 1149"/>
              <a:gd name="T5" fmla="*/ 0 h 1030"/>
              <a:gd name="T6" fmla="*/ 0 w 1149"/>
              <a:gd name="T7" fmla="*/ 515 h 1030"/>
              <a:gd name="T8" fmla="*/ 515 w 1149"/>
              <a:gd name="T9" fmla="*/ 1030 h 1030"/>
              <a:gd name="T10" fmla="*/ 1020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20" y="412"/>
                  <a:pt x="1020" y="412"/>
                  <a:pt x="1020" y="412"/>
                </a:cubicBezTo>
                <a:cubicBezTo>
                  <a:pt x="972" y="177"/>
                  <a:pt x="764" y="0"/>
                  <a:pt x="515" y="0"/>
                </a:cubicBezTo>
                <a:cubicBezTo>
                  <a:pt x="231" y="0"/>
                  <a:pt x="0" y="231"/>
                  <a:pt x="0" y="515"/>
                </a:cubicBezTo>
                <a:cubicBezTo>
                  <a:pt x="0" y="799"/>
                  <a:pt x="231" y="1030"/>
                  <a:pt x="515" y="1030"/>
                </a:cubicBezTo>
                <a:cubicBezTo>
                  <a:pt x="764" y="1030"/>
                  <a:pt x="972" y="853"/>
                  <a:pt x="1020" y="618"/>
                </a:cubicBezTo>
                <a:lnTo>
                  <a:pt x="1149" y="515"/>
                </a:lnTo>
                <a:close/>
              </a:path>
            </a:pathLst>
          </a:custGeom>
          <a:solidFill>
            <a:srgbClr val="F26D64"/>
          </a:solidFill>
          <a:ln w="19050">
            <a:noFill/>
          </a:ln>
          <a:effectLst>
            <a:outerShdw blurRad="152400" dist="38100" algn="l" rotWithShape="0">
              <a:prstClr val="black">
                <a:alpha val="3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75308" tIns="731520" rIns="475308" bIns="582340" numCol="1" spcCol="1270" anchor="ctr" anchorCtr="0">
            <a:noAutofit/>
          </a:bodyPr>
          <a:lstStyle/>
          <a:p>
            <a:pPr algn="ctr" defTabSz="1777912">
              <a:lnSpc>
                <a:spcPct val="90000"/>
              </a:lnSpc>
              <a:spcAft>
                <a:spcPct val="35000"/>
              </a:spcAft>
            </a:pPr>
            <a:endParaRPr lang="zh-CN" altLang="en-US" sz="4000"/>
          </a:p>
        </p:txBody>
      </p:sp>
      <p:sp>
        <p:nvSpPr>
          <p:cNvPr id="37" name="Freeform 42"/>
          <p:cNvSpPr>
            <a:spLocks/>
          </p:cNvSpPr>
          <p:nvPr/>
        </p:nvSpPr>
        <p:spPr bwMode="auto">
          <a:xfrm>
            <a:off x="5793501" y="1484587"/>
            <a:ext cx="2722124" cy="2444499"/>
          </a:xfrm>
          <a:custGeom>
            <a:avLst/>
            <a:gdLst>
              <a:gd name="T0" fmla="*/ 1149 w 1149"/>
              <a:gd name="T1" fmla="*/ 515 h 1030"/>
              <a:gd name="T2" fmla="*/ 1019 w 1149"/>
              <a:gd name="T3" fmla="*/ 412 h 1030"/>
              <a:gd name="T4" fmla="*/ 515 w 1149"/>
              <a:gd name="T5" fmla="*/ 0 h 1030"/>
              <a:gd name="T6" fmla="*/ 0 w 1149"/>
              <a:gd name="T7" fmla="*/ 515 h 1030"/>
              <a:gd name="T8" fmla="*/ 515 w 1149"/>
              <a:gd name="T9" fmla="*/ 1030 h 1030"/>
              <a:gd name="T10" fmla="*/ 1019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19" y="412"/>
                  <a:pt x="1019" y="412"/>
                  <a:pt x="1019" y="412"/>
                </a:cubicBezTo>
                <a:cubicBezTo>
                  <a:pt x="971" y="177"/>
                  <a:pt x="764" y="0"/>
                  <a:pt x="515" y="0"/>
                </a:cubicBezTo>
                <a:cubicBezTo>
                  <a:pt x="231" y="0"/>
                  <a:pt x="0" y="231"/>
                  <a:pt x="0" y="515"/>
                </a:cubicBezTo>
                <a:cubicBezTo>
                  <a:pt x="0" y="799"/>
                  <a:pt x="231" y="1030"/>
                  <a:pt x="515" y="1030"/>
                </a:cubicBezTo>
                <a:cubicBezTo>
                  <a:pt x="764" y="1030"/>
                  <a:pt x="971" y="853"/>
                  <a:pt x="1019" y="618"/>
                </a:cubicBezTo>
                <a:lnTo>
                  <a:pt x="1149" y="515"/>
                </a:lnTo>
                <a:close/>
              </a:path>
            </a:pathLst>
          </a:custGeom>
          <a:solidFill>
            <a:srgbClr val="F8841D"/>
          </a:solidFill>
          <a:ln w="19050">
            <a:noFill/>
          </a:ln>
          <a:effectLst>
            <a:outerShdw blurRad="152400" dist="38100" algn="l" rotWithShape="0">
              <a:prstClr val="black">
                <a:alpha val="3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75308" tIns="731520" rIns="475308" bIns="582340" numCol="1" spcCol="1270" anchor="ctr" anchorCtr="0">
            <a:noAutofit/>
          </a:bodyPr>
          <a:lstStyle/>
          <a:p>
            <a:pPr algn="ctr" defTabSz="1777912">
              <a:lnSpc>
                <a:spcPct val="90000"/>
              </a:lnSpc>
              <a:spcAft>
                <a:spcPct val="35000"/>
              </a:spcAft>
            </a:pPr>
            <a:endParaRPr lang="zh-CN" altLang="en-US" sz="4000"/>
          </a:p>
        </p:txBody>
      </p:sp>
      <p:sp>
        <p:nvSpPr>
          <p:cNvPr id="39" name="Freeform 44"/>
          <p:cNvSpPr>
            <a:spLocks/>
          </p:cNvSpPr>
          <p:nvPr/>
        </p:nvSpPr>
        <p:spPr bwMode="auto">
          <a:xfrm>
            <a:off x="3676379" y="1484587"/>
            <a:ext cx="2719821" cy="2444499"/>
          </a:xfrm>
          <a:custGeom>
            <a:avLst/>
            <a:gdLst>
              <a:gd name="T0" fmla="*/ 1148 w 1148"/>
              <a:gd name="T1" fmla="*/ 515 h 1030"/>
              <a:gd name="T2" fmla="*/ 1019 w 1148"/>
              <a:gd name="T3" fmla="*/ 412 h 1030"/>
              <a:gd name="T4" fmla="*/ 515 w 1148"/>
              <a:gd name="T5" fmla="*/ 0 h 1030"/>
              <a:gd name="T6" fmla="*/ 0 w 1148"/>
              <a:gd name="T7" fmla="*/ 515 h 1030"/>
              <a:gd name="T8" fmla="*/ 515 w 1148"/>
              <a:gd name="T9" fmla="*/ 1030 h 1030"/>
              <a:gd name="T10" fmla="*/ 1019 w 1148"/>
              <a:gd name="T11" fmla="*/ 618 h 1030"/>
              <a:gd name="T12" fmla="*/ 1148 w 1148"/>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8" h="1030">
                <a:moveTo>
                  <a:pt x="1148" y="515"/>
                </a:moveTo>
                <a:cubicBezTo>
                  <a:pt x="1019" y="412"/>
                  <a:pt x="1019" y="412"/>
                  <a:pt x="1019" y="412"/>
                </a:cubicBezTo>
                <a:cubicBezTo>
                  <a:pt x="971" y="177"/>
                  <a:pt x="763" y="0"/>
                  <a:pt x="515" y="0"/>
                </a:cubicBezTo>
                <a:cubicBezTo>
                  <a:pt x="230" y="0"/>
                  <a:pt x="0" y="231"/>
                  <a:pt x="0" y="515"/>
                </a:cubicBezTo>
                <a:cubicBezTo>
                  <a:pt x="0" y="799"/>
                  <a:pt x="230" y="1030"/>
                  <a:pt x="515" y="1030"/>
                </a:cubicBezTo>
                <a:cubicBezTo>
                  <a:pt x="763" y="1030"/>
                  <a:pt x="971" y="853"/>
                  <a:pt x="1019" y="618"/>
                </a:cubicBezTo>
                <a:lnTo>
                  <a:pt x="1148" y="515"/>
                </a:lnTo>
                <a:close/>
              </a:path>
            </a:pathLst>
          </a:custGeom>
          <a:solidFill>
            <a:srgbClr val="5EC6D3"/>
          </a:solidFill>
          <a:ln w="19050">
            <a:noFill/>
          </a:ln>
          <a:effectLst>
            <a:outerShdw blurRad="152400" dist="38100" algn="l" rotWithShape="0">
              <a:prstClr val="black">
                <a:alpha val="3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75308" tIns="731520" rIns="475308" bIns="582340" numCol="1" spcCol="1270" anchor="ctr" anchorCtr="0">
            <a:noAutofit/>
          </a:bodyPr>
          <a:lstStyle/>
          <a:p>
            <a:pPr algn="ctr" defTabSz="1777912">
              <a:lnSpc>
                <a:spcPct val="90000"/>
              </a:lnSpc>
              <a:spcAft>
                <a:spcPct val="35000"/>
              </a:spcAft>
            </a:pPr>
            <a:endParaRPr lang="zh-CN" altLang="en-US" sz="4000"/>
          </a:p>
        </p:txBody>
      </p:sp>
      <p:sp>
        <p:nvSpPr>
          <p:cNvPr id="41" name="Freeform 46"/>
          <p:cNvSpPr>
            <a:spLocks/>
          </p:cNvSpPr>
          <p:nvPr/>
        </p:nvSpPr>
        <p:spPr bwMode="auto">
          <a:xfrm>
            <a:off x="1556954" y="1484587"/>
            <a:ext cx="2722124" cy="2444499"/>
          </a:xfrm>
          <a:custGeom>
            <a:avLst/>
            <a:gdLst>
              <a:gd name="T0" fmla="*/ 1149 w 1149"/>
              <a:gd name="T1" fmla="*/ 515 h 1030"/>
              <a:gd name="T2" fmla="*/ 1020 w 1149"/>
              <a:gd name="T3" fmla="*/ 412 h 1030"/>
              <a:gd name="T4" fmla="*/ 515 w 1149"/>
              <a:gd name="T5" fmla="*/ 0 h 1030"/>
              <a:gd name="T6" fmla="*/ 0 w 1149"/>
              <a:gd name="T7" fmla="*/ 515 h 1030"/>
              <a:gd name="T8" fmla="*/ 515 w 1149"/>
              <a:gd name="T9" fmla="*/ 1030 h 1030"/>
              <a:gd name="T10" fmla="*/ 1020 w 1149"/>
              <a:gd name="T11" fmla="*/ 618 h 1030"/>
              <a:gd name="T12" fmla="*/ 1149 w 1149"/>
              <a:gd name="T13" fmla="*/ 515 h 1030"/>
            </a:gdLst>
            <a:ahLst/>
            <a:cxnLst>
              <a:cxn ang="0">
                <a:pos x="T0" y="T1"/>
              </a:cxn>
              <a:cxn ang="0">
                <a:pos x="T2" y="T3"/>
              </a:cxn>
              <a:cxn ang="0">
                <a:pos x="T4" y="T5"/>
              </a:cxn>
              <a:cxn ang="0">
                <a:pos x="T6" y="T7"/>
              </a:cxn>
              <a:cxn ang="0">
                <a:pos x="T8" y="T9"/>
              </a:cxn>
              <a:cxn ang="0">
                <a:pos x="T10" y="T11"/>
              </a:cxn>
              <a:cxn ang="0">
                <a:pos x="T12" y="T13"/>
              </a:cxn>
            </a:cxnLst>
            <a:rect l="0" t="0" r="r" b="b"/>
            <a:pathLst>
              <a:path w="1149" h="1030">
                <a:moveTo>
                  <a:pt x="1149" y="515"/>
                </a:moveTo>
                <a:cubicBezTo>
                  <a:pt x="1020" y="412"/>
                  <a:pt x="1020" y="412"/>
                  <a:pt x="1020" y="412"/>
                </a:cubicBezTo>
                <a:cubicBezTo>
                  <a:pt x="972" y="177"/>
                  <a:pt x="764" y="0"/>
                  <a:pt x="515" y="0"/>
                </a:cubicBezTo>
                <a:cubicBezTo>
                  <a:pt x="231" y="0"/>
                  <a:pt x="0" y="231"/>
                  <a:pt x="0" y="515"/>
                </a:cubicBezTo>
                <a:cubicBezTo>
                  <a:pt x="0" y="799"/>
                  <a:pt x="231" y="1030"/>
                  <a:pt x="515" y="1030"/>
                </a:cubicBezTo>
                <a:cubicBezTo>
                  <a:pt x="764" y="1030"/>
                  <a:pt x="972" y="853"/>
                  <a:pt x="1020" y="618"/>
                </a:cubicBezTo>
                <a:lnTo>
                  <a:pt x="1149" y="515"/>
                </a:lnTo>
                <a:close/>
              </a:path>
            </a:pathLst>
          </a:custGeom>
          <a:solidFill>
            <a:srgbClr val="546E7A"/>
          </a:solidFill>
          <a:ln w="19050">
            <a:noFill/>
          </a:ln>
          <a:effectLst>
            <a:outerShdw blurRad="152400" dist="38100" algn="l" rotWithShape="0">
              <a:prstClr val="black">
                <a:alpha val="32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75308" tIns="731520" rIns="475308" bIns="582340" numCol="1" spcCol="1270" anchor="ctr" anchorCtr="0">
            <a:noAutofit/>
          </a:bodyPr>
          <a:lstStyle/>
          <a:p>
            <a:pPr algn="ctr" defTabSz="1777912">
              <a:lnSpc>
                <a:spcPct val="90000"/>
              </a:lnSpc>
              <a:spcAft>
                <a:spcPct val="35000"/>
              </a:spcAft>
            </a:pPr>
            <a:endParaRPr lang="zh-CN" altLang="en-US" sz="4000"/>
          </a:p>
        </p:txBody>
      </p:sp>
      <p:sp>
        <p:nvSpPr>
          <p:cNvPr id="43" name="Freeform 48"/>
          <p:cNvSpPr>
            <a:spLocks noEditPoints="1"/>
          </p:cNvSpPr>
          <p:nvPr/>
        </p:nvSpPr>
        <p:spPr bwMode="auto">
          <a:xfrm>
            <a:off x="4670469" y="1995247"/>
            <a:ext cx="630519" cy="630519"/>
          </a:xfrm>
          <a:custGeom>
            <a:avLst/>
            <a:gdLst>
              <a:gd name="T0" fmla="*/ 152 w 152"/>
              <a:gd name="T1" fmla="*/ 88 h 152"/>
              <a:gd name="T2" fmla="*/ 152 w 152"/>
              <a:gd name="T3" fmla="*/ 64 h 152"/>
              <a:gd name="T4" fmla="*/ 138 w 152"/>
              <a:gd name="T5" fmla="*/ 64 h 152"/>
              <a:gd name="T6" fmla="*/ 128 w 152"/>
              <a:gd name="T7" fmla="*/ 40 h 152"/>
              <a:gd name="T8" fmla="*/ 138 w 152"/>
              <a:gd name="T9" fmla="*/ 31 h 152"/>
              <a:gd name="T10" fmla="*/ 121 w 152"/>
              <a:gd name="T11" fmla="*/ 14 h 152"/>
              <a:gd name="T12" fmla="*/ 111 w 152"/>
              <a:gd name="T13" fmla="*/ 24 h 152"/>
              <a:gd name="T14" fmla="*/ 88 w 152"/>
              <a:gd name="T15" fmla="*/ 14 h 152"/>
              <a:gd name="T16" fmla="*/ 88 w 152"/>
              <a:gd name="T17" fmla="*/ 0 h 152"/>
              <a:gd name="T18" fmla="*/ 64 w 152"/>
              <a:gd name="T19" fmla="*/ 0 h 152"/>
              <a:gd name="T20" fmla="*/ 64 w 152"/>
              <a:gd name="T21" fmla="*/ 14 h 152"/>
              <a:gd name="T22" fmla="*/ 41 w 152"/>
              <a:gd name="T23" fmla="*/ 24 h 152"/>
              <a:gd name="T24" fmla="*/ 31 w 152"/>
              <a:gd name="T25" fmla="*/ 14 h 152"/>
              <a:gd name="T26" fmla="*/ 14 w 152"/>
              <a:gd name="T27" fmla="*/ 31 h 152"/>
              <a:gd name="T28" fmla="*/ 24 w 152"/>
              <a:gd name="T29" fmla="*/ 40 h 152"/>
              <a:gd name="T30" fmla="*/ 14 w 152"/>
              <a:gd name="T31" fmla="*/ 64 h 152"/>
              <a:gd name="T32" fmla="*/ 0 w 152"/>
              <a:gd name="T33" fmla="*/ 64 h 152"/>
              <a:gd name="T34" fmla="*/ 0 w 152"/>
              <a:gd name="T35" fmla="*/ 88 h 152"/>
              <a:gd name="T36" fmla="*/ 14 w 152"/>
              <a:gd name="T37" fmla="*/ 88 h 152"/>
              <a:gd name="T38" fmla="*/ 24 w 152"/>
              <a:gd name="T39" fmla="*/ 111 h 152"/>
              <a:gd name="T40" fmla="*/ 14 w 152"/>
              <a:gd name="T41" fmla="*/ 121 h 152"/>
              <a:gd name="T42" fmla="*/ 31 w 152"/>
              <a:gd name="T43" fmla="*/ 138 h 152"/>
              <a:gd name="T44" fmla="*/ 41 w 152"/>
              <a:gd name="T45" fmla="*/ 128 h 152"/>
              <a:gd name="T46" fmla="*/ 64 w 152"/>
              <a:gd name="T47" fmla="*/ 138 h 152"/>
              <a:gd name="T48" fmla="*/ 64 w 152"/>
              <a:gd name="T49" fmla="*/ 152 h 152"/>
              <a:gd name="T50" fmla="*/ 88 w 152"/>
              <a:gd name="T51" fmla="*/ 152 h 152"/>
              <a:gd name="T52" fmla="*/ 88 w 152"/>
              <a:gd name="T53" fmla="*/ 138 h 152"/>
              <a:gd name="T54" fmla="*/ 111 w 152"/>
              <a:gd name="T55" fmla="*/ 128 h 152"/>
              <a:gd name="T56" fmla="*/ 121 w 152"/>
              <a:gd name="T57" fmla="*/ 138 h 152"/>
              <a:gd name="T58" fmla="*/ 138 w 152"/>
              <a:gd name="T59" fmla="*/ 121 h 152"/>
              <a:gd name="T60" fmla="*/ 128 w 152"/>
              <a:gd name="T61" fmla="*/ 111 h 152"/>
              <a:gd name="T62" fmla="*/ 138 w 152"/>
              <a:gd name="T63" fmla="*/ 88 h 152"/>
              <a:gd name="T64" fmla="*/ 152 w 152"/>
              <a:gd name="T65" fmla="*/ 88 h 152"/>
              <a:gd name="T66" fmla="*/ 76 w 152"/>
              <a:gd name="T67" fmla="*/ 115 h 152"/>
              <a:gd name="T68" fmla="*/ 37 w 152"/>
              <a:gd name="T69" fmla="*/ 76 h 152"/>
              <a:gd name="T70" fmla="*/ 76 w 152"/>
              <a:gd name="T71" fmla="*/ 37 h 152"/>
              <a:gd name="T72" fmla="*/ 115 w 152"/>
              <a:gd name="T73" fmla="*/ 76 h 152"/>
              <a:gd name="T74" fmla="*/ 76 w 152"/>
              <a:gd name="T75" fmla="*/ 11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52">
                <a:moveTo>
                  <a:pt x="152" y="88"/>
                </a:moveTo>
                <a:cubicBezTo>
                  <a:pt x="152" y="64"/>
                  <a:pt x="152" y="64"/>
                  <a:pt x="152" y="64"/>
                </a:cubicBezTo>
                <a:cubicBezTo>
                  <a:pt x="138" y="64"/>
                  <a:pt x="138" y="64"/>
                  <a:pt x="138" y="64"/>
                </a:cubicBezTo>
                <a:cubicBezTo>
                  <a:pt x="136" y="55"/>
                  <a:pt x="133" y="47"/>
                  <a:pt x="128" y="40"/>
                </a:cubicBezTo>
                <a:cubicBezTo>
                  <a:pt x="138" y="31"/>
                  <a:pt x="138" y="31"/>
                  <a:pt x="138" y="31"/>
                </a:cubicBezTo>
                <a:cubicBezTo>
                  <a:pt x="121" y="14"/>
                  <a:pt x="121" y="14"/>
                  <a:pt x="121" y="14"/>
                </a:cubicBezTo>
                <a:cubicBezTo>
                  <a:pt x="111" y="24"/>
                  <a:pt x="111" y="24"/>
                  <a:pt x="111" y="24"/>
                </a:cubicBezTo>
                <a:cubicBezTo>
                  <a:pt x="104" y="19"/>
                  <a:pt x="96" y="16"/>
                  <a:pt x="88" y="14"/>
                </a:cubicBezTo>
                <a:cubicBezTo>
                  <a:pt x="88" y="0"/>
                  <a:pt x="88" y="0"/>
                  <a:pt x="88" y="0"/>
                </a:cubicBezTo>
                <a:cubicBezTo>
                  <a:pt x="64" y="0"/>
                  <a:pt x="64" y="0"/>
                  <a:pt x="64" y="0"/>
                </a:cubicBezTo>
                <a:cubicBezTo>
                  <a:pt x="64" y="14"/>
                  <a:pt x="64" y="14"/>
                  <a:pt x="64" y="14"/>
                </a:cubicBezTo>
                <a:cubicBezTo>
                  <a:pt x="56" y="16"/>
                  <a:pt x="48" y="19"/>
                  <a:pt x="41" y="24"/>
                </a:cubicBezTo>
                <a:cubicBezTo>
                  <a:pt x="31" y="14"/>
                  <a:pt x="31" y="14"/>
                  <a:pt x="31" y="14"/>
                </a:cubicBezTo>
                <a:cubicBezTo>
                  <a:pt x="14" y="31"/>
                  <a:pt x="14" y="31"/>
                  <a:pt x="14" y="31"/>
                </a:cubicBezTo>
                <a:cubicBezTo>
                  <a:pt x="24" y="40"/>
                  <a:pt x="24" y="40"/>
                  <a:pt x="24" y="40"/>
                </a:cubicBezTo>
                <a:cubicBezTo>
                  <a:pt x="19" y="47"/>
                  <a:pt x="16" y="55"/>
                  <a:pt x="14" y="64"/>
                </a:cubicBezTo>
                <a:cubicBezTo>
                  <a:pt x="0" y="64"/>
                  <a:pt x="0" y="64"/>
                  <a:pt x="0" y="64"/>
                </a:cubicBezTo>
                <a:cubicBezTo>
                  <a:pt x="0" y="88"/>
                  <a:pt x="0" y="88"/>
                  <a:pt x="0" y="88"/>
                </a:cubicBezTo>
                <a:cubicBezTo>
                  <a:pt x="14" y="88"/>
                  <a:pt x="14" y="88"/>
                  <a:pt x="14" y="88"/>
                </a:cubicBezTo>
                <a:cubicBezTo>
                  <a:pt x="16" y="96"/>
                  <a:pt x="19" y="104"/>
                  <a:pt x="24" y="111"/>
                </a:cubicBezTo>
                <a:cubicBezTo>
                  <a:pt x="14" y="121"/>
                  <a:pt x="14" y="121"/>
                  <a:pt x="14" y="121"/>
                </a:cubicBezTo>
                <a:cubicBezTo>
                  <a:pt x="31" y="138"/>
                  <a:pt x="31" y="138"/>
                  <a:pt x="31" y="138"/>
                </a:cubicBezTo>
                <a:cubicBezTo>
                  <a:pt x="41" y="128"/>
                  <a:pt x="41" y="128"/>
                  <a:pt x="41" y="128"/>
                </a:cubicBezTo>
                <a:cubicBezTo>
                  <a:pt x="48" y="133"/>
                  <a:pt x="56" y="136"/>
                  <a:pt x="64" y="138"/>
                </a:cubicBezTo>
                <a:cubicBezTo>
                  <a:pt x="64" y="152"/>
                  <a:pt x="64" y="152"/>
                  <a:pt x="64" y="152"/>
                </a:cubicBezTo>
                <a:cubicBezTo>
                  <a:pt x="88" y="152"/>
                  <a:pt x="88" y="152"/>
                  <a:pt x="88" y="152"/>
                </a:cubicBezTo>
                <a:cubicBezTo>
                  <a:pt x="88" y="138"/>
                  <a:pt x="88" y="138"/>
                  <a:pt x="88" y="138"/>
                </a:cubicBezTo>
                <a:cubicBezTo>
                  <a:pt x="96" y="136"/>
                  <a:pt x="104" y="133"/>
                  <a:pt x="111" y="128"/>
                </a:cubicBezTo>
                <a:cubicBezTo>
                  <a:pt x="121" y="138"/>
                  <a:pt x="121" y="138"/>
                  <a:pt x="121" y="138"/>
                </a:cubicBezTo>
                <a:cubicBezTo>
                  <a:pt x="138" y="121"/>
                  <a:pt x="138" y="121"/>
                  <a:pt x="138" y="121"/>
                </a:cubicBezTo>
                <a:cubicBezTo>
                  <a:pt x="128" y="111"/>
                  <a:pt x="128" y="111"/>
                  <a:pt x="128" y="111"/>
                </a:cubicBezTo>
                <a:cubicBezTo>
                  <a:pt x="133" y="104"/>
                  <a:pt x="136" y="96"/>
                  <a:pt x="138" y="88"/>
                </a:cubicBezTo>
                <a:lnTo>
                  <a:pt x="152" y="88"/>
                </a:lnTo>
                <a:close/>
                <a:moveTo>
                  <a:pt x="76" y="115"/>
                </a:moveTo>
                <a:cubicBezTo>
                  <a:pt x="54" y="115"/>
                  <a:pt x="37" y="98"/>
                  <a:pt x="37" y="76"/>
                </a:cubicBezTo>
                <a:cubicBezTo>
                  <a:pt x="37" y="54"/>
                  <a:pt x="54" y="37"/>
                  <a:pt x="76" y="37"/>
                </a:cubicBezTo>
                <a:cubicBezTo>
                  <a:pt x="98" y="37"/>
                  <a:pt x="115" y="54"/>
                  <a:pt x="115" y="76"/>
                </a:cubicBezTo>
                <a:cubicBezTo>
                  <a:pt x="115" y="98"/>
                  <a:pt x="98" y="115"/>
                  <a:pt x="76" y="11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2400"/>
          </a:p>
        </p:txBody>
      </p:sp>
      <p:sp>
        <p:nvSpPr>
          <p:cNvPr id="44" name="Freeform 49"/>
          <p:cNvSpPr>
            <a:spLocks noEditPoints="1"/>
          </p:cNvSpPr>
          <p:nvPr/>
        </p:nvSpPr>
        <p:spPr bwMode="auto">
          <a:xfrm>
            <a:off x="6839413" y="2028759"/>
            <a:ext cx="596272" cy="527780"/>
          </a:xfrm>
          <a:custGeom>
            <a:avLst/>
            <a:gdLst>
              <a:gd name="T0" fmla="*/ 29 w 144"/>
              <a:gd name="T1" fmla="*/ 53 h 127"/>
              <a:gd name="T2" fmla="*/ 45 w 144"/>
              <a:gd name="T3" fmla="*/ 72 h 127"/>
              <a:gd name="T4" fmla="*/ 65 w 144"/>
              <a:gd name="T5" fmla="*/ 58 h 127"/>
              <a:gd name="T6" fmla="*/ 50 w 144"/>
              <a:gd name="T7" fmla="*/ 39 h 127"/>
              <a:gd name="T8" fmla="*/ 65 w 144"/>
              <a:gd name="T9" fmla="*/ 29 h 127"/>
              <a:gd name="T10" fmla="*/ 8 w 144"/>
              <a:gd name="T11" fmla="*/ 0 h 127"/>
              <a:gd name="T12" fmla="*/ 13 w 144"/>
              <a:gd name="T13" fmla="*/ 63 h 127"/>
              <a:gd name="T14" fmla="*/ 29 w 144"/>
              <a:gd name="T15" fmla="*/ 53 h 127"/>
              <a:gd name="T16" fmla="*/ 115 w 144"/>
              <a:gd name="T17" fmla="*/ 53 h 127"/>
              <a:gd name="T18" fmla="*/ 131 w 144"/>
              <a:gd name="T19" fmla="*/ 63 h 127"/>
              <a:gd name="T20" fmla="*/ 136 w 144"/>
              <a:gd name="T21" fmla="*/ 0 h 127"/>
              <a:gd name="T22" fmla="*/ 80 w 144"/>
              <a:gd name="T23" fmla="*/ 29 h 127"/>
              <a:gd name="T24" fmla="*/ 95 w 144"/>
              <a:gd name="T25" fmla="*/ 39 h 127"/>
              <a:gd name="T26" fmla="*/ 0 w 144"/>
              <a:gd name="T27" fmla="*/ 103 h 127"/>
              <a:gd name="T28" fmla="*/ 5 w 144"/>
              <a:gd name="T29" fmla="*/ 127 h 127"/>
              <a:gd name="T30" fmla="*/ 115 w 144"/>
              <a:gd name="T31" fmla="*/ 53 h 127"/>
              <a:gd name="T32" fmla="*/ 101 w 144"/>
              <a:gd name="T33" fmla="*/ 86 h 127"/>
              <a:gd name="T34" fmla="*/ 81 w 144"/>
              <a:gd name="T35" fmla="*/ 103 h 127"/>
              <a:gd name="T36" fmla="*/ 139 w 144"/>
              <a:gd name="T37" fmla="*/ 127 h 127"/>
              <a:gd name="T38" fmla="*/ 144 w 144"/>
              <a:gd name="T39" fmla="*/ 103 h 127"/>
              <a:gd name="T40" fmla="*/ 101 w 144"/>
              <a:gd name="T41" fmla="*/ 8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4" h="127">
                <a:moveTo>
                  <a:pt x="29" y="53"/>
                </a:moveTo>
                <a:cubicBezTo>
                  <a:pt x="34" y="60"/>
                  <a:pt x="39" y="66"/>
                  <a:pt x="45" y="72"/>
                </a:cubicBezTo>
                <a:cubicBezTo>
                  <a:pt x="51" y="68"/>
                  <a:pt x="58" y="63"/>
                  <a:pt x="65" y="58"/>
                </a:cubicBezTo>
                <a:cubicBezTo>
                  <a:pt x="59" y="52"/>
                  <a:pt x="54" y="46"/>
                  <a:pt x="50" y="39"/>
                </a:cubicBezTo>
                <a:cubicBezTo>
                  <a:pt x="65" y="29"/>
                  <a:pt x="65" y="29"/>
                  <a:pt x="65" y="29"/>
                </a:cubicBezTo>
                <a:cubicBezTo>
                  <a:pt x="8" y="0"/>
                  <a:pt x="8" y="0"/>
                  <a:pt x="8" y="0"/>
                </a:cubicBezTo>
                <a:cubicBezTo>
                  <a:pt x="13" y="63"/>
                  <a:pt x="13" y="63"/>
                  <a:pt x="13" y="63"/>
                </a:cubicBezTo>
                <a:lnTo>
                  <a:pt x="29" y="53"/>
                </a:lnTo>
                <a:close/>
                <a:moveTo>
                  <a:pt x="115" y="53"/>
                </a:moveTo>
                <a:cubicBezTo>
                  <a:pt x="131" y="63"/>
                  <a:pt x="131" y="63"/>
                  <a:pt x="131" y="63"/>
                </a:cubicBezTo>
                <a:cubicBezTo>
                  <a:pt x="136" y="0"/>
                  <a:pt x="136" y="0"/>
                  <a:pt x="136" y="0"/>
                </a:cubicBezTo>
                <a:cubicBezTo>
                  <a:pt x="80" y="29"/>
                  <a:pt x="80" y="29"/>
                  <a:pt x="80" y="29"/>
                </a:cubicBezTo>
                <a:cubicBezTo>
                  <a:pt x="95" y="39"/>
                  <a:pt x="95" y="39"/>
                  <a:pt x="95" y="39"/>
                </a:cubicBezTo>
                <a:cubicBezTo>
                  <a:pt x="61" y="90"/>
                  <a:pt x="1" y="103"/>
                  <a:pt x="0" y="103"/>
                </a:cubicBezTo>
                <a:cubicBezTo>
                  <a:pt x="5" y="127"/>
                  <a:pt x="5" y="127"/>
                  <a:pt x="5" y="127"/>
                </a:cubicBezTo>
                <a:cubicBezTo>
                  <a:pt x="8" y="127"/>
                  <a:pt x="75" y="112"/>
                  <a:pt x="115" y="53"/>
                </a:cubicBezTo>
                <a:close/>
                <a:moveTo>
                  <a:pt x="101" y="86"/>
                </a:moveTo>
                <a:cubicBezTo>
                  <a:pt x="95" y="92"/>
                  <a:pt x="88" y="98"/>
                  <a:pt x="81" y="103"/>
                </a:cubicBezTo>
                <a:cubicBezTo>
                  <a:pt x="111" y="121"/>
                  <a:pt x="137" y="127"/>
                  <a:pt x="139" y="127"/>
                </a:cubicBezTo>
                <a:cubicBezTo>
                  <a:pt x="144" y="103"/>
                  <a:pt x="144" y="103"/>
                  <a:pt x="144" y="103"/>
                </a:cubicBezTo>
                <a:cubicBezTo>
                  <a:pt x="144" y="103"/>
                  <a:pt x="124" y="99"/>
                  <a:pt x="101"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2400"/>
          </a:p>
        </p:txBody>
      </p:sp>
      <p:sp>
        <p:nvSpPr>
          <p:cNvPr id="45" name="Freeform 50"/>
          <p:cNvSpPr>
            <a:spLocks/>
          </p:cNvSpPr>
          <p:nvPr/>
        </p:nvSpPr>
        <p:spPr bwMode="auto">
          <a:xfrm>
            <a:off x="9065531" y="2021723"/>
            <a:ext cx="495552" cy="582171"/>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2400"/>
          </a:p>
        </p:txBody>
      </p:sp>
      <p:sp>
        <p:nvSpPr>
          <p:cNvPr id="46" name="Freeform 51"/>
          <p:cNvSpPr>
            <a:spLocks/>
          </p:cNvSpPr>
          <p:nvPr/>
        </p:nvSpPr>
        <p:spPr bwMode="auto">
          <a:xfrm>
            <a:off x="2209434" y="2033379"/>
            <a:ext cx="1176431" cy="560012"/>
          </a:xfrm>
          <a:custGeom>
            <a:avLst/>
            <a:gdLst>
              <a:gd name="T0" fmla="*/ 584 w 584"/>
              <a:gd name="T1" fmla="*/ 0 h 278"/>
              <a:gd name="T2" fmla="*/ 449 w 584"/>
              <a:gd name="T3" fmla="*/ 31 h 278"/>
              <a:gd name="T4" fmla="*/ 469 w 584"/>
              <a:gd name="T5" fmla="*/ 62 h 278"/>
              <a:gd name="T6" fmla="*/ 278 w 584"/>
              <a:gd name="T7" fmla="*/ 200 h 278"/>
              <a:gd name="T8" fmla="*/ 214 w 584"/>
              <a:gd name="T9" fmla="*/ 116 h 278"/>
              <a:gd name="T10" fmla="*/ 204 w 584"/>
              <a:gd name="T11" fmla="*/ 101 h 278"/>
              <a:gd name="T12" fmla="*/ 190 w 584"/>
              <a:gd name="T13" fmla="*/ 112 h 278"/>
              <a:gd name="T14" fmla="*/ 0 w 584"/>
              <a:gd name="T15" fmla="*/ 250 h 278"/>
              <a:gd name="T16" fmla="*/ 21 w 584"/>
              <a:gd name="T17" fmla="*/ 278 h 278"/>
              <a:gd name="T18" fmla="*/ 196 w 584"/>
              <a:gd name="T19" fmla="*/ 151 h 278"/>
              <a:gd name="T20" fmla="*/ 260 w 584"/>
              <a:gd name="T21" fmla="*/ 237 h 278"/>
              <a:gd name="T22" fmla="*/ 270 w 584"/>
              <a:gd name="T23" fmla="*/ 252 h 278"/>
              <a:gd name="T24" fmla="*/ 284 w 584"/>
              <a:gd name="T25" fmla="*/ 241 h 278"/>
              <a:gd name="T26" fmla="*/ 490 w 584"/>
              <a:gd name="T27" fmla="*/ 91 h 278"/>
              <a:gd name="T28" fmla="*/ 490 w 584"/>
              <a:gd name="T29" fmla="*/ 91 h 278"/>
              <a:gd name="T30" fmla="*/ 512 w 584"/>
              <a:gd name="T31" fmla="*/ 120 h 278"/>
              <a:gd name="T32" fmla="*/ 584 w 584"/>
              <a:gd name="T33"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4" h="278">
                <a:moveTo>
                  <a:pt x="584" y="0"/>
                </a:moveTo>
                <a:lnTo>
                  <a:pt x="449" y="31"/>
                </a:lnTo>
                <a:lnTo>
                  <a:pt x="469" y="62"/>
                </a:lnTo>
                <a:lnTo>
                  <a:pt x="278" y="200"/>
                </a:lnTo>
                <a:lnTo>
                  <a:pt x="214" y="116"/>
                </a:lnTo>
                <a:lnTo>
                  <a:pt x="204" y="101"/>
                </a:lnTo>
                <a:lnTo>
                  <a:pt x="190" y="112"/>
                </a:lnTo>
                <a:lnTo>
                  <a:pt x="0" y="250"/>
                </a:lnTo>
                <a:lnTo>
                  <a:pt x="21" y="278"/>
                </a:lnTo>
                <a:lnTo>
                  <a:pt x="196" y="151"/>
                </a:lnTo>
                <a:lnTo>
                  <a:pt x="260" y="237"/>
                </a:lnTo>
                <a:lnTo>
                  <a:pt x="270" y="252"/>
                </a:lnTo>
                <a:lnTo>
                  <a:pt x="284" y="241"/>
                </a:lnTo>
                <a:lnTo>
                  <a:pt x="490" y="91"/>
                </a:lnTo>
                <a:lnTo>
                  <a:pt x="490" y="91"/>
                </a:lnTo>
                <a:lnTo>
                  <a:pt x="512" y="120"/>
                </a:lnTo>
                <a:lnTo>
                  <a:pt x="584"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2400"/>
          </a:p>
        </p:txBody>
      </p:sp>
      <p:sp>
        <p:nvSpPr>
          <p:cNvPr id="47" name="文本框 46"/>
          <p:cNvSpPr txBox="1"/>
          <p:nvPr/>
        </p:nvSpPr>
        <p:spPr>
          <a:xfrm>
            <a:off x="2087358" y="2638149"/>
            <a:ext cx="1420582" cy="707886"/>
          </a:xfrm>
          <a:prstGeom prst="rect">
            <a:avLst/>
          </a:prstGeom>
          <a:noFill/>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r>
              <a:rPr lang="en-US" altLang="zh-CN" dirty="0">
                <a:solidFill>
                  <a:schemeClr val="bg1"/>
                </a:solidFill>
              </a:rPr>
              <a:t>Step 1</a:t>
            </a:r>
            <a:endParaRPr lang="zh-CN" altLang="en-US" dirty="0">
              <a:solidFill>
                <a:schemeClr val="bg1"/>
              </a:solidFill>
            </a:endParaRPr>
          </a:p>
        </p:txBody>
      </p:sp>
      <p:sp>
        <p:nvSpPr>
          <p:cNvPr id="48" name="文本框 47"/>
          <p:cNvSpPr txBox="1"/>
          <p:nvPr/>
        </p:nvSpPr>
        <p:spPr>
          <a:xfrm>
            <a:off x="4244179" y="2638149"/>
            <a:ext cx="1483098" cy="707886"/>
          </a:xfrm>
          <a:prstGeom prst="rect">
            <a:avLst/>
          </a:prstGeom>
          <a:noFill/>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r>
              <a:rPr lang="en-US" altLang="zh-CN" dirty="0">
                <a:solidFill>
                  <a:schemeClr val="bg1"/>
                </a:solidFill>
              </a:rPr>
              <a:t>Step 2</a:t>
            </a:r>
            <a:endParaRPr lang="zh-CN" altLang="en-US" dirty="0">
              <a:solidFill>
                <a:schemeClr val="bg1"/>
              </a:solidFill>
            </a:endParaRPr>
          </a:p>
        </p:txBody>
      </p:sp>
      <p:sp>
        <p:nvSpPr>
          <p:cNvPr id="49" name="文本框 48"/>
          <p:cNvSpPr txBox="1"/>
          <p:nvPr/>
        </p:nvSpPr>
        <p:spPr>
          <a:xfrm>
            <a:off x="6388786" y="2638149"/>
            <a:ext cx="1497526" cy="707886"/>
          </a:xfrm>
          <a:prstGeom prst="rect">
            <a:avLst/>
          </a:prstGeom>
          <a:noFill/>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r>
              <a:rPr lang="en-US" altLang="zh-CN" dirty="0">
                <a:solidFill>
                  <a:schemeClr val="bg1"/>
                </a:solidFill>
              </a:rPr>
              <a:t>Step 3</a:t>
            </a:r>
            <a:endParaRPr lang="zh-CN" altLang="en-US" dirty="0">
              <a:solidFill>
                <a:schemeClr val="bg1"/>
              </a:solidFill>
            </a:endParaRPr>
          </a:p>
        </p:txBody>
      </p:sp>
      <p:sp>
        <p:nvSpPr>
          <p:cNvPr id="50" name="文本框 49"/>
          <p:cNvSpPr txBox="1"/>
          <p:nvPr/>
        </p:nvSpPr>
        <p:spPr>
          <a:xfrm>
            <a:off x="8572559" y="2638149"/>
            <a:ext cx="1481496" cy="707886"/>
          </a:xfrm>
          <a:prstGeom prst="rect">
            <a:avLst/>
          </a:prstGeom>
          <a:noFill/>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r>
              <a:rPr lang="en-US" altLang="zh-CN" dirty="0">
                <a:solidFill>
                  <a:schemeClr val="bg1"/>
                </a:solidFill>
              </a:rPr>
              <a:t>Step 4</a:t>
            </a:r>
            <a:endParaRPr lang="zh-CN" altLang="en-US" dirty="0">
              <a:solidFill>
                <a:schemeClr val="bg1"/>
              </a:solidFill>
            </a:endParaRPr>
          </a:p>
        </p:txBody>
      </p:sp>
      <p:sp>
        <p:nvSpPr>
          <p:cNvPr id="57" name="TextBox 39"/>
          <p:cNvSpPr txBox="1"/>
          <p:nvPr/>
        </p:nvSpPr>
        <p:spPr>
          <a:xfrm>
            <a:off x="1801474" y="4509474"/>
            <a:ext cx="1992353" cy="799834"/>
          </a:xfrm>
          <a:prstGeom prst="rect">
            <a:avLst/>
          </a:prstGeom>
          <a:noFill/>
        </p:spPr>
        <p:txBody>
          <a:bodyPr wrap="square" rtlCol="0">
            <a:spAutoFit/>
          </a:bodyPr>
          <a:lstStyle/>
          <a:p>
            <a:pPr algn="ctr" defTabSz="1375432">
              <a:lnSpc>
                <a:spcPct val="112000"/>
              </a:lnSpc>
              <a:spcBef>
                <a:spcPts val="533"/>
              </a:spcBef>
              <a:defRPr/>
            </a:pPr>
            <a:r>
              <a:rPr lang="zh-CN" altLang="en-US" sz="1400" kern="0" dirty="0">
                <a:solidFill>
                  <a:srgbClr val="595959"/>
                </a:solidFill>
              </a:rPr>
              <a:t>单击添加文字内容，单击添加文字内容，言简意赅不罗嗦。</a:t>
            </a:r>
          </a:p>
        </p:txBody>
      </p:sp>
      <p:sp>
        <p:nvSpPr>
          <p:cNvPr id="58" name="文本框 57"/>
          <p:cNvSpPr txBox="1"/>
          <p:nvPr/>
        </p:nvSpPr>
        <p:spPr>
          <a:xfrm>
            <a:off x="1794007" y="4082381"/>
            <a:ext cx="2007287" cy="943207"/>
          </a:xfrm>
          <a:prstGeom prst="rect">
            <a:avLst/>
          </a:prstGeom>
          <a:noFill/>
        </p:spPr>
        <p:txBody>
          <a:bodyPr wrap="square" rtlCol="0">
            <a:spAutoFit/>
          </a:bodyPr>
          <a:lstStyle/>
          <a:p>
            <a:pPr algn="ctr">
              <a:lnSpc>
                <a:spcPct val="120000"/>
              </a:lnSpc>
            </a:pPr>
            <a:r>
              <a:rPr lang="zh-CN" altLang="en-US" sz="2400" b="1" dirty="0">
                <a:solidFill>
                  <a:srgbClr val="546E7A"/>
                </a:solidFill>
              </a:rPr>
              <a:t>单击添加标题</a:t>
            </a:r>
            <a:endParaRPr lang="en-US" altLang="zh-CN" sz="2400" b="1" dirty="0">
              <a:solidFill>
                <a:srgbClr val="546E7A"/>
              </a:solidFill>
            </a:endParaRPr>
          </a:p>
        </p:txBody>
      </p:sp>
      <p:sp>
        <p:nvSpPr>
          <p:cNvPr id="59" name="TextBox 39"/>
          <p:cNvSpPr txBox="1"/>
          <p:nvPr/>
        </p:nvSpPr>
        <p:spPr>
          <a:xfrm>
            <a:off x="3989553" y="4509474"/>
            <a:ext cx="1992353" cy="799834"/>
          </a:xfrm>
          <a:prstGeom prst="rect">
            <a:avLst/>
          </a:prstGeom>
          <a:noFill/>
        </p:spPr>
        <p:txBody>
          <a:bodyPr wrap="square" rtlCol="0">
            <a:spAutoFit/>
          </a:bodyPr>
          <a:lstStyle/>
          <a:p>
            <a:pPr algn="ctr" defTabSz="1375432">
              <a:lnSpc>
                <a:spcPct val="112000"/>
              </a:lnSpc>
              <a:spcBef>
                <a:spcPts val="533"/>
              </a:spcBef>
              <a:defRPr/>
            </a:pPr>
            <a:r>
              <a:rPr lang="zh-CN" altLang="en-US" sz="1400" kern="0" dirty="0">
                <a:solidFill>
                  <a:srgbClr val="595959"/>
                </a:solidFill>
              </a:rPr>
              <a:t>单击添加文字内容，单击添加文字内容，言简意赅不罗嗦。</a:t>
            </a:r>
          </a:p>
        </p:txBody>
      </p:sp>
      <p:sp>
        <p:nvSpPr>
          <p:cNvPr id="60" name="文本框 59"/>
          <p:cNvSpPr txBox="1"/>
          <p:nvPr/>
        </p:nvSpPr>
        <p:spPr>
          <a:xfrm>
            <a:off x="3982086" y="4082381"/>
            <a:ext cx="2007287" cy="943207"/>
          </a:xfrm>
          <a:prstGeom prst="rect">
            <a:avLst/>
          </a:prstGeom>
          <a:noFill/>
        </p:spPr>
        <p:txBody>
          <a:bodyPr wrap="square" rtlCol="0">
            <a:spAutoFit/>
          </a:bodyPr>
          <a:lstStyle/>
          <a:p>
            <a:pPr algn="ctr">
              <a:lnSpc>
                <a:spcPct val="120000"/>
              </a:lnSpc>
            </a:pPr>
            <a:r>
              <a:rPr lang="zh-CN" altLang="en-US" sz="2400" b="1" dirty="0">
                <a:solidFill>
                  <a:srgbClr val="5EC6D3"/>
                </a:solidFill>
              </a:rPr>
              <a:t>单击添加标题</a:t>
            </a:r>
            <a:endParaRPr lang="en-US" altLang="zh-CN" sz="2400" b="1" dirty="0">
              <a:solidFill>
                <a:srgbClr val="5EC6D3"/>
              </a:solidFill>
            </a:endParaRPr>
          </a:p>
        </p:txBody>
      </p:sp>
      <p:sp>
        <p:nvSpPr>
          <p:cNvPr id="61" name="TextBox 39"/>
          <p:cNvSpPr txBox="1"/>
          <p:nvPr/>
        </p:nvSpPr>
        <p:spPr>
          <a:xfrm>
            <a:off x="6141374" y="4509474"/>
            <a:ext cx="1992353" cy="799834"/>
          </a:xfrm>
          <a:prstGeom prst="rect">
            <a:avLst/>
          </a:prstGeom>
          <a:noFill/>
        </p:spPr>
        <p:txBody>
          <a:bodyPr wrap="square" rtlCol="0">
            <a:spAutoFit/>
          </a:bodyPr>
          <a:lstStyle/>
          <a:p>
            <a:pPr algn="ctr" defTabSz="1375432">
              <a:lnSpc>
                <a:spcPct val="112000"/>
              </a:lnSpc>
              <a:spcBef>
                <a:spcPts val="533"/>
              </a:spcBef>
              <a:defRPr/>
            </a:pPr>
            <a:r>
              <a:rPr lang="zh-CN" altLang="en-US" sz="1400" kern="0" dirty="0">
                <a:solidFill>
                  <a:srgbClr val="595959"/>
                </a:solidFill>
              </a:rPr>
              <a:t>单击添加文字内容，单击添加文字内容，言简意赅不罗嗦。</a:t>
            </a:r>
          </a:p>
        </p:txBody>
      </p:sp>
      <p:sp>
        <p:nvSpPr>
          <p:cNvPr id="62" name="文本框 61"/>
          <p:cNvSpPr txBox="1"/>
          <p:nvPr/>
        </p:nvSpPr>
        <p:spPr>
          <a:xfrm>
            <a:off x="6133907" y="4082381"/>
            <a:ext cx="2007287" cy="943207"/>
          </a:xfrm>
          <a:prstGeom prst="rect">
            <a:avLst/>
          </a:prstGeom>
          <a:noFill/>
        </p:spPr>
        <p:txBody>
          <a:bodyPr wrap="square" rtlCol="0">
            <a:spAutoFit/>
          </a:bodyPr>
          <a:lstStyle/>
          <a:p>
            <a:pPr algn="ctr">
              <a:lnSpc>
                <a:spcPct val="120000"/>
              </a:lnSpc>
            </a:pPr>
            <a:r>
              <a:rPr lang="zh-CN" altLang="en-US" sz="2400" b="1" dirty="0">
                <a:solidFill>
                  <a:srgbClr val="F8841D"/>
                </a:solidFill>
              </a:rPr>
              <a:t>单击添加标题</a:t>
            </a:r>
            <a:endParaRPr lang="en-US" altLang="zh-CN" sz="2400" b="1" dirty="0">
              <a:solidFill>
                <a:srgbClr val="F8841D"/>
              </a:solidFill>
            </a:endParaRPr>
          </a:p>
        </p:txBody>
      </p:sp>
      <p:sp>
        <p:nvSpPr>
          <p:cNvPr id="63" name="TextBox 39"/>
          <p:cNvSpPr txBox="1"/>
          <p:nvPr/>
        </p:nvSpPr>
        <p:spPr>
          <a:xfrm>
            <a:off x="8317132" y="4509474"/>
            <a:ext cx="1992353" cy="799834"/>
          </a:xfrm>
          <a:prstGeom prst="rect">
            <a:avLst/>
          </a:prstGeom>
          <a:noFill/>
        </p:spPr>
        <p:txBody>
          <a:bodyPr wrap="square" rtlCol="0">
            <a:spAutoFit/>
          </a:bodyPr>
          <a:lstStyle/>
          <a:p>
            <a:pPr algn="ctr" defTabSz="1375432">
              <a:lnSpc>
                <a:spcPct val="112000"/>
              </a:lnSpc>
              <a:spcBef>
                <a:spcPts val="533"/>
              </a:spcBef>
              <a:defRPr/>
            </a:pPr>
            <a:r>
              <a:rPr lang="zh-CN" altLang="en-US" sz="1400" kern="0" dirty="0">
                <a:solidFill>
                  <a:srgbClr val="595959"/>
                </a:solidFill>
              </a:rPr>
              <a:t>单击添加文字内容，单击添加文字内容，言简意赅不罗嗦。</a:t>
            </a:r>
          </a:p>
        </p:txBody>
      </p:sp>
      <p:sp>
        <p:nvSpPr>
          <p:cNvPr id="64" name="文本框 63"/>
          <p:cNvSpPr txBox="1"/>
          <p:nvPr/>
        </p:nvSpPr>
        <p:spPr>
          <a:xfrm>
            <a:off x="8309665" y="4082381"/>
            <a:ext cx="2007287" cy="943207"/>
          </a:xfrm>
          <a:prstGeom prst="rect">
            <a:avLst/>
          </a:prstGeom>
          <a:noFill/>
        </p:spPr>
        <p:txBody>
          <a:bodyPr wrap="square" rtlCol="0">
            <a:spAutoFit/>
          </a:bodyPr>
          <a:lstStyle/>
          <a:p>
            <a:pPr algn="ctr">
              <a:lnSpc>
                <a:spcPct val="120000"/>
              </a:lnSpc>
            </a:pPr>
            <a:r>
              <a:rPr lang="zh-CN" altLang="en-US" sz="2400" b="1" dirty="0">
                <a:solidFill>
                  <a:srgbClr val="F26D64"/>
                </a:solidFill>
              </a:rPr>
              <a:t>单击添加标题</a:t>
            </a:r>
            <a:endParaRPr lang="en-US" altLang="zh-CN" sz="2400" b="1" dirty="0">
              <a:solidFill>
                <a:srgbClr val="F26D64"/>
              </a:solidFill>
            </a:endParaRPr>
          </a:p>
        </p:txBody>
      </p:sp>
      <p:sp>
        <p:nvSpPr>
          <p:cNvPr id="2" name="文本框 1"/>
          <p:cNvSpPr txBox="1"/>
          <p:nvPr/>
        </p:nvSpPr>
        <p:spPr>
          <a:xfrm>
            <a:off x="328475" y="1020932"/>
            <a:ext cx="1384916" cy="230832"/>
          </a:xfrm>
          <a:prstGeom prst="rect">
            <a:avLst/>
          </a:prstGeom>
          <a:noFill/>
        </p:spPr>
        <p:txBody>
          <a:bodyPr wrap="square" rtlCol="0">
            <a:spAutoFit/>
          </a:bodyPr>
          <a:lstStyle/>
          <a:p>
            <a:r>
              <a:rPr lang="en-US" altLang="zh-CN" sz="900" dirty="0">
                <a:solidFill>
                  <a:srgbClr val="F3F3F3"/>
                </a:solidFill>
              </a:rPr>
              <a:t>https://www.ypppt.com/</a:t>
            </a:r>
            <a:endParaRPr lang="zh-CN" altLang="en-US" sz="900" dirty="0">
              <a:solidFill>
                <a:srgbClr val="F3F3F3"/>
              </a:solidFill>
            </a:endParaRPr>
          </a:p>
        </p:txBody>
      </p:sp>
    </p:spTree>
    <p:extLst>
      <p:ext uri="{BB962C8B-B14F-4D97-AF65-F5344CB8AC3E}">
        <p14:creationId xmlns:p14="http://schemas.microsoft.com/office/powerpoint/2010/main" val="4154872102"/>
      </p:ext>
    </p:extLst>
  </p:cSld>
  <p:clrMapOvr>
    <a:masterClrMapping/>
  </p:clrMapOvr>
  <mc:AlternateContent xmlns:mc="http://schemas.openxmlformats.org/markup-compatibility/2006" xmlns:p14="http://schemas.microsoft.com/office/powerpoint/2010/main">
    <mc:Choice Requires="p14">
      <p:transition spd="med">
        <p14:pan/>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7156" y="208931"/>
            <a:ext cx="3655808" cy="369524"/>
          </a:xfrm>
        </p:spPr>
        <p:txBody>
          <a:bodyPr>
            <a:normAutofit fontScale="90000"/>
          </a:bodyPr>
          <a:lstStyle/>
          <a:p>
            <a:r>
              <a:rPr lang="zh-CN" altLang="en-US" dirty="0">
                <a:solidFill>
                  <a:srgbClr val="404040"/>
                </a:solidFill>
              </a:rPr>
              <a:t>地面推广方案</a:t>
            </a:r>
          </a:p>
        </p:txBody>
      </p:sp>
      <p:sp>
        <p:nvSpPr>
          <p:cNvPr id="3" name="Freeform 12"/>
          <p:cNvSpPr>
            <a:spLocks/>
          </p:cNvSpPr>
          <p:nvPr/>
        </p:nvSpPr>
        <p:spPr bwMode="auto">
          <a:xfrm>
            <a:off x="6155395" y="3739253"/>
            <a:ext cx="1889740" cy="1897992"/>
          </a:xfrm>
          <a:custGeom>
            <a:avLst/>
            <a:gdLst>
              <a:gd name="T0" fmla="*/ 0 w 2320"/>
              <a:gd name="T1" fmla="*/ 1620 h 2320"/>
              <a:gd name="T2" fmla="*/ 700 w 2320"/>
              <a:gd name="T3" fmla="*/ 2320 h 2320"/>
              <a:gd name="T4" fmla="*/ 2320 w 2320"/>
              <a:gd name="T5" fmla="*/ 2320 h 2320"/>
              <a:gd name="T6" fmla="*/ 2320 w 2320"/>
              <a:gd name="T7" fmla="*/ 700 h 2320"/>
              <a:gd name="T8" fmla="*/ 1620 w 2320"/>
              <a:gd name="T9" fmla="*/ 0 h 2320"/>
              <a:gd name="T10" fmla="*/ 0 w 2320"/>
              <a:gd name="T11" fmla="*/ 0 h 2320"/>
              <a:gd name="T12" fmla="*/ 0 w 2320"/>
              <a:gd name="T13" fmla="*/ 1620 h 2320"/>
            </a:gdLst>
            <a:ahLst/>
            <a:cxnLst>
              <a:cxn ang="0">
                <a:pos x="T0" y="T1"/>
              </a:cxn>
              <a:cxn ang="0">
                <a:pos x="T2" y="T3"/>
              </a:cxn>
              <a:cxn ang="0">
                <a:pos x="T4" y="T5"/>
              </a:cxn>
              <a:cxn ang="0">
                <a:pos x="T6" y="T7"/>
              </a:cxn>
              <a:cxn ang="0">
                <a:pos x="T8" y="T9"/>
              </a:cxn>
              <a:cxn ang="0">
                <a:pos x="T10" y="T11"/>
              </a:cxn>
              <a:cxn ang="0">
                <a:pos x="T12" y="T13"/>
              </a:cxn>
            </a:cxnLst>
            <a:rect l="0" t="0" r="r" b="b"/>
            <a:pathLst>
              <a:path w="2320" h="2320">
                <a:moveTo>
                  <a:pt x="0" y="1620"/>
                </a:moveTo>
                <a:cubicBezTo>
                  <a:pt x="0" y="2005"/>
                  <a:pt x="315" y="2320"/>
                  <a:pt x="700" y="2320"/>
                </a:cubicBezTo>
                <a:cubicBezTo>
                  <a:pt x="1240" y="2320"/>
                  <a:pt x="1780" y="2320"/>
                  <a:pt x="2320" y="2320"/>
                </a:cubicBezTo>
                <a:cubicBezTo>
                  <a:pt x="2320" y="1780"/>
                  <a:pt x="2320" y="1240"/>
                  <a:pt x="2320" y="700"/>
                </a:cubicBezTo>
                <a:cubicBezTo>
                  <a:pt x="2320" y="315"/>
                  <a:pt x="2005" y="0"/>
                  <a:pt x="1620" y="0"/>
                </a:cubicBezTo>
                <a:cubicBezTo>
                  <a:pt x="1080" y="0"/>
                  <a:pt x="540" y="0"/>
                  <a:pt x="0" y="0"/>
                </a:cubicBezTo>
                <a:lnTo>
                  <a:pt x="0" y="1620"/>
                </a:lnTo>
                <a:close/>
              </a:path>
            </a:pathLst>
          </a:custGeom>
          <a:solidFill>
            <a:schemeClr val="accent6"/>
          </a:solidFill>
          <a:ln>
            <a:noFill/>
          </a:ln>
        </p:spPr>
        <p:txBody>
          <a:bodyPr vert="horz" wrap="square" lIns="121920" tIns="60960" rIns="121920" bIns="60960" numCol="1" anchor="t" anchorCtr="0" compatLnSpc="1">
            <a:prstTxWarp prst="textNoShape">
              <a:avLst/>
            </a:prstTxWarp>
          </a:bodyPr>
          <a:lstStyle/>
          <a:p>
            <a:endParaRPr lang="zh-CN" altLang="en-US" sz="2400" dirty="0"/>
          </a:p>
        </p:txBody>
      </p:sp>
      <p:sp>
        <p:nvSpPr>
          <p:cNvPr id="4" name="Freeform 13"/>
          <p:cNvSpPr>
            <a:spLocks/>
          </p:cNvSpPr>
          <p:nvPr/>
        </p:nvSpPr>
        <p:spPr bwMode="auto">
          <a:xfrm>
            <a:off x="4146866" y="3739253"/>
            <a:ext cx="1889740" cy="1897992"/>
          </a:xfrm>
          <a:custGeom>
            <a:avLst/>
            <a:gdLst>
              <a:gd name="T0" fmla="*/ 2320 w 2320"/>
              <a:gd name="T1" fmla="*/ 1620 h 2320"/>
              <a:gd name="T2" fmla="*/ 1620 w 2320"/>
              <a:gd name="T3" fmla="*/ 2320 h 2320"/>
              <a:gd name="T4" fmla="*/ 0 w 2320"/>
              <a:gd name="T5" fmla="*/ 2320 h 2320"/>
              <a:gd name="T6" fmla="*/ 0 w 2320"/>
              <a:gd name="T7" fmla="*/ 700 h 2320"/>
              <a:gd name="T8" fmla="*/ 700 w 2320"/>
              <a:gd name="T9" fmla="*/ 0 h 2320"/>
              <a:gd name="T10" fmla="*/ 2320 w 2320"/>
              <a:gd name="T11" fmla="*/ 0 h 2320"/>
              <a:gd name="T12" fmla="*/ 2320 w 2320"/>
              <a:gd name="T13" fmla="*/ 1620 h 2320"/>
            </a:gdLst>
            <a:ahLst/>
            <a:cxnLst>
              <a:cxn ang="0">
                <a:pos x="T0" y="T1"/>
              </a:cxn>
              <a:cxn ang="0">
                <a:pos x="T2" y="T3"/>
              </a:cxn>
              <a:cxn ang="0">
                <a:pos x="T4" y="T5"/>
              </a:cxn>
              <a:cxn ang="0">
                <a:pos x="T6" y="T7"/>
              </a:cxn>
              <a:cxn ang="0">
                <a:pos x="T8" y="T9"/>
              </a:cxn>
              <a:cxn ang="0">
                <a:pos x="T10" y="T11"/>
              </a:cxn>
              <a:cxn ang="0">
                <a:pos x="T12" y="T13"/>
              </a:cxn>
            </a:cxnLst>
            <a:rect l="0" t="0" r="r" b="b"/>
            <a:pathLst>
              <a:path w="2320" h="2320">
                <a:moveTo>
                  <a:pt x="2320" y="1620"/>
                </a:moveTo>
                <a:cubicBezTo>
                  <a:pt x="2320" y="2005"/>
                  <a:pt x="2005" y="2320"/>
                  <a:pt x="1620" y="2320"/>
                </a:cubicBezTo>
                <a:cubicBezTo>
                  <a:pt x="1080" y="2320"/>
                  <a:pt x="540" y="2320"/>
                  <a:pt x="0" y="2320"/>
                </a:cubicBezTo>
                <a:cubicBezTo>
                  <a:pt x="0" y="1780"/>
                  <a:pt x="0" y="1240"/>
                  <a:pt x="0" y="700"/>
                </a:cubicBezTo>
                <a:cubicBezTo>
                  <a:pt x="0" y="315"/>
                  <a:pt x="315" y="0"/>
                  <a:pt x="700" y="0"/>
                </a:cubicBezTo>
                <a:cubicBezTo>
                  <a:pt x="1240" y="0"/>
                  <a:pt x="1780" y="0"/>
                  <a:pt x="2320" y="0"/>
                </a:cubicBezTo>
                <a:lnTo>
                  <a:pt x="2320" y="162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5" name="Freeform 14"/>
          <p:cNvSpPr>
            <a:spLocks/>
          </p:cNvSpPr>
          <p:nvPr/>
        </p:nvSpPr>
        <p:spPr bwMode="auto">
          <a:xfrm>
            <a:off x="6155395" y="1730310"/>
            <a:ext cx="1889740" cy="1893868"/>
          </a:xfrm>
          <a:custGeom>
            <a:avLst/>
            <a:gdLst>
              <a:gd name="T0" fmla="*/ 0 w 2320"/>
              <a:gd name="T1" fmla="*/ 700 h 2320"/>
              <a:gd name="T2" fmla="*/ 700 w 2320"/>
              <a:gd name="T3" fmla="*/ 0 h 2320"/>
              <a:gd name="T4" fmla="*/ 2320 w 2320"/>
              <a:gd name="T5" fmla="*/ 0 h 2320"/>
              <a:gd name="T6" fmla="*/ 2320 w 2320"/>
              <a:gd name="T7" fmla="*/ 1620 h 2320"/>
              <a:gd name="T8" fmla="*/ 1620 w 2320"/>
              <a:gd name="T9" fmla="*/ 2320 h 2320"/>
              <a:gd name="T10" fmla="*/ 0 w 2320"/>
              <a:gd name="T11" fmla="*/ 2320 h 2320"/>
              <a:gd name="T12" fmla="*/ 0 w 2320"/>
              <a:gd name="T13" fmla="*/ 700 h 2320"/>
            </a:gdLst>
            <a:ahLst/>
            <a:cxnLst>
              <a:cxn ang="0">
                <a:pos x="T0" y="T1"/>
              </a:cxn>
              <a:cxn ang="0">
                <a:pos x="T2" y="T3"/>
              </a:cxn>
              <a:cxn ang="0">
                <a:pos x="T4" y="T5"/>
              </a:cxn>
              <a:cxn ang="0">
                <a:pos x="T6" y="T7"/>
              </a:cxn>
              <a:cxn ang="0">
                <a:pos x="T8" y="T9"/>
              </a:cxn>
              <a:cxn ang="0">
                <a:pos x="T10" y="T11"/>
              </a:cxn>
              <a:cxn ang="0">
                <a:pos x="T12" y="T13"/>
              </a:cxn>
            </a:cxnLst>
            <a:rect l="0" t="0" r="r" b="b"/>
            <a:pathLst>
              <a:path w="2320" h="2320">
                <a:moveTo>
                  <a:pt x="0" y="700"/>
                </a:moveTo>
                <a:cubicBezTo>
                  <a:pt x="0" y="315"/>
                  <a:pt x="315" y="0"/>
                  <a:pt x="700" y="0"/>
                </a:cubicBezTo>
                <a:cubicBezTo>
                  <a:pt x="1240" y="0"/>
                  <a:pt x="1780" y="0"/>
                  <a:pt x="2320" y="0"/>
                </a:cubicBezTo>
                <a:cubicBezTo>
                  <a:pt x="2320" y="540"/>
                  <a:pt x="2320" y="1080"/>
                  <a:pt x="2320" y="1620"/>
                </a:cubicBezTo>
                <a:cubicBezTo>
                  <a:pt x="2320" y="2005"/>
                  <a:pt x="2005" y="2320"/>
                  <a:pt x="1620" y="2320"/>
                </a:cubicBezTo>
                <a:cubicBezTo>
                  <a:pt x="1080" y="2320"/>
                  <a:pt x="540" y="2320"/>
                  <a:pt x="0" y="2320"/>
                </a:cubicBezTo>
                <a:lnTo>
                  <a:pt x="0" y="700"/>
                </a:ln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6" name="Freeform 15"/>
          <p:cNvSpPr>
            <a:spLocks/>
          </p:cNvSpPr>
          <p:nvPr/>
        </p:nvSpPr>
        <p:spPr bwMode="auto">
          <a:xfrm>
            <a:off x="4146866" y="1730310"/>
            <a:ext cx="1889740" cy="1893868"/>
          </a:xfrm>
          <a:custGeom>
            <a:avLst/>
            <a:gdLst>
              <a:gd name="T0" fmla="*/ 2320 w 2320"/>
              <a:gd name="T1" fmla="*/ 700 h 2320"/>
              <a:gd name="T2" fmla="*/ 1620 w 2320"/>
              <a:gd name="T3" fmla="*/ 0 h 2320"/>
              <a:gd name="T4" fmla="*/ 0 w 2320"/>
              <a:gd name="T5" fmla="*/ 0 h 2320"/>
              <a:gd name="T6" fmla="*/ 0 w 2320"/>
              <a:gd name="T7" fmla="*/ 1620 h 2320"/>
              <a:gd name="T8" fmla="*/ 700 w 2320"/>
              <a:gd name="T9" fmla="*/ 2320 h 2320"/>
              <a:gd name="T10" fmla="*/ 2320 w 2320"/>
              <a:gd name="T11" fmla="*/ 2320 h 2320"/>
              <a:gd name="T12" fmla="*/ 2320 w 2320"/>
              <a:gd name="T13" fmla="*/ 700 h 2320"/>
            </a:gdLst>
            <a:ahLst/>
            <a:cxnLst>
              <a:cxn ang="0">
                <a:pos x="T0" y="T1"/>
              </a:cxn>
              <a:cxn ang="0">
                <a:pos x="T2" y="T3"/>
              </a:cxn>
              <a:cxn ang="0">
                <a:pos x="T4" y="T5"/>
              </a:cxn>
              <a:cxn ang="0">
                <a:pos x="T6" y="T7"/>
              </a:cxn>
              <a:cxn ang="0">
                <a:pos x="T8" y="T9"/>
              </a:cxn>
              <a:cxn ang="0">
                <a:pos x="T10" y="T11"/>
              </a:cxn>
              <a:cxn ang="0">
                <a:pos x="T12" y="T13"/>
              </a:cxn>
            </a:cxnLst>
            <a:rect l="0" t="0" r="r" b="b"/>
            <a:pathLst>
              <a:path w="2320" h="2320">
                <a:moveTo>
                  <a:pt x="2320" y="700"/>
                </a:moveTo>
                <a:cubicBezTo>
                  <a:pt x="2320" y="315"/>
                  <a:pt x="2005" y="0"/>
                  <a:pt x="1620" y="0"/>
                </a:cubicBezTo>
                <a:cubicBezTo>
                  <a:pt x="1080" y="0"/>
                  <a:pt x="540" y="0"/>
                  <a:pt x="0" y="0"/>
                </a:cubicBezTo>
                <a:cubicBezTo>
                  <a:pt x="0" y="540"/>
                  <a:pt x="0" y="1080"/>
                  <a:pt x="0" y="1620"/>
                </a:cubicBezTo>
                <a:cubicBezTo>
                  <a:pt x="0" y="2005"/>
                  <a:pt x="315" y="2320"/>
                  <a:pt x="700" y="2320"/>
                </a:cubicBezTo>
                <a:cubicBezTo>
                  <a:pt x="1240" y="2320"/>
                  <a:pt x="1780" y="2320"/>
                  <a:pt x="2320" y="2320"/>
                </a:cubicBezTo>
                <a:lnTo>
                  <a:pt x="2320" y="700"/>
                </a:ln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7" name="Freeform 16"/>
          <p:cNvSpPr>
            <a:spLocks/>
          </p:cNvSpPr>
          <p:nvPr/>
        </p:nvSpPr>
        <p:spPr bwMode="auto">
          <a:xfrm>
            <a:off x="5582738" y="3166182"/>
            <a:ext cx="453868" cy="457996"/>
          </a:xfrm>
          <a:custGeom>
            <a:avLst/>
            <a:gdLst>
              <a:gd name="T0" fmla="*/ 560 w 560"/>
              <a:gd name="T1" fmla="*/ 559 h 559"/>
              <a:gd name="T2" fmla="*/ 0 w 560"/>
              <a:gd name="T3" fmla="*/ 559 h 559"/>
              <a:gd name="T4" fmla="*/ 560 w 560"/>
              <a:gd name="T5" fmla="*/ 0 h 559"/>
              <a:gd name="T6" fmla="*/ 560 w 560"/>
              <a:gd name="T7" fmla="*/ 559 h 559"/>
            </a:gdLst>
            <a:ahLst/>
            <a:cxnLst>
              <a:cxn ang="0">
                <a:pos x="T0" y="T1"/>
              </a:cxn>
              <a:cxn ang="0">
                <a:pos x="T2" y="T3"/>
              </a:cxn>
              <a:cxn ang="0">
                <a:pos x="T4" y="T5"/>
              </a:cxn>
              <a:cxn ang="0">
                <a:pos x="T6" y="T7"/>
              </a:cxn>
            </a:cxnLst>
            <a:rect l="0" t="0" r="r" b="b"/>
            <a:pathLst>
              <a:path w="560" h="559">
                <a:moveTo>
                  <a:pt x="560" y="559"/>
                </a:moveTo>
                <a:lnTo>
                  <a:pt x="0" y="559"/>
                </a:lnTo>
                <a:cubicBezTo>
                  <a:pt x="0" y="250"/>
                  <a:pt x="251" y="0"/>
                  <a:pt x="560" y="0"/>
                </a:cubicBezTo>
                <a:lnTo>
                  <a:pt x="560" y="559"/>
                </a:lnTo>
                <a:close/>
              </a:path>
            </a:pathLst>
          </a:custGeom>
          <a:solidFill>
            <a:schemeClr val="accent1">
              <a:lumMod val="75000"/>
            </a:schemeClr>
          </a:solidFill>
          <a:ln>
            <a:noFill/>
          </a:ln>
        </p:spPr>
        <p:txBody>
          <a:bodyPr vert="horz" wrap="square" lIns="121920" tIns="60960" rIns="121920" bIns="60960" numCol="1" anchor="t" anchorCtr="0" compatLnSpc="1">
            <a:prstTxWarp prst="textNoShape">
              <a:avLst/>
            </a:prstTxWarp>
          </a:bodyPr>
          <a:lstStyle/>
          <a:p>
            <a:pPr algn="r"/>
            <a:endParaRPr lang="zh-CN" altLang="en-US" sz="2400" dirty="0">
              <a:latin typeface="微软雅黑" pitchFamily="34" charset="-122"/>
              <a:ea typeface="微软雅黑" pitchFamily="34" charset="-122"/>
            </a:endParaRPr>
          </a:p>
        </p:txBody>
      </p:sp>
      <p:sp>
        <p:nvSpPr>
          <p:cNvPr id="8" name="Freeform 17"/>
          <p:cNvSpPr>
            <a:spLocks/>
          </p:cNvSpPr>
          <p:nvPr/>
        </p:nvSpPr>
        <p:spPr bwMode="auto">
          <a:xfrm>
            <a:off x="6155394" y="3166182"/>
            <a:ext cx="453868" cy="457996"/>
          </a:xfrm>
          <a:custGeom>
            <a:avLst/>
            <a:gdLst>
              <a:gd name="T0" fmla="*/ 0 w 559"/>
              <a:gd name="T1" fmla="*/ 559 h 559"/>
              <a:gd name="T2" fmla="*/ 559 w 559"/>
              <a:gd name="T3" fmla="*/ 559 h 559"/>
              <a:gd name="T4" fmla="*/ 0 w 559"/>
              <a:gd name="T5" fmla="*/ 0 h 559"/>
              <a:gd name="T6" fmla="*/ 0 w 559"/>
              <a:gd name="T7" fmla="*/ 559 h 559"/>
            </a:gdLst>
            <a:ahLst/>
            <a:cxnLst>
              <a:cxn ang="0">
                <a:pos x="T0" y="T1"/>
              </a:cxn>
              <a:cxn ang="0">
                <a:pos x="T2" y="T3"/>
              </a:cxn>
              <a:cxn ang="0">
                <a:pos x="T4" y="T5"/>
              </a:cxn>
              <a:cxn ang="0">
                <a:pos x="T6" y="T7"/>
              </a:cxn>
            </a:cxnLst>
            <a:rect l="0" t="0" r="r" b="b"/>
            <a:pathLst>
              <a:path w="559" h="559">
                <a:moveTo>
                  <a:pt x="0" y="559"/>
                </a:moveTo>
                <a:lnTo>
                  <a:pt x="559" y="559"/>
                </a:lnTo>
                <a:cubicBezTo>
                  <a:pt x="559" y="250"/>
                  <a:pt x="309" y="0"/>
                  <a:pt x="0" y="0"/>
                </a:cubicBezTo>
                <a:lnTo>
                  <a:pt x="0" y="559"/>
                </a:lnTo>
                <a:close/>
              </a:path>
            </a:pathLst>
          </a:custGeom>
          <a:solidFill>
            <a:schemeClr val="accent2">
              <a:lumMod val="75000"/>
            </a:schemeClr>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9" name="Freeform 18"/>
          <p:cNvSpPr>
            <a:spLocks/>
          </p:cNvSpPr>
          <p:nvPr/>
        </p:nvSpPr>
        <p:spPr bwMode="auto">
          <a:xfrm>
            <a:off x="5582738" y="3739254"/>
            <a:ext cx="453868" cy="457996"/>
          </a:xfrm>
          <a:custGeom>
            <a:avLst/>
            <a:gdLst>
              <a:gd name="T0" fmla="*/ 560 w 560"/>
              <a:gd name="T1" fmla="*/ 0 h 560"/>
              <a:gd name="T2" fmla="*/ 0 w 560"/>
              <a:gd name="T3" fmla="*/ 0 h 560"/>
              <a:gd name="T4" fmla="*/ 560 w 560"/>
              <a:gd name="T5" fmla="*/ 560 h 560"/>
              <a:gd name="T6" fmla="*/ 560 w 560"/>
              <a:gd name="T7" fmla="*/ 0 h 560"/>
            </a:gdLst>
            <a:ahLst/>
            <a:cxnLst>
              <a:cxn ang="0">
                <a:pos x="T0" y="T1"/>
              </a:cxn>
              <a:cxn ang="0">
                <a:pos x="T2" y="T3"/>
              </a:cxn>
              <a:cxn ang="0">
                <a:pos x="T4" y="T5"/>
              </a:cxn>
              <a:cxn ang="0">
                <a:pos x="T6" y="T7"/>
              </a:cxn>
            </a:cxnLst>
            <a:rect l="0" t="0" r="r" b="b"/>
            <a:pathLst>
              <a:path w="560" h="560">
                <a:moveTo>
                  <a:pt x="560" y="0"/>
                </a:moveTo>
                <a:lnTo>
                  <a:pt x="0" y="0"/>
                </a:lnTo>
                <a:cubicBezTo>
                  <a:pt x="0" y="309"/>
                  <a:pt x="251" y="560"/>
                  <a:pt x="560" y="560"/>
                </a:cubicBezTo>
                <a:lnTo>
                  <a:pt x="560" y="0"/>
                </a:lnTo>
                <a:close/>
              </a:path>
            </a:pathLst>
          </a:custGeom>
          <a:solidFill>
            <a:schemeClr val="accent3">
              <a:lumMod val="75000"/>
            </a:schemeClr>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10" name="Freeform 19"/>
          <p:cNvSpPr>
            <a:spLocks/>
          </p:cNvSpPr>
          <p:nvPr/>
        </p:nvSpPr>
        <p:spPr bwMode="auto">
          <a:xfrm>
            <a:off x="6155394" y="3739254"/>
            <a:ext cx="453868" cy="457996"/>
          </a:xfrm>
          <a:custGeom>
            <a:avLst/>
            <a:gdLst>
              <a:gd name="T0" fmla="*/ 0 w 559"/>
              <a:gd name="T1" fmla="*/ 0 h 560"/>
              <a:gd name="T2" fmla="*/ 559 w 559"/>
              <a:gd name="T3" fmla="*/ 0 h 560"/>
              <a:gd name="T4" fmla="*/ 0 w 559"/>
              <a:gd name="T5" fmla="*/ 560 h 560"/>
              <a:gd name="T6" fmla="*/ 0 w 559"/>
              <a:gd name="T7" fmla="*/ 0 h 560"/>
            </a:gdLst>
            <a:ahLst/>
            <a:cxnLst>
              <a:cxn ang="0">
                <a:pos x="T0" y="T1"/>
              </a:cxn>
              <a:cxn ang="0">
                <a:pos x="T2" y="T3"/>
              </a:cxn>
              <a:cxn ang="0">
                <a:pos x="T4" y="T5"/>
              </a:cxn>
              <a:cxn ang="0">
                <a:pos x="T6" y="T7"/>
              </a:cxn>
            </a:cxnLst>
            <a:rect l="0" t="0" r="r" b="b"/>
            <a:pathLst>
              <a:path w="559" h="560">
                <a:moveTo>
                  <a:pt x="0" y="0"/>
                </a:moveTo>
                <a:lnTo>
                  <a:pt x="559" y="0"/>
                </a:lnTo>
                <a:cubicBezTo>
                  <a:pt x="559" y="309"/>
                  <a:pt x="309" y="560"/>
                  <a:pt x="0" y="560"/>
                </a:cubicBezTo>
                <a:lnTo>
                  <a:pt x="0" y="0"/>
                </a:lnTo>
                <a:close/>
              </a:path>
            </a:pathLst>
          </a:custGeom>
          <a:solidFill>
            <a:schemeClr val="accent6">
              <a:lumMod val="75000"/>
            </a:schemeClr>
          </a:solidFill>
          <a:ln>
            <a:noFill/>
          </a:ln>
        </p:spPr>
        <p:txBody>
          <a:bodyPr vert="horz" wrap="square" lIns="121920" tIns="60960" rIns="121920" bIns="60960" numCol="1" anchor="t" anchorCtr="0" compatLnSpc="1">
            <a:prstTxWarp prst="textNoShape">
              <a:avLst/>
            </a:prstTxWarp>
          </a:bodyPr>
          <a:lstStyle/>
          <a:p>
            <a:endParaRPr lang="zh-CN" altLang="en-US" sz="2400"/>
          </a:p>
        </p:txBody>
      </p:sp>
      <p:sp>
        <p:nvSpPr>
          <p:cNvPr id="11" name="矩形 10"/>
          <p:cNvSpPr/>
          <p:nvPr/>
        </p:nvSpPr>
        <p:spPr>
          <a:xfrm>
            <a:off x="5797661" y="3289846"/>
            <a:ext cx="156791" cy="287323"/>
          </a:xfrm>
          <a:prstGeom prst="rect">
            <a:avLst/>
          </a:prstGeom>
        </p:spPr>
        <p:txBody>
          <a:bodyPr wrap="square" lIns="0" tIns="0" rIns="0" bIns="0">
            <a:spAutoFit/>
          </a:bodyPr>
          <a:lstStyle/>
          <a:p>
            <a:pPr algn="r"/>
            <a:r>
              <a:rPr lang="en-US" altLang="zh-CN" sz="1867" dirty="0">
                <a:solidFill>
                  <a:schemeClr val="bg1"/>
                </a:solidFill>
                <a:latin typeface="微软雅黑" pitchFamily="34" charset="-122"/>
                <a:ea typeface="微软雅黑" pitchFamily="34" charset="-122"/>
              </a:rPr>
              <a:t>1</a:t>
            </a:r>
            <a:endParaRPr lang="zh-CN" altLang="en-US" sz="1867" dirty="0">
              <a:solidFill>
                <a:schemeClr val="bg1"/>
              </a:solidFill>
              <a:latin typeface="微软雅黑" pitchFamily="34" charset="-122"/>
              <a:ea typeface="微软雅黑" pitchFamily="34" charset="-122"/>
            </a:endParaRPr>
          </a:p>
        </p:txBody>
      </p:sp>
      <p:sp>
        <p:nvSpPr>
          <p:cNvPr id="12" name="矩形 11"/>
          <p:cNvSpPr/>
          <p:nvPr/>
        </p:nvSpPr>
        <p:spPr>
          <a:xfrm>
            <a:off x="6226177" y="3289846"/>
            <a:ext cx="156791" cy="287323"/>
          </a:xfrm>
          <a:prstGeom prst="rect">
            <a:avLst/>
          </a:prstGeom>
        </p:spPr>
        <p:txBody>
          <a:bodyPr wrap="square" lIns="0" tIns="0" rIns="0" bIns="0">
            <a:spAutoFit/>
          </a:bodyPr>
          <a:lstStyle/>
          <a:p>
            <a:pPr algn="r"/>
            <a:r>
              <a:rPr lang="en-US" altLang="zh-CN" sz="1867" dirty="0">
                <a:solidFill>
                  <a:schemeClr val="bg1"/>
                </a:solidFill>
                <a:latin typeface="微软雅黑" pitchFamily="34" charset="-122"/>
                <a:ea typeface="微软雅黑" pitchFamily="34" charset="-122"/>
              </a:rPr>
              <a:t>2</a:t>
            </a:r>
            <a:endParaRPr lang="zh-CN" altLang="en-US" sz="1867" dirty="0">
              <a:solidFill>
                <a:schemeClr val="bg1"/>
              </a:solidFill>
              <a:latin typeface="微软雅黑" pitchFamily="34" charset="-122"/>
              <a:ea typeface="微软雅黑" pitchFamily="34" charset="-122"/>
            </a:endParaRPr>
          </a:p>
        </p:txBody>
      </p:sp>
      <p:sp>
        <p:nvSpPr>
          <p:cNvPr id="13" name="矩形 12"/>
          <p:cNvSpPr/>
          <p:nvPr/>
        </p:nvSpPr>
        <p:spPr>
          <a:xfrm>
            <a:off x="5797659" y="3762236"/>
            <a:ext cx="156792" cy="287323"/>
          </a:xfrm>
          <a:prstGeom prst="rect">
            <a:avLst/>
          </a:prstGeom>
        </p:spPr>
        <p:txBody>
          <a:bodyPr wrap="square" lIns="0" tIns="0" rIns="0" bIns="0">
            <a:spAutoFit/>
          </a:bodyPr>
          <a:lstStyle/>
          <a:p>
            <a:pPr algn="r"/>
            <a:r>
              <a:rPr lang="en-US" altLang="zh-CN" sz="1867" dirty="0">
                <a:solidFill>
                  <a:schemeClr val="bg1"/>
                </a:solidFill>
                <a:latin typeface="微软雅黑" pitchFamily="34" charset="-122"/>
                <a:ea typeface="微软雅黑" pitchFamily="34" charset="-122"/>
              </a:rPr>
              <a:t>3</a:t>
            </a:r>
            <a:endParaRPr lang="zh-CN" altLang="en-US" sz="1867" dirty="0">
              <a:solidFill>
                <a:schemeClr val="bg1"/>
              </a:solidFill>
              <a:latin typeface="微软雅黑" pitchFamily="34" charset="-122"/>
              <a:ea typeface="微软雅黑" pitchFamily="34" charset="-122"/>
            </a:endParaRPr>
          </a:p>
        </p:txBody>
      </p:sp>
      <p:sp>
        <p:nvSpPr>
          <p:cNvPr id="14" name="矩形 13"/>
          <p:cNvSpPr/>
          <p:nvPr/>
        </p:nvSpPr>
        <p:spPr>
          <a:xfrm>
            <a:off x="6226177" y="3762237"/>
            <a:ext cx="156791" cy="287323"/>
          </a:xfrm>
          <a:prstGeom prst="rect">
            <a:avLst/>
          </a:prstGeom>
        </p:spPr>
        <p:txBody>
          <a:bodyPr wrap="square" lIns="0" tIns="0" rIns="0" bIns="0">
            <a:spAutoFit/>
          </a:bodyPr>
          <a:lstStyle/>
          <a:p>
            <a:pPr algn="r"/>
            <a:r>
              <a:rPr lang="en-US" altLang="zh-CN" sz="1867" dirty="0">
                <a:solidFill>
                  <a:schemeClr val="bg1"/>
                </a:solidFill>
                <a:latin typeface="微软雅黑" pitchFamily="34" charset="-122"/>
                <a:ea typeface="微软雅黑" pitchFamily="34" charset="-122"/>
              </a:rPr>
              <a:t>4</a:t>
            </a:r>
            <a:endParaRPr lang="zh-CN" altLang="en-US" sz="1867" dirty="0">
              <a:solidFill>
                <a:schemeClr val="bg1"/>
              </a:solidFill>
              <a:latin typeface="微软雅黑" pitchFamily="34" charset="-122"/>
              <a:ea typeface="微软雅黑" pitchFamily="34" charset="-122"/>
            </a:endParaRPr>
          </a:p>
        </p:txBody>
      </p:sp>
      <p:sp>
        <p:nvSpPr>
          <p:cNvPr id="15" name="TextBox 14"/>
          <p:cNvSpPr txBox="1"/>
          <p:nvPr/>
        </p:nvSpPr>
        <p:spPr>
          <a:xfrm>
            <a:off x="1007533" y="2154023"/>
            <a:ext cx="2839675" cy="886974"/>
          </a:xfrm>
          <a:prstGeom prst="rect">
            <a:avLst/>
          </a:prstGeom>
          <a:noFill/>
        </p:spPr>
        <p:txBody>
          <a:bodyPr wrap="square" lIns="0" tIns="0" rIns="0" bIns="0" rtlCol="0">
            <a:spAutoFit/>
          </a:bodyPr>
          <a:lstStyle>
            <a:defPPr>
              <a:defRPr lang="zh-CN"/>
            </a:defPPr>
            <a:lvl1pPr algn="just">
              <a:lnSpc>
                <a:spcPct val="150000"/>
              </a:lnSpc>
              <a:defRPr sz="1000">
                <a:solidFill>
                  <a:schemeClr val="tx1">
                    <a:lumMod val="65000"/>
                    <a:lumOff val="35000"/>
                  </a:schemeClr>
                </a:solidFill>
                <a:latin typeface="微软雅黑" pitchFamily="34" charset="-122"/>
                <a:ea typeface="微软雅黑" pitchFamily="34" charset="-122"/>
              </a:defRPr>
            </a:lvl1pPr>
          </a:lstStyle>
          <a:p>
            <a:r>
              <a:rPr lang="zh-CN" altLang="en-US" sz="1333" dirty="0">
                <a:solidFill>
                  <a:schemeClr val="tx1">
                    <a:lumMod val="75000"/>
                    <a:lumOff val="25000"/>
                  </a:schemeClr>
                </a:solidFill>
              </a:rPr>
              <a:t>点击输入简要文字内容，文字内容需概括精炼，不用多余的文字修饰，言简意赅的说明分项内容</a:t>
            </a:r>
            <a:r>
              <a:rPr lang="en-US" altLang="zh-CN" sz="1333" dirty="0">
                <a:solidFill>
                  <a:schemeClr val="tx1">
                    <a:lumMod val="75000"/>
                    <a:lumOff val="25000"/>
                  </a:schemeClr>
                </a:solidFill>
              </a:rPr>
              <a:t>……</a:t>
            </a:r>
          </a:p>
        </p:txBody>
      </p:sp>
      <p:sp>
        <p:nvSpPr>
          <p:cNvPr id="16" name="TextBox 15"/>
          <p:cNvSpPr txBox="1"/>
          <p:nvPr/>
        </p:nvSpPr>
        <p:spPr>
          <a:xfrm>
            <a:off x="4492964" y="2154023"/>
            <a:ext cx="1197541" cy="1031051"/>
          </a:xfrm>
          <a:prstGeom prst="rect">
            <a:avLst/>
          </a:prstGeom>
          <a:noFill/>
        </p:spPr>
        <p:txBody>
          <a:bodyPr wrap="square" lIns="0" rIns="0" bIns="0" rtlCol="0">
            <a:spAutoFit/>
          </a:bodyPr>
          <a:lstStyle/>
          <a:p>
            <a:pPr algn="ctr"/>
            <a:r>
              <a:rPr lang="zh-CN" altLang="en-US" sz="3200" b="1" dirty="0">
                <a:solidFill>
                  <a:schemeClr val="bg1"/>
                </a:solidFill>
                <a:latin typeface="微软雅黑" pitchFamily="34" charset="-122"/>
                <a:ea typeface="微软雅黑" pitchFamily="34" charset="-122"/>
              </a:rPr>
              <a:t>日程安排</a:t>
            </a:r>
          </a:p>
        </p:txBody>
      </p:sp>
      <p:sp>
        <p:nvSpPr>
          <p:cNvPr id="17" name="TextBox 16"/>
          <p:cNvSpPr txBox="1"/>
          <p:nvPr/>
        </p:nvSpPr>
        <p:spPr>
          <a:xfrm>
            <a:off x="6522386" y="2154023"/>
            <a:ext cx="1155757" cy="1031051"/>
          </a:xfrm>
          <a:prstGeom prst="rect">
            <a:avLst/>
          </a:prstGeom>
          <a:noFill/>
        </p:spPr>
        <p:txBody>
          <a:bodyPr wrap="square" lIns="0" rIns="0" bIns="0" rtlCol="0">
            <a:spAutoFit/>
          </a:bodyPr>
          <a:lstStyle/>
          <a:p>
            <a:pPr algn="ctr"/>
            <a:r>
              <a:rPr lang="zh-CN" altLang="en-US" sz="3200" b="1" dirty="0">
                <a:solidFill>
                  <a:schemeClr val="bg1"/>
                </a:solidFill>
                <a:latin typeface="微软雅黑" pitchFamily="34" charset="-122"/>
                <a:ea typeface="微软雅黑" pitchFamily="34" charset="-122"/>
              </a:rPr>
              <a:t>行动策略</a:t>
            </a:r>
          </a:p>
        </p:txBody>
      </p:sp>
      <p:sp>
        <p:nvSpPr>
          <p:cNvPr id="18" name="TextBox 17"/>
          <p:cNvSpPr txBox="1"/>
          <p:nvPr/>
        </p:nvSpPr>
        <p:spPr>
          <a:xfrm>
            <a:off x="4507784" y="4165030"/>
            <a:ext cx="1167901" cy="1031051"/>
          </a:xfrm>
          <a:prstGeom prst="rect">
            <a:avLst/>
          </a:prstGeom>
          <a:noFill/>
        </p:spPr>
        <p:txBody>
          <a:bodyPr wrap="square" lIns="0" rIns="0" bIns="0" rtlCol="0">
            <a:spAutoFit/>
          </a:bodyPr>
          <a:lstStyle/>
          <a:p>
            <a:pPr algn="ctr"/>
            <a:r>
              <a:rPr lang="zh-CN" altLang="en-US" sz="3200" b="1" dirty="0">
                <a:solidFill>
                  <a:schemeClr val="bg1"/>
                </a:solidFill>
                <a:latin typeface="微软雅黑" pitchFamily="34" charset="-122"/>
                <a:ea typeface="微软雅黑" pitchFamily="34" charset="-122"/>
              </a:rPr>
              <a:t>后勤保障</a:t>
            </a:r>
          </a:p>
        </p:txBody>
      </p:sp>
      <p:sp>
        <p:nvSpPr>
          <p:cNvPr id="19" name="TextBox 18"/>
          <p:cNvSpPr txBox="1"/>
          <p:nvPr/>
        </p:nvSpPr>
        <p:spPr>
          <a:xfrm>
            <a:off x="6522386" y="4165030"/>
            <a:ext cx="1155757" cy="1031051"/>
          </a:xfrm>
          <a:prstGeom prst="rect">
            <a:avLst/>
          </a:prstGeom>
          <a:noFill/>
        </p:spPr>
        <p:txBody>
          <a:bodyPr wrap="square" lIns="0" rIns="0" bIns="0" rtlCol="0">
            <a:spAutoFit/>
          </a:bodyPr>
          <a:lstStyle/>
          <a:p>
            <a:pPr algn="ctr"/>
            <a:r>
              <a:rPr lang="zh-CN" altLang="en-US" sz="3200" b="1" dirty="0">
                <a:solidFill>
                  <a:schemeClr val="bg1"/>
                </a:solidFill>
                <a:latin typeface="微软雅黑" pitchFamily="34" charset="-122"/>
                <a:ea typeface="微软雅黑" pitchFamily="34" charset="-122"/>
              </a:rPr>
              <a:t>客户服务</a:t>
            </a:r>
          </a:p>
        </p:txBody>
      </p:sp>
      <p:sp>
        <p:nvSpPr>
          <p:cNvPr id="20" name="TextBox 19"/>
          <p:cNvSpPr txBox="1"/>
          <p:nvPr/>
        </p:nvSpPr>
        <p:spPr>
          <a:xfrm>
            <a:off x="8400256" y="2154023"/>
            <a:ext cx="2839675" cy="886974"/>
          </a:xfrm>
          <a:prstGeom prst="rect">
            <a:avLst/>
          </a:prstGeom>
          <a:noFill/>
        </p:spPr>
        <p:txBody>
          <a:bodyPr wrap="square" lIns="0" tIns="0" rIns="0" bIns="0" rtlCol="0">
            <a:spAutoFit/>
          </a:bodyPr>
          <a:lstStyle>
            <a:defPPr>
              <a:defRPr lang="zh-CN"/>
            </a:defPPr>
            <a:lvl1pPr algn="just">
              <a:lnSpc>
                <a:spcPct val="150000"/>
              </a:lnSpc>
              <a:defRPr sz="1000">
                <a:solidFill>
                  <a:schemeClr val="tx1">
                    <a:lumMod val="65000"/>
                    <a:lumOff val="35000"/>
                  </a:schemeClr>
                </a:solidFill>
                <a:latin typeface="微软雅黑" pitchFamily="34" charset="-122"/>
                <a:ea typeface="微软雅黑" pitchFamily="34" charset="-122"/>
              </a:defRPr>
            </a:lvl1pPr>
          </a:lstStyle>
          <a:p>
            <a:r>
              <a:rPr lang="zh-CN" altLang="en-US" sz="1333" dirty="0">
                <a:solidFill>
                  <a:schemeClr val="tx1">
                    <a:lumMod val="75000"/>
                    <a:lumOff val="25000"/>
                  </a:schemeClr>
                </a:solidFill>
              </a:rPr>
              <a:t>点击输入简要文字内容，文字内容需概括精炼，不用多余的文字修饰，言简意赅的说明分项内容</a:t>
            </a:r>
            <a:r>
              <a:rPr lang="en-US" altLang="zh-CN" sz="1333" dirty="0">
                <a:solidFill>
                  <a:schemeClr val="tx1">
                    <a:lumMod val="75000"/>
                    <a:lumOff val="25000"/>
                  </a:schemeClr>
                </a:solidFill>
              </a:rPr>
              <a:t>……</a:t>
            </a:r>
          </a:p>
        </p:txBody>
      </p:sp>
      <p:sp>
        <p:nvSpPr>
          <p:cNvPr id="21" name="TextBox 20"/>
          <p:cNvSpPr txBox="1"/>
          <p:nvPr/>
        </p:nvSpPr>
        <p:spPr>
          <a:xfrm>
            <a:off x="1095446" y="4288140"/>
            <a:ext cx="2759861" cy="886974"/>
          </a:xfrm>
          <a:prstGeom prst="rect">
            <a:avLst/>
          </a:prstGeom>
          <a:noFill/>
        </p:spPr>
        <p:txBody>
          <a:bodyPr wrap="square" lIns="0" tIns="0" rIns="0" bIns="0" rtlCol="0">
            <a:spAutoFit/>
          </a:bodyPr>
          <a:lstStyle>
            <a:defPPr>
              <a:defRPr lang="zh-CN"/>
            </a:defPPr>
            <a:lvl1pPr algn="just">
              <a:lnSpc>
                <a:spcPct val="150000"/>
              </a:lnSpc>
              <a:defRPr sz="1000">
                <a:solidFill>
                  <a:schemeClr val="tx1">
                    <a:lumMod val="65000"/>
                    <a:lumOff val="35000"/>
                  </a:schemeClr>
                </a:solidFill>
                <a:latin typeface="微软雅黑" pitchFamily="34" charset="-122"/>
                <a:ea typeface="微软雅黑" pitchFamily="34" charset="-122"/>
              </a:defRPr>
            </a:lvl1pPr>
          </a:lstStyle>
          <a:p>
            <a:r>
              <a:rPr lang="zh-CN" altLang="en-US" sz="1333" dirty="0">
                <a:solidFill>
                  <a:schemeClr val="tx1">
                    <a:lumMod val="75000"/>
                    <a:lumOff val="25000"/>
                  </a:schemeClr>
                </a:solidFill>
              </a:rPr>
              <a:t>点击输入简要文字内容，文字内容需概括精炼，不用多余的文字修饰，言简意赅的说明分项内容</a:t>
            </a:r>
            <a:r>
              <a:rPr lang="en-US" altLang="zh-CN" sz="1333" dirty="0">
                <a:solidFill>
                  <a:schemeClr val="tx1">
                    <a:lumMod val="75000"/>
                    <a:lumOff val="25000"/>
                  </a:schemeClr>
                </a:solidFill>
              </a:rPr>
              <a:t>……</a:t>
            </a:r>
          </a:p>
        </p:txBody>
      </p:sp>
      <p:sp>
        <p:nvSpPr>
          <p:cNvPr id="22" name="TextBox 21"/>
          <p:cNvSpPr txBox="1"/>
          <p:nvPr/>
        </p:nvSpPr>
        <p:spPr>
          <a:xfrm>
            <a:off x="8400256" y="4288140"/>
            <a:ext cx="2839675" cy="886974"/>
          </a:xfrm>
          <a:prstGeom prst="rect">
            <a:avLst/>
          </a:prstGeom>
          <a:noFill/>
        </p:spPr>
        <p:txBody>
          <a:bodyPr wrap="square" lIns="0" tIns="0" rIns="0" bIns="0" rtlCol="0">
            <a:spAutoFit/>
          </a:bodyPr>
          <a:lstStyle>
            <a:defPPr>
              <a:defRPr lang="zh-CN"/>
            </a:defPPr>
            <a:lvl1pPr algn="just">
              <a:lnSpc>
                <a:spcPct val="150000"/>
              </a:lnSpc>
              <a:defRPr sz="1000">
                <a:solidFill>
                  <a:schemeClr val="tx1">
                    <a:lumMod val="65000"/>
                    <a:lumOff val="35000"/>
                  </a:schemeClr>
                </a:solidFill>
                <a:latin typeface="微软雅黑" pitchFamily="34" charset="-122"/>
                <a:ea typeface="微软雅黑" pitchFamily="34" charset="-122"/>
              </a:defRPr>
            </a:lvl1pPr>
          </a:lstStyle>
          <a:p>
            <a:r>
              <a:rPr lang="zh-CN" altLang="en-US" sz="1333" dirty="0">
                <a:solidFill>
                  <a:schemeClr val="tx1">
                    <a:lumMod val="75000"/>
                    <a:lumOff val="25000"/>
                  </a:schemeClr>
                </a:solidFill>
              </a:rPr>
              <a:t>点击输入简要文字内容，文字内容需概括精炼，不用多余的文字修饰，言简意赅的说明分项内容</a:t>
            </a:r>
            <a:r>
              <a:rPr lang="en-US" altLang="zh-CN" sz="1333" dirty="0">
                <a:solidFill>
                  <a:schemeClr val="tx1">
                    <a:lumMod val="75000"/>
                    <a:lumOff val="25000"/>
                  </a:schemeClr>
                </a:solidFill>
              </a:rPr>
              <a:t>……</a:t>
            </a:r>
          </a:p>
        </p:txBody>
      </p:sp>
      <p:sp>
        <p:nvSpPr>
          <p:cNvPr id="23" name="KSO_Shape"/>
          <p:cNvSpPr>
            <a:spLocks/>
          </p:cNvSpPr>
          <p:nvPr/>
        </p:nvSpPr>
        <p:spPr bwMode="auto">
          <a:xfrm>
            <a:off x="341859" y="190500"/>
            <a:ext cx="391872" cy="387955"/>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1">
              <a:lumMod val="40000"/>
              <a:lumOff val="60000"/>
            </a:schemeClr>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400">
              <a:solidFill>
                <a:srgbClr val="FFFFFF"/>
              </a:solidFill>
              <a:ea typeface="宋体" panose="02010600030101010101" pitchFamily="2" charset="-122"/>
            </a:endParaRPr>
          </a:p>
        </p:txBody>
      </p:sp>
    </p:spTree>
    <p:extLst>
      <p:ext uri="{BB962C8B-B14F-4D97-AF65-F5344CB8AC3E}">
        <p14:creationId xmlns:p14="http://schemas.microsoft.com/office/powerpoint/2010/main" val="840557352"/>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2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400" fill="hold"/>
                                        <p:tgtEl>
                                          <p:spTgt spid="16"/>
                                        </p:tgtEl>
                                        <p:attrNameLst>
                                          <p:attrName>ppt_w</p:attrName>
                                        </p:attrNameLst>
                                      </p:cBhvr>
                                      <p:tavLst>
                                        <p:tav tm="0">
                                          <p:val>
                                            <p:fltVal val="0"/>
                                          </p:val>
                                        </p:tav>
                                        <p:tav tm="100000">
                                          <p:val>
                                            <p:strVal val="#ppt_w"/>
                                          </p:val>
                                        </p:tav>
                                      </p:tavLst>
                                    </p:anim>
                                    <p:anim calcmode="lin" valueType="num">
                                      <p:cBhvr>
                                        <p:cTn id="8" dur="400" fill="hold"/>
                                        <p:tgtEl>
                                          <p:spTgt spid="16"/>
                                        </p:tgtEl>
                                        <p:attrNameLst>
                                          <p:attrName>ppt_h</p:attrName>
                                        </p:attrNameLst>
                                      </p:cBhvr>
                                      <p:tavLst>
                                        <p:tav tm="0">
                                          <p:val>
                                            <p:fltVal val="0"/>
                                          </p:val>
                                        </p:tav>
                                        <p:tav tm="100000">
                                          <p:val>
                                            <p:strVal val="#ppt_h"/>
                                          </p:val>
                                        </p:tav>
                                      </p:tavLst>
                                    </p:anim>
                                    <p:animEffect transition="in" filter="fade">
                                      <p:cBhvr>
                                        <p:cTn id="9" dur="400"/>
                                        <p:tgtEl>
                                          <p:spTgt spid="16"/>
                                        </p:tgtEl>
                                      </p:cBhvr>
                                    </p:animEffect>
                                    <p:anim calcmode="lin" valueType="num">
                                      <p:cBhvr>
                                        <p:cTn id="10" dur="400" fill="hold"/>
                                        <p:tgtEl>
                                          <p:spTgt spid="16"/>
                                        </p:tgtEl>
                                        <p:attrNameLst>
                                          <p:attrName>ppt_x</p:attrName>
                                        </p:attrNameLst>
                                      </p:cBhvr>
                                      <p:tavLst>
                                        <p:tav tm="0">
                                          <p:val>
                                            <p:fltVal val="0.5"/>
                                          </p:val>
                                        </p:tav>
                                        <p:tav tm="100000">
                                          <p:val>
                                            <p:strVal val="#ppt_x"/>
                                          </p:val>
                                        </p:tav>
                                      </p:tavLst>
                                    </p:anim>
                                    <p:anim calcmode="lin" valueType="num">
                                      <p:cBhvr>
                                        <p:cTn id="11" dur="400" fill="hold"/>
                                        <p:tgtEl>
                                          <p:spTgt spid="16"/>
                                        </p:tgtEl>
                                        <p:attrNameLst>
                                          <p:attrName>ppt_y</p:attrName>
                                        </p:attrNameLst>
                                      </p:cBhvr>
                                      <p:tavLst>
                                        <p:tav tm="0">
                                          <p:val>
                                            <p:fltVal val="0.5"/>
                                          </p:val>
                                        </p:tav>
                                        <p:tav tm="100000">
                                          <p:val>
                                            <p:strVal val="#ppt_y"/>
                                          </p:val>
                                        </p:tav>
                                      </p:tavLst>
                                    </p:anim>
                                  </p:childTnLst>
                                </p:cTn>
                              </p:par>
                              <p:par>
                                <p:cTn id="12" presetID="53" presetClass="entr" presetSubtype="528" repeatCount="200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400" fill="hold"/>
                                        <p:tgtEl>
                                          <p:spTgt spid="6"/>
                                        </p:tgtEl>
                                        <p:attrNameLst>
                                          <p:attrName>ppt_w</p:attrName>
                                        </p:attrNameLst>
                                      </p:cBhvr>
                                      <p:tavLst>
                                        <p:tav tm="0">
                                          <p:val>
                                            <p:fltVal val="0"/>
                                          </p:val>
                                        </p:tav>
                                        <p:tav tm="100000">
                                          <p:val>
                                            <p:strVal val="#ppt_w"/>
                                          </p:val>
                                        </p:tav>
                                      </p:tavLst>
                                    </p:anim>
                                    <p:anim calcmode="lin" valueType="num">
                                      <p:cBhvr>
                                        <p:cTn id="15" dur="400" fill="hold"/>
                                        <p:tgtEl>
                                          <p:spTgt spid="6"/>
                                        </p:tgtEl>
                                        <p:attrNameLst>
                                          <p:attrName>ppt_h</p:attrName>
                                        </p:attrNameLst>
                                      </p:cBhvr>
                                      <p:tavLst>
                                        <p:tav tm="0">
                                          <p:val>
                                            <p:fltVal val="0"/>
                                          </p:val>
                                        </p:tav>
                                        <p:tav tm="100000">
                                          <p:val>
                                            <p:strVal val="#ppt_h"/>
                                          </p:val>
                                        </p:tav>
                                      </p:tavLst>
                                    </p:anim>
                                    <p:animEffect transition="in" filter="fade">
                                      <p:cBhvr>
                                        <p:cTn id="16" dur="400"/>
                                        <p:tgtEl>
                                          <p:spTgt spid="6"/>
                                        </p:tgtEl>
                                      </p:cBhvr>
                                    </p:animEffect>
                                    <p:anim calcmode="lin" valueType="num">
                                      <p:cBhvr>
                                        <p:cTn id="17" dur="400" fill="hold"/>
                                        <p:tgtEl>
                                          <p:spTgt spid="6"/>
                                        </p:tgtEl>
                                        <p:attrNameLst>
                                          <p:attrName>ppt_x</p:attrName>
                                        </p:attrNameLst>
                                      </p:cBhvr>
                                      <p:tavLst>
                                        <p:tav tm="0">
                                          <p:val>
                                            <p:fltVal val="0.5"/>
                                          </p:val>
                                        </p:tav>
                                        <p:tav tm="100000">
                                          <p:val>
                                            <p:strVal val="#ppt_x"/>
                                          </p:val>
                                        </p:tav>
                                      </p:tavLst>
                                    </p:anim>
                                    <p:anim calcmode="lin" valueType="num">
                                      <p:cBhvr>
                                        <p:cTn id="18" dur="400" fill="hold"/>
                                        <p:tgtEl>
                                          <p:spTgt spid="6"/>
                                        </p:tgtEl>
                                        <p:attrNameLst>
                                          <p:attrName>ppt_y</p:attrName>
                                        </p:attrNameLst>
                                      </p:cBhvr>
                                      <p:tavLst>
                                        <p:tav tm="0">
                                          <p:val>
                                            <p:fltVal val="0.5"/>
                                          </p:val>
                                        </p:tav>
                                        <p:tav tm="100000">
                                          <p:val>
                                            <p:strVal val="#ppt_y"/>
                                          </p:val>
                                        </p:tav>
                                      </p:tavLst>
                                    </p:anim>
                                  </p:childTnLst>
                                </p:cTn>
                              </p:par>
                              <p:par>
                                <p:cTn id="19" presetID="53" presetClass="entr" presetSubtype="528" repeatCount="200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400" fill="hold"/>
                                        <p:tgtEl>
                                          <p:spTgt spid="7"/>
                                        </p:tgtEl>
                                        <p:attrNameLst>
                                          <p:attrName>ppt_w</p:attrName>
                                        </p:attrNameLst>
                                      </p:cBhvr>
                                      <p:tavLst>
                                        <p:tav tm="0">
                                          <p:val>
                                            <p:fltVal val="0"/>
                                          </p:val>
                                        </p:tav>
                                        <p:tav tm="100000">
                                          <p:val>
                                            <p:strVal val="#ppt_w"/>
                                          </p:val>
                                        </p:tav>
                                      </p:tavLst>
                                    </p:anim>
                                    <p:anim calcmode="lin" valueType="num">
                                      <p:cBhvr>
                                        <p:cTn id="22" dur="400" fill="hold"/>
                                        <p:tgtEl>
                                          <p:spTgt spid="7"/>
                                        </p:tgtEl>
                                        <p:attrNameLst>
                                          <p:attrName>ppt_h</p:attrName>
                                        </p:attrNameLst>
                                      </p:cBhvr>
                                      <p:tavLst>
                                        <p:tav tm="0">
                                          <p:val>
                                            <p:fltVal val="0"/>
                                          </p:val>
                                        </p:tav>
                                        <p:tav tm="100000">
                                          <p:val>
                                            <p:strVal val="#ppt_h"/>
                                          </p:val>
                                        </p:tav>
                                      </p:tavLst>
                                    </p:anim>
                                    <p:animEffect transition="in" filter="fade">
                                      <p:cBhvr>
                                        <p:cTn id="23" dur="400"/>
                                        <p:tgtEl>
                                          <p:spTgt spid="7"/>
                                        </p:tgtEl>
                                      </p:cBhvr>
                                    </p:animEffect>
                                    <p:anim calcmode="lin" valueType="num">
                                      <p:cBhvr>
                                        <p:cTn id="24" dur="400" fill="hold"/>
                                        <p:tgtEl>
                                          <p:spTgt spid="7"/>
                                        </p:tgtEl>
                                        <p:attrNameLst>
                                          <p:attrName>ppt_x</p:attrName>
                                        </p:attrNameLst>
                                      </p:cBhvr>
                                      <p:tavLst>
                                        <p:tav tm="0">
                                          <p:val>
                                            <p:fltVal val="0.5"/>
                                          </p:val>
                                        </p:tav>
                                        <p:tav tm="100000">
                                          <p:val>
                                            <p:strVal val="#ppt_x"/>
                                          </p:val>
                                        </p:tav>
                                      </p:tavLst>
                                    </p:anim>
                                    <p:anim calcmode="lin" valueType="num">
                                      <p:cBhvr>
                                        <p:cTn id="25" dur="400" fill="hold"/>
                                        <p:tgtEl>
                                          <p:spTgt spid="7"/>
                                        </p:tgtEl>
                                        <p:attrNameLst>
                                          <p:attrName>ppt_y</p:attrName>
                                        </p:attrNameLst>
                                      </p:cBhvr>
                                      <p:tavLst>
                                        <p:tav tm="0">
                                          <p:val>
                                            <p:fltVal val="0.5"/>
                                          </p:val>
                                        </p:tav>
                                        <p:tav tm="100000">
                                          <p:val>
                                            <p:strVal val="#ppt_y"/>
                                          </p:val>
                                        </p:tav>
                                      </p:tavLst>
                                    </p:anim>
                                  </p:childTnLst>
                                </p:cTn>
                              </p:par>
                              <p:par>
                                <p:cTn id="26" presetID="53" presetClass="entr" presetSubtype="528" repeatCount="200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400" fill="hold"/>
                                        <p:tgtEl>
                                          <p:spTgt spid="11"/>
                                        </p:tgtEl>
                                        <p:attrNameLst>
                                          <p:attrName>ppt_w</p:attrName>
                                        </p:attrNameLst>
                                      </p:cBhvr>
                                      <p:tavLst>
                                        <p:tav tm="0">
                                          <p:val>
                                            <p:fltVal val="0"/>
                                          </p:val>
                                        </p:tav>
                                        <p:tav tm="100000">
                                          <p:val>
                                            <p:strVal val="#ppt_w"/>
                                          </p:val>
                                        </p:tav>
                                      </p:tavLst>
                                    </p:anim>
                                    <p:anim calcmode="lin" valueType="num">
                                      <p:cBhvr>
                                        <p:cTn id="29" dur="400" fill="hold"/>
                                        <p:tgtEl>
                                          <p:spTgt spid="11"/>
                                        </p:tgtEl>
                                        <p:attrNameLst>
                                          <p:attrName>ppt_h</p:attrName>
                                        </p:attrNameLst>
                                      </p:cBhvr>
                                      <p:tavLst>
                                        <p:tav tm="0">
                                          <p:val>
                                            <p:fltVal val="0"/>
                                          </p:val>
                                        </p:tav>
                                        <p:tav tm="100000">
                                          <p:val>
                                            <p:strVal val="#ppt_h"/>
                                          </p:val>
                                        </p:tav>
                                      </p:tavLst>
                                    </p:anim>
                                    <p:animEffect transition="in" filter="fade">
                                      <p:cBhvr>
                                        <p:cTn id="30" dur="400"/>
                                        <p:tgtEl>
                                          <p:spTgt spid="11"/>
                                        </p:tgtEl>
                                      </p:cBhvr>
                                    </p:animEffect>
                                    <p:anim calcmode="lin" valueType="num">
                                      <p:cBhvr>
                                        <p:cTn id="31" dur="400" fill="hold"/>
                                        <p:tgtEl>
                                          <p:spTgt spid="11"/>
                                        </p:tgtEl>
                                        <p:attrNameLst>
                                          <p:attrName>ppt_x</p:attrName>
                                        </p:attrNameLst>
                                      </p:cBhvr>
                                      <p:tavLst>
                                        <p:tav tm="0">
                                          <p:val>
                                            <p:fltVal val="0.5"/>
                                          </p:val>
                                        </p:tav>
                                        <p:tav tm="100000">
                                          <p:val>
                                            <p:strVal val="#ppt_x"/>
                                          </p:val>
                                        </p:tav>
                                      </p:tavLst>
                                    </p:anim>
                                    <p:anim calcmode="lin" valueType="num">
                                      <p:cBhvr>
                                        <p:cTn id="32" dur="400" fill="hold"/>
                                        <p:tgtEl>
                                          <p:spTgt spid="11"/>
                                        </p:tgtEl>
                                        <p:attrNameLst>
                                          <p:attrName>ppt_y</p:attrName>
                                        </p:attrNameLst>
                                      </p:cBhvr>
                                      <p:tavLst>
                                        <p:tav tm="0">
                                          <p:val>
                                            <p:fltVal val="0.5"/>
                                          </p:val>
                                        </p:tav>
                                        <p:tav tm="100000">
                                          <p:val>
                                            <p:strVal val="#ppt_y"/>
                                          </p:val>
                                        </p:tav>
                                      </p:tavLst>
                                    </p:anim>
                                  </p:childTnLst>
                                </p:cTn>
                              </p:par>
                            </p:childTnLst>
                          </p:cTn>
                        </p:par>
                        <p:par>
                          <p:cTn id="33" fill="hold">
                            <p:stCondLst>
                              <p:cond delay="800"/>
                            </p:stCondLst>
                            <p:childTnLst>
                              <p:par>
                                <p:cTn id="34" presetID="53" presetClass="entr" presetSubtype="528" repeatCount="200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400" fill="hold"/>
                                        <p:tgtEl>
                                          <p:spTgt spid="17"/>
                                        </p:tgtEl>
                                        <p:attrNameLst>
                                          <p:attrName>ppt_w</p:attrName>
                                        </p:attrNameLst>
                                      </p:cBhvr>
                                      <p:tavLst>
                                        <p:tav tm="0">
                                          <p:val>
                                            <p:fltVal val="0"/>
                                          </p:val>
                                        </p:tav>
                                        <p:tav tm="100000">
                                          <p:val>
                                            <p:strVal val="#ppt_w"/>
                                          </p:val>
                                        </p:tav>
                                      </p:tavLst>
                                    </p:anim>
                                    <p:anim calcmode="lin" valueType="num">
                                      <p:cBhvr>
                                        <p:cTn id="37" dur="400" fill="hold"/>
                                        <p:tgtEl>
                                          <p:spTgt spid="17"/>
                                        </p:tgtEl>
                                        <p:attrNameLst>
                                          <p:attrName>ppt_h</p:attrName>
                                        </p:attrNameLst>
                                      </p:cBhvr>
                                      <p:tavLst>
                                        <p:tav tm="0">
                                          <p:val>
                                            <p:fltVal val="0"/>
                                          </p:val>
                                        </p:tav>
                                        <p:tav tm="100000">
                                          <p:val>
                                            <p:strVal val="#ppt_h"/>
                                          </p:val>
                                        </p:tav>
                                      </p:tavLst>
                                    </p:anim>
                                    <p:animEffect transition="in" filter="fade">
                                      <p:cBhvr>
                                        <p:cTn id="38" dur="400"/>
                                        <p:tgtEl>
                                          <p:spTgt spid="17"/>
                                        </p:tgtEl>
                                      </p:cBhvr>
                                    </p:animEffect>
                                    <p:anim calcmode="lin" valueType="num">
                                      <p:cBhvr>
                                        <p:cTn id="39" dur="400" fill="hold"/>
                                        <p:tgtEl>
                                          <p:spTgt spid="17"/>
                                        </p:tgtEl>
                                        <p:attrNameLst>
                                          <p:attrName>ppt_x</p:attrName>
                                        </p:attrNameLst>
                                      </p:cBhvr>
                                      <p:tavLst>
                                        <p:tav tm="0">
                                          <p:val>
                                            <p:fltVal val="0.5"/>
                                          </p:val>
                                        </p:tav>
                                        <p:tav tm="100000">
                                          <p:val>
                                            <p:strVal val="#ppt_x"/>
                                          </p:val>
                                        </p:tav>
                                      </p:tavLst>
                                    </p:anim>
                                    <p:anim calcmode="lin" valueType="num">
                                      <p:cBhvr>
                                        <p:cTn id="40" dur="400" fill="hold"/>
                                        <p:tgtEl>
                                          <p:spTgt spid="17"/>
                                        </p:tgtEl>
                                        <p:attrNameLst>
                                          <p:attrName>ppt_y</p:attrName>
                                        </p:attrNameLst>
                                      </p:cBhvr>
                                      <p:tavLst>
                                        <p:tav tm="0">
                                          <p:val>
                                            <p:fltVal val="0.5"/>
                                          </p:val>
                                        </p:tav>
                                        <p:tav tm="100000">
                                          <p:val>
                                            <p:strVal val="#ppt_y"/>
                                          </p:val>
                                        </p:tav>
                                      </p:tavLst>
                                    </p:anim>
                                  </p:childTnLst>
                                </p:cTn>
                              </p:par>
                              <p:par>
                                <p:cTn id="41" presetID="53" presetClass="entr" presetSubtype="528" repeatCount="200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400" fill="hold"/>
                                        <p:tgtEl>
                                          <p:spTgt spid="5"/>
                                        </p:tgtEl>
                                        <p:attrNameLst>
                                          <p:attrName>ppt_w</p:attrName>
                                        </p:attrNameLst>
                                      </p:cBhvr>
                                      <p:tavLst>
                                        <p:tav tm="0">
                                          <p:val>
                                            <p:fltVal val="0"/>
                                          </p:val>
                                        </p:tav>
                                        <p:tav tm="100000">
                                          <p:val>
                                            <p:strVal val="#ppt_w"/>
                                          </p:val>
                                        </p:tav>
                                      </p:tavLst>
                                    </p:anim>
                                    <p:anim calcmode="lin" valueType="num">
                                      <p:cBhvr>
                                        <p:cTn id="44" dur="400" fill="hold"/>
                                        <p:tgtEl>
                                          <p:spTgt spid="5"/>
                                        </p:tgtEl>
                                        <p:attrNameLst>
                                          <p:attrName>ppt_h</p:attrName>
                                        </p:attrNameLst>
                                      </p:cBhvr>
                                      <p:tavLst>
                                        <p:tav tm="0">
                                          <p:val>
                                            <p:fltVal val="0"/>
                                          </p:val>
                                        </p:tav>
                                        <p:tav tm="100000">
                                          <p:val>
                                            <p:strVal val="#ppt_h"/>
                                          </p:val>
                                        </p:tav>
                                      </p:tavLst>
                                    </p:anim>
                                    <p:animEffect transition="in" filter="fade">
                                      <p:cBhvr>
                                        <p:cTn id="45" dur="400"/>
                                        <p:tgtEl>
                                          <p:spTgt spid="5"/>
                                        </p:tgtEl>
                                      </p:cBhvr>
                                    </p:animEffect>
                                    <p:anim calcmode="lin" valueType="num">
                                      <p:cBhvr>
                                        <p:cTn id="46" dur="400" fill="hold"/>
                                        <p:tgtEl>
                                          <p:spTgt spid="5"/>
                                        </p:tgtEl>
                                        <p:attrNameLst>
                                          <p:attrName>ppt_x</p:attrName>
                                        </p:attrNameLst>
                                      </p:cBhvr>
                                      <p:tavLst>
                                        <p:tav tm="0">
                                          <p:val>
                                            <p:fltVal val="0.5"/>
                                          </p:val>
                                        </p:tav>
                                        <p:tav tm="100000">
                                          <p:val>
                                            <p:strVal val="#ppt_x"/>
                                          </p:val>
                                        </p:tav>
                                      </p:tavLst>
                                    </p:anim>
                                    <p:anim calcmode="lin" valueType="num">
                                      <p:cBhvr>
                                        <p:cTn id="47" dur="400" fill="hold"/>
                                        <p:tgtEl>
                                          <p:spTgt spid="5"/>
                                        </p:tgtEl>
                                        <p:attrNameLst>
                                          <p:attrName>ppt_y</p:attrName>
                                        </p:attrNameLst>
                                      </p:cBhvr>
                                      <p:tavLst>
                                        <p:tav tm="0">
                                          <p:val>
                                            <p:fltVal val="0.5"/>
                                          </p:val>
                                        </p:tav>
                                        <p:tav tm="100000">
                                          <p:val>
                                            <p:strVal val="#ppt_y"/>
                                          </p:val>
                                        </p:tav>
                                      </p:tavLst>
                                    </p:anim>
                                  </p:childTnLst>
                                </p:cTn>
                              </p:par>
                              <p:par>
                                <p:cTn id="48" presetID="53" presetClass="entr" presetSubtype="528" repeatCount="200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p:cTn id="50" dur="400" fill="hold"/>
                                        <p:tgtEl>
                                          <p:spTgt spid="8"/>
                                        </p:tgtEl>
                                        <p:attrNameLst>
                                          <p:attrName>ppt_w</p:attrName>
                                        </p:attrNameLst>
                                      </p:cBhvr>
                                      <p:tavLst>
                                        <p:tav tm="0">
                                          <p:val>
                                            <p:fltVal val="0"/>
                                          </p:val>
                                        </p:tav>
                                        <p:tav tm="100000">
                                          <p:val>
                                            <p:strVal val="#ppt_w"/>
                                          </p:val>
                                        </p:tav>
                                      </p:tavLst>
                                    </p:anim>
                                    <p:anim calcmode="lin" valueType="num">
                                      <p:cBhvr>
                                        <p:cTn id="51" dur="400" fill="hold"/>
                                        <p:tgtEl>
                                          <p:spTgt spid="8"/>
                                        </p:tgtEl>
                                        <p:attrNameLst>
                                          <p:attrName>ppt_h</p:attrName>
                                        </p:attrNameLst>
                                      </p:cBhvr>
                                      <p:tavLst>
                                        <p:tav tm="0">
                                          <p:val>
                                            <p:fltVal val="0"/>
                                          </p:val>
                                        </p:tav>
                                        <p:tav tm="100000">
                                          <p:val>
                                            <p:strVal val="#ppt_h"/>
                                          </p:val>
                                        </p:tav>
                                      </p:tavLst>
                                    </p:anim>
                                    <p:animEffect transition="in" filter="fade">
                                      <p:cBhvr>
                                        <p:cTn id="52" dur="400"/>
                                        <p:tgtEl>
                                          <p:spTgt spid="8"/>
                                        </p:tgtEl>
                                      </p:cBhvr>
                                    </p:animEffect>
                                    <p:anim calcmode="lin" valueType="num">
                                      <p:cBhvr>
                                        <p:cTn id="53" dur="400" fill="hold"/>
                                        <p:tgtEl>
                                          <p:spTgt spid="8"/>
                                        </p:tgtEl>
                                        <p:attrNameLst>
                                          <p:attrName>ppt_x</p:attrName>
                                        </p:attrNameLst>
                                      </p:cBhvr>
                                      <p:tavLst>
                                        <p:tav tm="0">
                                          <p:val>
                                            <p:fltVal val="0.5"/>
                                          </p:val>
                                        </p:tav>
                                        <p:tav tm="100000">
                                          <p:val>
                                            <p:strVal val="#ppt_x"/>
                                          </p:val>
                                        </p:tav>
                                      </p:tavLst>
                                    </p:anim>
                                    <p:anim calcmode="lin" valueType="num">
                                      <p:cBhvr>
                                        <p:cTn id="54" dur="400" fill="hold"/>
                                        <p:tgtEl>
                                          <p:spTgt spid="8"/>
                                        </p:tgtEl>
                                        <p:attrNameLst>
                                          <p:attrName>ppt_y</p:attrName>
                                        </p:attrNameLst>
                                      </p:cBhvr>
                                      <p:tavLst>
                                        <p:tav tm="0">
                                          <p:val>
                                            <p:fltVal val="0.5"/>
                                          </p:val>
                                        </p:tav>
                                        <p:tav tm="100000">
                                          <p:val>
                                            <p:strVal val="#ppt_y"/>
                                          </p:val>
                                        </p:tav>
                                      </p:tavLst>
                                    </p:anim>
                                  </p:childTnLst>
                                </p:cTn>
                              </p:par>
                              <p:par>
                                <p:cTn id="55" presetID="53" presetClass="entr" presetSubtype="528" repeatCount="200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400" fill="hold"/>
                                        <p:tgtEl>
                                          <p:spTgt spid="12"/>
                                        </p:tgtEl>
                                        <p:attrNameLst>
                                          <p:attrName>ppt_w</p:attrName>
                                        </p:attrNameLst>
                                      </p:cBhvr>
                                      <p:tavLst>
                                        <p:tav tm="0">
                                          <p:val>
                                            <p:fltVal val="0"/>
                                          </p:val>
                                        </p:tav>
                                        <p:tav tm="100000">
                                          <p:val>
                                            <p:strVal val="#ppt_w"/>
                                          </p:val>
                                        </p:tav>
                                      </p:tavLst>
                                    </p:anim>
                                    <p:anim calcmode="lin" valueType="num">
                                      <p:cBhvr>
                                        <p:cTn id="58" dur="400" fill="hold"/>
                                        <p:tgtEl>
                                          <p:spTgt spid="12"/>
                                        </p:tgtEl>
                                        <p:attrNameLst>
                                          <p:attrName>ppt_h</p:attrName>
                                        </p:attrNameLst>
                                      </p:cBhvr>
                                      <p:tavLst>
                                        <p:tav tm="0">
                                          <p:val>
                                            <p:fltVal val="0"/>
                                          </p:val>
                                        </p:tav>
                                        <p:tav tm="100000">
                                          <p:val>
                                            <p:strVal val="#ppt_h"/>
                                          </p:val>
                                        </p:tav>
                                      </p:tavLst>
                                    </p:anim>
                                    <p:animEffect transition="in" filter="fade">
                                      <p:cBhvr>
                                        <p:cTn id="59" dur="400"/>
                                        <p:tgtEl>
                                          <p:spTgt spid="12"/>
                                        </p:tgtEl>
                                      </p:cBhvr>
                                    </p:animEffect>
                                    <p:anim calcmode="lin" valueType="num">
                                      <p:cBhvr>
                                        <p:cTn id="60" dur="400" fill="hold"/>
                                        <p:tgtEl>
                                          <p:spTgt spid="12"/>
                                        </p:tgtEl>
                                        <p:attrNameLst>
                                          <p:attrName>ppt_x</p:attrName>
                                        </p:attrNameLst>
                                      </p:cBhvr>
                                      <p:tavLst>
                                        <p:tav tm="0">
                                          <p:val>
                                            <p:fltVal val="0.5"/>
                                          </p:val>
                                        </p:tav>
                                        <p:tav tm="100000">
                                          <p:val>
                                            <p:strVal val="#ppt_x"/>
                                          </p:val>
                                        </p:tav>
                                      </p:tavLst>
                                    </p:anim>
                                    <p:anim calcmode="lin" valueType="num">
                                      <p:cBhvr>
                                        <p:cTn id="61" dur="400" fill="hold"/>
                                        <p:tgtEl>
                                          <p:spTgt spid="12"/>
                                        </p:tgtEl>
                                        <p:attrNameLst>
                                          <p:attrName>ppt_y</p:attrName>
                                        </p:attrNameLst>
                                      </p:cBhvr>
                                      <p:tavLst>
                                        <p:tav tm="0">
                                          <p:val>
                                            <p:fltVal val="0.5"/>
                                          </p:val>
                                        </p:tav>
                                        <p:tav tm="100000">
                                          <p:val>
                                            <p:strVal val="#ppt_y"/>
                                          </p:val>
                                        </p:tav>
                                      </p:tavLst>
                                    </p:anim>
                                  </p:childTnLst>
                                </p:cTn>
                              </p:par>
                            </p:childTnLst>
                          </p:cTn>
                        </p:par>
                        <p:par>
                          <p:cTn id="62" fill="hold">
                            <p:stCondLst>
                              <p:cond delay="1600"/>
                            </p:stCondLst>
                            <p:childTnLst>
                              <p:par>
                                <p:cTn id="63" presetID="53" presetClass="entr" presetSubtype="528" repeatCount="2000"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p:cTn id="65" dur="400" fill="hold"/>
                                        <p:tgtEl>
                                          <p:spTgt spid="18"/>
                                        </p:tgtEl>
                                        <p:attrNameLst>
                                          <p:attrName>ppt_w</p:attrName>
                                        </p:attrNameLst>
                                      </p:cBhvr>
                                      <p:tavLst>
                                        <p:tav tm="0">
                                          <p:val>
                                            <p:fltVal val="0"/>
                                          </p:val>
                                        </p:tav>
                                        <p:tav tm="100000">
                                          <p:val>
                                            <p:strVal val="#ppt_w"/>
                                          </p:val>
                                        </p:tav>
                                      </p:tavLst>
                                    </p:anim>
                                    <p:anim calcmode="lin" valueType="num">
                                      <p:cBhvr>
                                        <p:cTn id="66" dur="400" fill="hold"/>
                                        <p:tgtEl>
                                          <p:spTgt spid="18"/>
                                        </p:tgtEl>
                                        <p:attrNameLst>
                                          <p:attrName>ppt_h</p:attrName>
                                        </p:attrNameLst>
                                      </p:cBhvr>
                                      <p:tavLst>
                                        <p:tav tm="0">
                                          <p:val>
                                            <p:fltVal val="0"/>
                                          </p:val>
                                        </p:tav>
                                        <p:tav tm="100000">
                                          <p:val>
                                            <p:strVal val="#ppt_h"/>
                                          </p:val>
                                        </p:tav>
                                      </p:tavLst>
                                    </p:anim>
                                    <p:animEffect transition="in" filter="fade">
                                      <p:cBhvr>
                                        <p:cTn id="67" dur="400"/>
                                        <p:tgtEl>
                                          <p:spTgt spid="18"/>
                                        </p:tgtEl>
                                      </p:cBhvr>
                                    </p:animEffect>
                                    <p:anim calcmode="lin" valueType="num">
                                      <p:cBhvr>
                                        <p:cTn id="68" dur="400" fill="hold"/>
                                        <p:tgtEl>
                                          <p:spTgt spid="18"/>
                                        </p:tgtEl>
                                        <p:attrNameLst>
                                          <p:attrName>ppt_x</p:attrName>
                                        </p:attrNameLst>
                                      </p:cBhvr>
                                      <p:tavLst>
                                        <p:tav tm="0">
                                          <p:val>
                                            <p:fltVal val="0.5"/>
                                          </p:val>
                                        </p:tav>
                                        <p:tav tm="100000">
                                          <p:val>
                                            <p:strVal val="#ppt_x"/>
                                          </p:val>
                                        </p:tav>
                                      </p:tavLst>
                                    </p:anim>
                                    <p:anim calcmode="lin" valueType="num">
                                      <p:cBhvr>
                                        <p:cTn id="69" dur="400" fill="hold"/>
                                        <p:tgtEl>
                                          <p:spTgt spid="18"/>
                                        </p:tgtEl>
                                        <p:attrNameLst>
                                          <p:attrName>ppt_y</p:attrName>
                                        </p:attrNameLst>
                                      </p:cBhvr>
                                      <p:tavLst>
                                        <p:tav tm="0">
                                          <p:val>
                                            <p:fltVal val="0.5"/>
                                          </p:val>
                                        </p:tav>
                                        <p:tav tm="100000">
                                          <p:val>
                                            <p:strVal val="#ppt_y"/>
                                          </p:val>
                                        </p:tav>
                                      </p:tavLst>
                                    </p:anim>
                                  </p:childTnLst>
                                </p:cTn>
                              </p:par>
                              <p:par>
                                <p:cTn id="70" presetID="53" presetClass="entr" presetSubtype="528" repeatCount="2000" fill="hold" grpId="0" nodeType="withEffect">
                                  <p:stCondLst>
                                    <p:cond delay="0"/>
                                  </p:stCondLst>
                                  <p:childTnLst>
                                    <p:set>
                                      <p:cBhvr>
                                        <p:cTn id="71" dur="1" fill="hold">
                                          <p:stCondLst>
                                            <p:cond delay="0"/>
                                          </p:stCondLst>
                                        </p:cTn>
                                        <p:tgtEl>
                                          <p:spTgt spid="4"/>
                                        </p:tgtEl>
                                        <p:attrNameLst>
                                          <p:attrName>style.visibility</p:attrName>
                                        </p:attrNameLst>
                                      </p:cBhvr>
                                      <p:to>
                                        <p:strVal val="visible"/>
                                      </p:to>
                                    </p:set>
                                    <p:anim calcmode="lin" valueType="num">
                                      <p:cBhvr>
                                        <p:cTn id="72" dur="400" fill="hold"/>
                                        <p:tgtEl>
                                          <p:spTgt spid="4"/>
                                        </p:tgtEl>
                                        <p:attrNameLst>
                                          <p:attrName>ppt_w</p:attrName>
                                        </p:attrNameLst>
                                      </p:cBhvr>
                                      <p:tavLst>
                                        <p:tav tm="0">
                                          <p:val>
                                            <p:fltVal val="0"/>
                                          </p:val>
                                        </p:tav>
                                        <p:tav tm="100000">
                                          <p:val>
                                            <p:strVal val="#ppt_w"/>
                                          </p:val>
                                        </p:tav>
                                      </p:tavLst>
                                    </p:anim>
                                    <p:anim calcmode="lin" valueType="num">
                                      <p:cBhvr>
                                        <p:cTn id="73" dur="400" fill="hold"/>
                                        <p:tgtEl>
                                          <p:spTgt spid="4"/>
                                        </p:tgtEl>
                                        <p:attrNameLst>
                                          <p:attrName>ppt_h</p:attrName>
                                        </p:attrNameLst>
                                      </p:cBhvr>
                                      <p:tavLst>
                                        <p:tav tm="0">
                                          <p:val>
                                            <p:fltVal val="0"/>
                                          </p:val>
                                        </p:tav>
                                        <p:tav tm="100000">
                                          <p:val>
                                            <p:strVal val="#ppt_h"/>
                                          </p:val>
                                        </p:tav>
                                      </p:tavLst>
                                    </p:anim>
                                    <p:animEffect transition="in" filter="fade">
                                      <p:cBhvr>
                                        <p:cTn id="74" dur="400"/>
                                        <p:tgtEl>
                                          <p:spTgt spid="4"/>
                                        </p:tgtEl>
                                      </p:cBhvr>
                                    </p:animEffect>
                                    <p:anim calcmode="lin" valueType="num">
                                      <p:cBhvr>
                                        <p:cTn id="75" dur="400" fill="hold"/>
                                        <p:tgtEl>
                                          <p:spTgt spid="4"/>
                                        </p:tgtEl>
                                        <p:attrNameLst>
                                          <p:attrName>ppt_x</p:attrName>
                                        </p:attrNameLst>
                                      </p:cBhvr>
                                      <p:tavLst>
                                        <p:tav tm="0">
                                          <p:val>
                                            <p:fltVal val="0.5"/>
                                          </p:val>
                                        </p:tav>
                                        <p:tav tm="100000">
                                          <p:val>
                                            <p:strVal val="#ppt_x"/>
                                          </p:val>
                                        </p:tav>
                                      </p:tavLst>
                                    </p:anim>
                                    <p:anim calcmode="lin" valueType="num">
                                      <p:cBhvr>
                                        <p:cTn id="76" dur="400" fill="hold"/>
                                        <p:tgtEl>
                                          <p:spTgt spid="4"/>
                                        </p:tgtEl>
                                        <p:attrNameLst>
                                          <p:attrName>ppt_y</p:attrName>
                                        </p:attrNameLst>
                                      </p:cBhvr>
                                      <p:tavLst>
                                        <p:tav tm="0">
                                          <p:val>
                                            <p:fltVal val="0.5"/>
                                          </p:val>
                                        </p:tav>
                                        <p:tav tm="100000">
                                          <p:val>
                                            <p:strVal val="#ppt_y"/>
                                          </p:val>
                                        </p:tav>
                                      </p:tavLst>
                                    </p:anim>
                                  </p:childTnLst>
                                </p:cTn>
                              </p:par>
                              <p:par>
                                <p:cTn id="77" presetID="53" presetClass="entr" presetSubtype="528" repeatCount="2000"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p:cTn id="79" dur="400" fill="hold"/>
                                        <p:tgtEl>
                                          <p:spTgt spid="9"/>
                                        </p:tgtEl>
                                        <p:attrNameLst>
                                          <p:attrName>ppt_w</p:attrName>
                                        </p:attrNameLst>
                                      </p:cBhvr>
                                      <p:tavLst>
                                        <p:tav tm="0">
                                          <p:val>
                                            <p:fltVal val="0"/>
                                          </p:val>
                                        </p:tav>
                                        <p:tav tm="100000">
                                          <p:val>
                                            <p:strVal val="#ppt_w"/>
                                          </p:val>
                                        </p:tav>
                                      </p:tavLst>
                                    </p:anim>
                                    <p:anim calcmode="lin" valueType="num">
                                      <p:cBhvr>
                                        <p:cTn id="80" dur="400" fill="hold"/>
                                        <p:tgtEl>
                                          <p:spTgt spid="9"/>
                                        </p:tgtEl>
                                        <p:attrNameLst>
                                          <p:attrName>ppt_h</p:attrName>
                                        </p:attrNameLst>
                                      </p:cBhvr>
                                      <p:tavLst>
                                        <p:tav tm="0">
                                          <p:val>
                                            <p:fltVal val="0"/>
                                          </p:val>
                                        </p:tav>
                                        <p:tav tm="100000">
                                          <p:val>
                                            <p:strVal val="#ppt_h"/>
                                          </p:val>
                                        </p:tav>
                                      </p:tavLst>
                                    </p:anim>
                                    <p:animEffect transition="in" filter="fade">
                                      <p:cBhvr>
                                        <p:cTn id="81" dur="400"/>
                                        <p:tgtEl>
                                          <p:spTgt spid="9"/>
                                        </p:tgtEl>
                                      </p:cBhvr>
                                    </p:animEffect>
                                    <p:anim calcmode="lin" valueType="num">
                                      <p:cBhvr>
                                        <p:cTn id="82" dur="400" fill="hold"/>
                                        <p:tgtEl>
                                          <p:spTgt spid="9"/>
                                        </p:tgtEl>
                                        <p:attrNameLst>
                                          <p:attrName>ppt_x</p:attrName>
                                        </p:attrNameLst>
                                      </p:cBhvr>
                                      <p:tavLst>
                                        <p:tav tm="0">
                                          <p:val>
                                            <p:fltVal val="0.5"/>
                                          </p:val>
                                        </p:tav>
                                        <p:tav tm="100000">
                                          <p:val>
                                            <p:strVal val="#ppt_x"/>
                                          </p:val>
                                        </p:tav>
                                      </p:tavLst>
                                    </p:anim>
                                    <p:anim calcmode="lin" valueType="num">
                                      <p:cBhvr>
                                        <p:cTn id="83" dur="400" fill="hold"/>
                                        <p:tgtEl>
                                          <p:spTgt spid="9"/>
                                        </p:tgtEl>
                                        <p:attrNameLst>
                                          <p:attrName>ppt_y</p:attrName>
                                        </p:attrNameLst>
                                      </p:cBhvr>
                                      <p:tavLst>
                                        <p:tav tm="0">
                                          <p:val>
                                            <p:fltVal val="0.5"/>
                                          </p:val>
                                        </p:tav>
                                        <p:tav tm="100000">
                                          <p:val>
                                            <p:strVal val="#ppt_y"/>
                                          </p:val>
                                        </p:tav>
                                      </p:tavLst>
                                    </p:anim>
                                  </p:childTnLst>
                                </p:cTn>
                              </p:par>
                              <p:par>
                                <p:cTn id="84" presetID="53" presetClass="entr" presetSubtype="528" repeatCount="2000" fill="hold" grpId="0" nodeType="withEffect">
                                  <p:stCondLst>
                                    <p:cond delay="0"/>
                                  </p:stCondLst>
                                  <p:childTnLst>
                                    <p:set>
                                      <p:cBhvr>
                                        <p:cTn id="85" dur="1" fill="hold">
                                          <p:stCondLst>
                                            <p:cond delay="0"/>
                                          </p:stCondLst>
                                        </p:cTn>
                                        <p:tgtEl>
                                          <p:spTgt spid="13"/>
                                        </p:tgtEl>
                                        <p:attrNameLst>
                                          <p:attrName>style.visibility</p:attrName>
                                        </p:attrNameLst>
                                      </p:cBhvr>
                                      <p:to>
                                        <p:strVal val="visible"/>
                                      </p:to>
                                    </p:set>
                                    <p:anim calcmode="lin" valueType="num">
                                      <p:cBhvr>
                                        <p:cTn id="86" dur="400" fill="hold"/>
                                        <p:tgtEl>
                                          <p:spTgt spid="13"/>
                                        </p:tgtEl>
                                        <p:attrNameLst>
                                          <p:attrName>ppt_w</p:attrName>
                                        </p:attrNameLst>
                                      </p:cBhvr>
                                      <p:tavLst>
                                        <p:tav tm="0">
                                          <p:val>
                                            <p:fltVal val="0"/>
                                          </p:val>
                                        </p:tav>
                                        <p:tav tm="100000">
                                          <p:val>
                                            <p:strVal val="#ppt_w"/>
                                          </p:val>
                                        </p:tav>
                                      </p:tavLst>
                                    </p:anim>
                                    <p:anim calcmode="lin" valueType="num">
                                      <p:cBhvr>
                                        <p:cTn id="87" dur="400" fill="hold"/>
                                        <p:tgtEl>
                                          <p:spTgt spid="13"/>
                                        </p:tgtEl>
                                        <p:attrNameLst>
                                          <p:attrName>ppt_h</p:attrName>
                                        </p:attrNameLst>
                                      </p:cBhvr>
                                      <p:tavLst>
                                        <p:tav tm="0">
                                          <p:val>
                                            <p:fltVal val="0"/>
                                          </p:val>
                                        </p:tav>
                                        <p:tav tm="100000">
                                          <p:val>
                                            <p:strVal val="#ppt_h"/>
                                          </p:val>
                                        </p:tav>
                                      </p:tavLst>
                                    </p:anim>
                                    <p:animEffect transition="in" filter="fade">
                                      <p:cBhvr>
                                        <p:cTn id="88" dur="400"/>
                                        <p:tgtEl>
                                          <p:spTgt spid="13"/>
                                        </p:tgtEl>
                                      </p:cBhvr>
                                    </p:animEffect>
                                    <p:anim calcmode="lin" valueType="num">
                                      <p:cBhvr>
                                        <p:cTn id="89" dur="400" fill="hold"/>
                                        <p:tgtEl>
                                          <p:spTgt spid="13"/>
                                        </p:tgtEl>
                                        <p:attrNameLst>
                                          <p:attrName>ppt_x</p:attrName>
                                        </p:attrNameLst>
                                      </p:cBhvr>
                                      <p:tavLst>
                                        <p:tav tm="0">
                                          <p:val>
                                            <p:fltVal val="0.5"/>
                                          </p:val>
                                        </p:tav>
                                        <p:tav tm="100000">
                                          <p:val>
                                            <p:strVal val="#ppt_x"/>
                                          </p:val>
                                        </p:tav>
                                      </p:tavLst>
                                    </p:anim>
                                    <p:anim calcmode="lin" valueType="num">
                                      <p:cBhvr>
                                        <p:cTn id="90" dur="400" fill="hold"/>
                                        <p:tgtEl>
                                          <p:spTgt spid="13"/>
                                        </p:tgtEl>
                                        <p:attrNameLst>
                                          <p:attrName>ppt_y</p:attrName>
                                        </p:attrNameLst>
                                      </p:cBhvr>
                                      <p:tavLst>
                                        <p:tav tm="0">
                                          <p:val>
                                            <p:fltVal val="0.5"/>
                                          </p:val>
                                        </p:tav>
                                        <p:tav tm="100000">
                                          <p:val>
                                            <p:strVal val="#ppt_y"/>
                                          </p:val>
                                        </p:tav>
                                      </p:tavLst>
                                    </p:anim>
                                  </p:childTnLst>
                                </p:cTn>
                              </p:par>
                            </p:childTnLst>
                          </p:cTn>
                        </p:par>
                        <p:par>
                          <p:cTn id="91" fill="hold">
                            <p:stCondLst>
                              <p:cond delay="2400"/>
                            </p:stCondLst>
                            <p:childTnLst>
                              <p:par>
                                <p:cTn id="92" presetID="53" presetClass="entr" presetSubtype="528" repeatCount="2000" fill="hold" grpId="0" nodeType="afterEffect">
                                  <p:stCondLst>
                                    <p:cond delay="0"/>
                                  </p:stCondLst>
                                  <p:childTnLst>
                                    <p:set>
                                      <p:cBhvr>
                                        <p:cTn id="93" dur="1" fill="hold">
                                          <p:stCondLst>
                                            <p:cond delay="0"/>
                                          </p:stCondLst>
                                        </p:cTn>
                                        <p:tgtEl>
                                          <p:spTgt spid="19"/>
                                        </p:tgtEl>
                                        <p:attrNameLst>
                                          <p:attrName>style.visibility</p:attrName>
                                        </p:attrNameLst>
                                      </p:cBhvr>
                                      <p:to>
                                        <p:strVal val="visible"/>
                                      </p:to>
                                    </p:set>
                                    <p:anim calcmode="lin" valueType="num">
                                      <p:cBhvr>
                                        <p:cTn id="94" dur="400" fill="hold"/>
                                        <p:tgtEl>
                                          <p:spTgt spid="19"/>
                                        </p:tgtEl>
                                        <p:attrNameLst>
                                          <p:attrName>ppt_w</p:attrName>
                                        </p:attrNameLst>
                                      </p:cBhvr>
                                      <p:tavLst>
                                        <p:tav tm="0">
                                          <p:val>
                                            <p:fltVal val="0"/>
                                          </p:val>
                                        </p:tav>
                                        <p:tav tm="100000">
                                          <p:val>
                                            <p:strVal val="#ppt_w"/>
                                          </p:val>
                                        </p:tav>
                                      </p:tavLst>
                                    </p:anim>
                                    <p:anim calcmode="lin" valueType="num">
                                      <p:cBhvr>
                                        <p:cTn id="95" dur="400" fill="hold"/>
                                        <p:tgtEl>
                                          <p:spTgt spid="19"/>
                                        </p:tgtEl>
                                        <p:attrNameLst>
                                          <p:attrName>ppt_h</p:attrName>
                                        </p:attrNameLst>
                                      </p:cBhvr>
                                      <p:tavLst>
                                        <p:tav tm="0">
                                          <p:val>
                                            <p:fltVal val="0"/>
                                          </p:val>
                                        </p:tav>
                                        <p:tav tm="100000">
                                          <p:val>
                                            <p:strVal val="#ppt_h"/>
                                          </p:val>
                                        </p:tav>
                                      </p:tavLst>
                                    </p:anim>
                                    <p:animEffect transition="in" filter="fade">
                                      <p:cBhvr>
                                        <p:cTn id="96" dur="400"/>
                                        <p:tgtEl>
                                          <p:spTgt spid="19"/>
                                        </p:tgtEl>
                                      </p:cBhvr>
                                    </p:animEffect>
                                    <p:anim calcmode="lin" valueType="num">
                                      <p:cBhvr>
                                        <p:cTn id="97" dur="400" fill="hold"/>
                                        <p:tgtEl>
                                          <p:spTgt spid="19"/>
                                        </p:tgtEl>
                                        <p:attrNameLst>
                                          <p:attrName>ppt_x</p:attrName>
                                        </p:attrNameLst>
                                      </p:cBhvr>
                                      <p:tavLst>
                                        <p:tav tm="0">
                                          <p:val>
                                            <p:fltVal val="0.5"/>
                                          </p:val>
                                        </p:tav>
                                        <p:tav tm="100000">
                                          <p:val>
                                            <p:strVal val="#ppt_x"/>
                                          </p:val>
                                        </p:tav>
                                      </p:tavLst>
                                    </p:anim>
                                    <p:anim calcmode="lin" valueType="num">
                                      <p:cBhvr>
                                        <p:cTn id="98" dur="400" fill="hold"/>
                                        <p:tgtEl>
                                          <p:spTgt spid="19"/>
                                        </p:tgtEl>
                                        <p:attrNameLst>
                                          <p:attrName>ppt_y</p:attrName>
                                        </p:attrNameLst>
                                      </p:cBhvr>
                                      <p:tavLst>
                                        <p:tav tm="0">
                                          <p:val>
                                            <p:fltVal val="0.5"/>
                                          </p:val>
                                        </p:tav>
                                        <p:tav tm="100000">
                                          <p:val>
                                            <p:strVal val="#ppt_y"/>
                                          </p:val>
                                        </p:tav>
                                      </p:tavLst>
                                    </p:anim>
                                  </p:childTnLst>
                                </p:cTn>
                              </p:par>
                              <p:par>
                                <p:cTn id="99" presetID="53" presetClass="entr" presetSubtype="528" repeatCount="2000" fill="hold" grpId="0" nodeType="withEffect">
                                  <p:stCondLst>
                                    <p:cond delay="0"/>
                                  </p:stCondLst>
                                  <p:childTnLst>
                                    <p:set>
                                      <p:cBhvr>
                                        <p:cTn id="100" dur="1" fill="hold">
                                          <p:stCondLst>
                                            <p:cond delay="0"/>
                                          </p:stCondLst>
                                        </p:cTn>
                                        <p:tgtEl>
                                          <p:spTgt spid="3"/>
                                        </p:tgtEl>
                                        <p:attrNameLst>
                                          <p:attrName>style.visibility</p:attrName>
                                        </p:attrNameLst>
                                      </p:cBhvr>
                                      <p:to>
                                        <p:strVal val="visible"/>
                                      </p:to>
                                    </p:set>
                                    <p:anim calcmode="lin" valueType="num">
                                      <p:cBhvr>
                                        <p:cTn id="101" dur="400" fill="hold"/>
                                        <p:tgtEl>
                                          <p:spTgt spid="3"/>
                                        </p:tgtEl>
                                        <p:attrNameLst>
                                          <p:attrName>ppt_w</p:attrName>
                                        </p:attrNameLst>
                                      </p:cBhvr>
                                      <p:tavLst>
                                        <p:tav tm="0">
                                          <p:val>
                                            <p:fltVal val="0"/>
                                          </p:val>
                                        </p:tav>
                                        <p:tav tm="100000">
                                          <p:val>
                                            <p:strVal val="#ppt_w"/>
                                          </p:val>
                                        </p:tav>
                                      </p:tavLst>
                                    </p:anim>
                                    <p:anim calcmode="lin" valueType="num">
                                      <p:cBhvr>
                                        <p:cTn id="102" dur="400" fill="hold"/>
                                        <p:tgtEl>
                                          <p:spTgt spid="3"/>
                                        </p:tgtEl>
                                        <p:attrNameLst>
                                          <p:attrName>ppt_h</p:attrName>
                                        </p:attrNameLst>
                                      </p:cBhvr>
                                      <p:tavLst>
                                        <p:tav tm="0">
                                          <p:val>
                                            <p:fltVal val="0"/>
                                          </p:val>
                                        </p:tav>
                                        <p:tav tm="100000">
                                          <p:val>
                                            <p:strVal val="#ppt_h"/>
                                          </p:val>
                                        </p:tav>
                                      </p:tavLst>
                                    </p:anim>
                                    <p:animEffect transition="in" filter="fade">
                                      <p:cBhvr>
                                        <p:cTn id="103" dur="400"/>
                                        <p:tgtEl>
                                          <p:spTgt spid="3"/>
                                        </p:tgtEl>
                                      </p:cBhvr>
                                    </p:animEffect>
                                    <p:anim calcmode="lin" valueType="num">
                                      <p:cBhvr>
                                        <p:cTn id="104" dur="400" fill="hold"/>
                                        <p:tgtEl>
                                          <p:spTgt spid="3"/>
                                        </p:tgtEl>
                                        <p:attrNameLst>
                                          <p:attrName>ppt_x</p:attrName>
                                        </p:attrNameLst>
                                      </p:cBhvr>
                                      <p:tavLst>
                                        <p:tav tm="0">
                                          <p:val>
                                            <p:fltVal val="0.5"/>
                                          </p:val>
                                        </p:tav>
                                        <p:tav tm="100000">
                                          <p:val>
                                            <p:strVal val="#ppt_x"/>
                                          </p:val>
                                        </p:tav>
                                      </p:tavLst>
                                    </p:anim>
                                    <p:anim calcmode="lin" valueType="num">
                                      <p:cBhvr>
                                        <p:cTn id="105" dur="400" fill="hold"/>
                                        <p:tgtEl>
                                          <p:spTgt spid="3"/>
                                        </p:tgtEl>
                                        <p:attrNameLst>
                                          <p:attrName>ppt_y</p:attrName>
                                        </p:attrNameLst>
                                      </p:cBhvr>
                                      <p:tavLst>
                                        <p:tav tm="0">
                                          <p:val>
                                            <p:fltVal val="0.5"/>
                                          </p:val>
                                        </p:tav>
                                        <p:tav tm="100000">
                                          <p:val>
                                            <p:strVal val="#ppt_y"/>
                                          </p:val>
                                        </p:tav>
                                      </p:tavLst>
                                    </p:anim>
                                  </p:childTnLst>
                                </p:cTn>
                              </p:par>
                              <p:par>
                                <p:cTn id="106" presetID="53" presetClass="entr" presetSubtype="528" repeatCount="2000" fill="hold" grpId="0" nodeType="withEffect">
                                  <p:stCondLst>
                                    <p:cond delay="0"/>
                                  </p:stCondLst>
                                  <p:childTnLst>
                                    <p:set>
                                      <p:cBhvr>
                                        <p:cTn id="107" dur="1" fill="hold">
                                          <p:stCondLst>
                                            <p:cond delay="0"/>
                                          </p:stCondLst>
                                        </p:cTn>
                                        <p:tgtEl>
                                          <p:spTgt spid="10"/>
                                        </p:tgtEl>
                                        <p:attrNameLst>
                                          <p:attrName>style.visibility</p:attrName>
                                        </p:attrNameLst>
                                      </p:cBhvr>
                                      <p:to>
                                        <p:strVal val="visible"/>
                                      </p:to>
                                    </p:set>
                                    <p:anim calcmode="lin" valueType="num">
                                      <p:cBhvr>
                                        <p:cTn id="108" dur="400" fill="hold"/>
                                        <p:tgtEl>
                                          <p:spTgt spid="10"/>
                                        </p:tgtEl>
                                        <p:attrNameLst>
                                          <p:attrName>ppt_w</p:attrName>
                                        </p:attrNameLst>
                                      </p:cBhvr>
                                      <p:tavLst>
                                        <p:tav tm="0">
                                          <p:val>
                                            <p:fltVal val="0"/>
                                          </p:val>
                                        </p:tav>
                                        <p:tav tm="100000">
                                          <p:val>
                                            <p:strVal val="#ppt_w"/>
                                          </p:val>
                                        </p:tav>
                                      </p:tavLst>
                                    </p:anim>
                                    <p:anim calcmode="lin" valueType="num">
                                      <p:cBhvr>
                                        <p:cTn id="109" dur="400" fill="hold"/>
                                        <p:tgtEl>
                                          <p:spTgt spid="10"/>
                                        </p:tgtEl>
                                        <p:attrNameLst>
                                          <p:attrName>ppt_h</p:attrName>
                                        </p:attrNameLst>
                                      </p:cBhvr>
                                      <p:tavLst>
                                        <p:tav tm="0">
                                          <p:val>
                                            <p:fltVal val="0"/>
                                          </p:val>
                                        </p:tav>
                                        <p:tav tm="100000">
                                          <p:val>
                                            <p:strVal val="#ppt_h"/>
                                          </p:val>
                                        </p:tav>
                                      </p:tavLst>
                                    </p:anim>
                                    <p:animEffect transition="in" filter="fade">
                                      <p:cBhvr>
                                        <p:cTn id="110" dur="400"/>
                                        <p:tgtEl>
                                          <p:spTgt spid="10"/>
                                        </p:tgtEl>
                                      </p:cBhvr>
                                    </p:animEffect>
                                    <p:anim calcmode="lin" valueType="num">
                                      <p:cBhvr>
                                        <p:cTn id="111" dur="400" fill="hold"/>
                                        <p:tgtEl>
                                          <p:spTgt spid="10"/>
                                        </p:tgtEl>
                                        <p:attrNameLst>
                                          <p:attrName>ppt_x</p:attrName>
                                        </p:attrNameLst>
                                      </p:cBhvr>
                                      <p:tavLst>
                                        <p:tav tm="0">
                                          <p:val>
                                            <p:fltVal val="0.5"/>
                                          </p:val>
                                        </p:tav>
                                        <p:tav tm="100000">
                                          <p:val>
                                            <p:strVal val="#ppt_x"/>
                                          </p:val>
                                        </p:tav>
                                      </p:tavLst>
                                    </p:anim>
                                    <p:anim calcmode="lin" valueType="num">
                                      <p:cBhvr>
                                        <p:cTn id="112" dur="400" fill="hold"/>
                                        <p:tgtEl>
                                          <p:spTgt spid="10"/>
                                        </p:tgtEl>
                                        <p:attrNameLst>
                                          <p:attrName>ppt_y</p:attrName>
                                        </p:attrNameLst>
                                      </p:cBhvr>
                                      <p:tavLst>
                                        <p:tav tm="0">
                                          <p:val>
                                            <p:fltVal val="0.5"/>
                                          </p:val>
                                        </p:tav>
                                        <p:tav tm="100000">
                                          <p:val>
                                            <p:strVal val="#ppt_y"/>
                                          </p:val>
                                        </p:tav>
                                      </p:tavLst>
                                    </p:anim>
                                  </p:childTnLst>
                                </p:cTn>
                              </p:par>
                              <p:par>
                                <p:cTn id="113" presetID="53" presetClass="entr" presetSubtype="528" repeatCount="2000"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400" fill="hold"/>
                                        <p:tgtEl>
                                          <p:spTgt spid="14"/>
                                        </p:tgtEl>
                                        <p:attrNameLst>
                                          <p:attrName>ppt_w</p:attrName>
                                        </p:attrNameLst>
                                      </p:cBhvr>
                                      <p:tavLst>
                                        <p:tav tm="0">
                                          <p:val>
                                            <p:fltVal val="0"/>
                                          </p:val>
                                        </p:tav>
                                        <p:tav tm="100000">
                                          <p:val>
                                            <p:strVal val="#ppt_w"/>
                                          </p:val>
                                        </p:tav>
                                      </p:tavLst>
                                    </p:anim>
                                    <p:anim calcmode="lin" valueType="num">
                                      <p:cBhvr>
                                        <p:cTn id="116" dur="400" fill="hold"/>
                                        <p:tgtEl>
                                          <p:spTgt spid="14"/>
                                        </p:tgtEl>
                                        <p:attrNameLst>
                                          <p:attrName>ppt_h</p:attrName>
                                        </p:attrNameLst>
                                      </p:cBhvr>
                                      <p:tavLst>
                                        <p:tav tm="0">
                                          <p:val>
                                            <p:fltVal val="0"/>
                                          </p:val>
                                        </p:tav>
                                        <p:tav tm="100000">
                                          <p:val>
                                            <p:strVal val="#ppt_h"/>
                                          </p:val>
                                        </p:tav>
                                      </p:tavLst>
                                    </p:anim>
                                    <p:animEffect transition="in" filter="fade">
                                      <p:cBhvr>
                                        <p:cTn id="117" dur="400"/>
                                        <p:tgtEl>
                                          <p:spTgt spid="14"/>
                                        </p:tgtEl>
                                      </p:cBhvr>
                                    </p:animEffect>
                                    <p:anim calcmode="lin" valueType="num">
                                      <p:cBhvr>
                                        <p:cTn id="118" dur="400" fill="hold"/>
                                        <p:tgtEl>
                                          <p:spTgt spid="14"/>
                                        </p:tgtEl>
                                        <p:attrNameLst>
                                          <p:attrName>ppt_x</p:attrName>
                                        </p:attrNameLst>
                                      </p:cBhvr>
                                      <p:tavLst>
                                        <p:tav tm="0">
                                          <p:val>
                                            <p:fltVal val="0.5"/>
                                          </p:val>
                                        </p:tav>
                                        <p:tav tm="100000">
                                          <p:val>
                                            <p:strVal val="#ppt_x"/>
                                          </p:val>
                                        </p:tav>
                                      </p:tavLst>
                                    </p:anim>
                                    <p:anim calcmode="lin" valueType="num">
                                      <p:cBhvr>
                                        <p:cTn id="119" dur="400" fill="hold"/>
                                        <p:tgtEl>
                                          <p:spTgt spid="14"/>
                                        </p:tgtEl>
                                        <p:attrNameLst>
                                          <p:attrName>ppt_y</p:attrName>
                                        </p:attrNameLst>
                                      </p:cBhvr>
                                      <p:tavLst>
                                        <p:tav tm="0">
                                          <p:val>
                                            <p:fltVal val="0.5"/>
                                          </p:val>
                                        </p:tav>
                                        <p:tav tm="100000">
                                          <p:val>
                                            <p:strVal val="#ppt_y"/>
                                          </p:val>
                                        </p:tav>
                                      </p:tavLst>
                                    </p:anim>
                                  </p:childTnLst>
                                </p:cTn>
                              </p:par>
                            </p:childTnLst>
                          </p:cTn>
                        </p:par>
                        <p:par>
                          <p:cTn id="120" fill="hold">
                            <p:stCondLst>
                              <p:cond delay="3200"/>
                            </p:stCondLst>
                            <p:childTnLst>
                              <p:par>
                                <p:cTn id="121" presetID="22" presetClass="entr" presetSubtype="2" fill="hold" grpId="0" nodeType="after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wipe(right)">
                                      <p:cBhvr>
                                        <p:cTn id="123" dur="500"/>
                                        <p:tgtEl>
                                          <p:spTgt spid="15"/>
                                        </p:tgtEl>
                                      </p:cBhvr>
                                    </p:animEffect>
                                  </p:childTnLst>
                                </p:cTn>
                              </p:par>
                              <p:par>
                                <p:cTn id="124" presetID="22" presetClass="entr" presetSubtype="8" fill="hold" grpId="0" nodeType="withEffect">
                                  <p:stCondLst>
                                    <p:cond delay="0"/>
                                  </p:stCondLst>
                                  <p:childTnLst>
                                    <p:set>
                                      <p:cBhvr>
                                        <p:cTn id="125" dur="1" fill="hold">
                                          <p:stCondLst>
                                            <p:cond delay="0"/>
                                          </p:stCondLst>
                                        </p:cTn>
                                        <p:tgtEl>
                                          <p:spTgt spid="20"/>
                                        </p:tgtEl>
                                        <p:attrNameLst>
                                          <p:attrName>style.visibility</p:attrName>
                                        </p:attrNameLst>
                                      </p:cBhvr>
                                      <p:to>
                                        <p:strVal val="visible"/>
                                      </p:to>
                                    </p:set>
                                    <p:animEffect transition="in" filter="wipe(left)">
                                      <p:cBhvr>
                                        <p:cTn id="126" dur="500"/>
                                        <p:tgtEl>
                                          <p:spTgt spid="20"/>
                                        </p:tgtEl>
                                      </p:cBhvr>
                                    </p:animEffect>
                                  </p:childTnLst>
                                </p:cTn>
                              </p:par>
                              <p:par>
                                <p:cTn id="127" presetID="22" presetClass="entr" presetSubtype="2" fill="hold" grpId="0" nodeType="withEffect">
                                  <p:stCondLst>
                                    <p:cond delay="0"/>
                                  </p:stCondLst>
                                  <p:childTnLst>
                                    <p:set>
                                      <p:cBhvr>
                                        <p:cTn id="128" dur="1" fill="hold">
                                          <p:stCondLst>
                                            <p:cond delay="0"/>
                                          </p:stCondLst>
                                        </p:cTn>
                                        <p:tgtEl>
                                          <p:spTgt spid="21"/>
                                        </p:tgtEl>
                                        <p:attrNameLst>
                                          <p:attrName>style.visibility</p:attrName>
                                        </p:attrNameLst>
                                      </p:cBhvr>
                                      <p:to>
                                        <p:strVal val="visible"/>
                                      </p:to>
                                    </p:set>
                                    <p:animEffect transition="in" filter="wipe(right)">
                                      <p:cBhvr>
                                        <p:cTn id="129" dur="500"/>
                                        <p:tgtEl>
                                          <p:spTgt spid="21"/>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22"/>
                                        </p:tgtEl>
                                        <p:attrNameLst>
                                          <p:attrName>style.visibility</p:attrName>
                                        </p:attrNameLst>
                                      </p:cBhvr>
                                      <p:to>
                                        <p:strVal val="visible"/>
                                      </p:to>
                                    </p:set>
                                    <p:animEffect transition="in" filter="wipe(left)">
                                      <p:cBhvr>
                                        <p:cTn id="1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p:cNvSpPr>
            <a:spLocks/>
          </p:cNvSpPr>
          <p:nvPr/>
        </p:nvSpPr>
        <p:spPr bwMode="auto">
          <a:xfrm>
            <a:off x="9220202" y="3083983"/>
            <a:ext cx="1123951" cy="1739901"/>
          </a:xfrm>
          <a:custGeom>
            <a:avLst/>
            <a:gdLst>
              <a:gd name="T0" fmla="*/ 162 w 708"/>
              <a:gd name="T1" fmla="*/ 1096 h 1096"/>
              <a:gd name="T2" fmla="*/ 0 w 708"/>
              <a:gd name="T3" fmla="*/ 933 h 1096"/>
              <a:gd name="T4" fmla="*/ 383 w 708"/>
              <a:gd name="T5" fmla="*/ 548 h 1096"/>
              <a:gd name="T6" fmla="*/ 0 w 708"/>
              <a:gd name="T7" fmla="*/ 164 h 1096"/>
              <a:gd name="T8" fmla="*/ 162 w 708"/>
              <a:gd name="T9" fmla="*/ 0 h 1096"/>
              <a:gd name="T10" fmla="*/ 708 w 708"/>
              <a:gd name="T11" fmla="*/ 548 h 1096"/>
              <a:gd name="T12" fmla="*/ 162 w 708"/>
              <a:gd name="T13" fmla="*/ 1096 h 1096"/>
            </a:gdLst>
            <a:ahLst/>
            <a:cxnLst>
              <a:cxn ang="0">
                <a:pos x="T0" y="T1"/>
              </a:cxn>
              <a:cxn ang="0">
                <a:pos x="T2" y="T3"/>
              </a:cxn>
              <a:cxn ang="0">
                <a:pos x="T4" y="T5"/>
              </a:cxn>
              <a:cxn ang="0">
                <a:pos x="T6" y="T7"/>
              </a:cxn>
              <a:cxn ang="0">
                <a:pos x="T8" y="T9"/>
              </a:cxn>
              <a:cxn ang="0">
                <a:pos x="T10" y="T11"/>
              </a:cxn>
              <a:cxn ang="0">
                <a:pos x="T12" y="T13"/>
              </a:cxn>
            </a:cxnLst>
            <a:rect l="0" t="0" r="r" b="b"/>
            <a:pathLst>
              <a:path w="708" h="1096">
                <a:moveTo>
                  <a:pt x="162" y="1096"/>
                </a:moveTo>
                <a:lnTo>
                  <a:pt x="0" y="933"/>
                </a:lnTo>
                <a:lnTo>
                  <a:pt x="383" y="548"/>
                </a:lnTo>
                <a:lnTo>
                  <a:pt x="0" y="164"/>
                </a:lnTo>
                <a:lnTo>
                  <a:pt x="162" y="0"/>
                </a:lnTo>
                <a:lnTo>
                  <a:pt x="708" y="548"/>
                </a:lnTo>
                <a:lnTo>
                  <a:pt x="162" y="1096"/>
                </a:lnTo>
                <a:close/>
              </a:path>
            </a:pathLst>
          </a:custGeom>
          <a:solidFill>
            <a:srgbClr val="C0392B"/>
          </a:solidFill>
          <a:ln>
            <a:noFill/>
          </a:ln>
        </p:spPr>
        <p:txBody>
          <a:bodyPr vert="horz" wrap="square" lIns="91440" tIns="45720" rIns="91440" bIns="45720" numCol="1" anchor="t" anchorCtr="0" compatLnSpc="1">
            <a:prstTxWarp prst="textNoShape">
              <a:avLst/>
            </a:prstTxWarp>
          </a:bodyPr>
          <a:lstStyle/>
          <a:p>
            <a:pPr defTabSz="914377">
              <a:defRPr/>
            </a:pPr>
            <a:endParaRPr lang="id-ID" kern="0">
              <a:solidFill>
                <a:srgbClr val="3F3F3F"/>
              </a:solidFill>
              <a:latin typeface="Lato Light"/>
            </a:endParaRPr>
          </a:p>
        </p:txBody>
      </p:sp>
      <p:sp>
        <p:nvSpPr>
          <p:cNvPr id="3" name="Freeform 4"/>
          <p:cNvSpPr>
            <a:spLocks/>
          </p:cNvSpPr>
          <p:nvPr/>
        </p:nvSpPr>
        <p:spPr bwMode="auto">
          <a:xfrm>
            <a:off x="7431089" y="3083983"/>
            <a:ext cx="1123951" cy="1739901"/>
          </a:xfrm>
          <a:custGeom>
            <a:avLst/>
            <a:gdLst>
              <a:gd name="T0" fmla="*/ 162 w 708"/>
              <a:gd name="T1" fmla="*/ 1096 h 1096"/>
              <a:gd name="T2" fmla="*/ 0 w 708"/>
              <a:gd name="T3" fmla="*/ 933 h 1096"/>
              <a:gd name="T4" fmla="*/ 383 w 708"/>
              <a:gd name="T5" fmla="*/ 548 h 1096"/>
              <a:gd name="T6" fmla="*/ 0 w 708"/>
              <a:gd name="T7" fmla="*/ 164 h 1096"/>
              <a:gd name="T8" fmla="*/ 162 w 708"/>
              <a:gd name="T9" fmla="*/ 0 h 1096"/>
              <a:gd name="T10" fmla="*/ 708 w 708"/>
              <a:gd name="T11" fmla="*/ 548 h 1096"/>
              <a:gd name="T12" fmla="*/ 162 w 708"/>
              <a:gd name="T13" fmla="*/ 1096 h 1096"/>
            </a:gdLst>
            <a:ahLst/>
            <a:cxnLst>
              <a:cxn ang="0">
                <a:pos x="T0" y="T1"/>
              </a:cxn>
              <a:cxn ang="0">
                <a:pos x="T2" y="T3"/>
              </a:cxn>
              <a:cxn ang="0">
                <a:pos x="T4" y="T5"/>
              </a:cxn>
              <a:cxn ang="0">
                <a:pos x="T6" y="T7"/>
              </a:cxn>
              <a:cxn ang="0">
                <a:pos x="T8" y="T9"/>
              </a:cxn>
              <a:cxn ang="0">
                <a:pos x="T10" y="T11"/>
              </a:cxn>
              <a:cxn ang="0">
                <a:pos x="T12" y="T13"/>
              </a:cxn>
            </a:cxnLst>
            <a:rect l="0" t="0" r="r" b="b"/>
            <a:pathLst>
              <a:path w="708" h="1096">
                <a:moveTo>
                  <a:pt x="162" y="1096"/>
                </a:moveTo>
                <a:lnTo>
                  <a:pt x="0" y="933"/>
                </a:lnTo>
                <a:lnTo>
                  <a:pt x="383" y="548"/>
                </a:lnTo>
                <a:lnTo>
                  <a:pt x="0" y="164"/>
                </a:lnTo>
                <a:lnTo>
                  <a:pt x="162" y="0"/>
                </a:lnTo>
                <a:lnTo>
                  <a:pt x="708" y="548"/>
                </a:lnTo>
                <a:lnTo>
                  <a:pt x="162" y="1096"/>
                </a:lnTo>
                <a:close/>
              </a:path>
            </a:pathLst>
          </a:custGeom>
          <a:solidFill>
            <a:srgbClr val="F39C12"/>
          </a:solidFill>
          <a:ln>
            <a:noFill/>
          </a:ln>
        </p:spPr>
        <p:txBody>
          <a:bodyPr vert="horz" wrap="square" lIns="91440" tIns="45720" rIns="91440" bIns="45720" numCol="1" anchor="t" anchorCtr="0" compatLnSpc="1">
            <a:prstTxWarp prst="textNoShape">
              <a:avLst/>
            </a:prstTxWarp>
          </a:bodyPr>
          <a:lstStyle/>
          <a:p>
            <a:pPr defTabSz="914377">
              <a:defRPr/>
            </a:pPr>
            <a:endParaRPr lang="id-ID" kern="0">
              <a:solidFill>
                <a:srgbClr val="3F3F3F"/>
              </a:solidFill>
              <a:latin typeface="Lato Light"/>
            </a:endParaRPr>
          </a:p>
        </p:txBody>
      </p:sp>
      <p:sp>
        <p:nvSpPr>
          <p:cNvPr id="4" name="Freeform 5"/>
          <p:cNvSpPr>
            <a:spLocks/>
          </p:cNvSpPr>
          <p:nvPr/>
        </p:nvSpPr>
        <p:spPr bwMode="auto">
          <a:xfrm>
            <a:off x="2114551" y="3083983"/>
            <a:ext cx="1123951" cy="1739901"/>
          </a:xfrm>
          <a:custGeom>
            <a:avLst/>
            <a:gdLst>
              <a:gd name="T0" fmla="*/ 162 w 708"/>
              <a:gd name="T1" fmla="*/ 1096 h 1096"/>
              <a:gd name="T2" fmla="*/ 0 w 708"/>
              <a:gd name="T3" fmla="*/ 933 h 1096"/>
              <a:gd name="T4" fmla="*/ 383 w 708"/>
              <a:gd name="T5" fmla="*/ 548 h 1096"/>
              <a:gd name="T6" fmla="*/ 0 w 708"/>
              <a:gd name="T7" fmla="*/ 164 h 1096"/>
              <a:gd name="T8" fmla="*/ 162 w 708"/>
              <a:gd name="T9" fmla="*/ 0 h 1096"/>
              <a:gd name="T10" fmla="*/ 708 w 708"/>
              <a:gd name="T11" fmla="*/ 548 h 1096"/>
              <a:gd name="T12" fmla="*/ 162 w 708"/>
              <a:gd name="T13" fmla="*/ 1096 h 1096"/>
            </a:gdLst>
            <a:ahLst/>
            <a:cxnLst>
              <a:cxn ang="0">
                <a:pos x="T0" y="T1"/>
              </a:cxn>
              <a:cxn ang="0">
                <a:pos x="T2" y="T3"/>
              </a:cxn>
              <a:cxn ang="0">
                <a:pos x="T4" y="T5"/>
              </a:cxn>
              <a:cxn ang="0">
                <a:pos x="T6" y="T7"/>
              </a:cxn>
              <a:cxn ang="0">
                <a:pos x="T8" y="T9"/>
              </a:cxn>
              <a:cxn ang="0">
                <a:pos x="T10" y="T11"/>
              </a:cxn>
              <a:cxn ang="0">
                <a:pos x="T12" y="T13"/>
              </a:cxn>
            </a:cxnLst>
            <a:rect l="0" t="0" r="r" b="b"/>
            <a:pathLst>
              <a:path w="708" h="1096">
                <a:moveTo>
                  <a:pt x="162" y="1096"/>
                </a:moveTo>
                <a:lnTo>
                  <a:pt x="0" y="933"/>
                </a:lnTo>
                <a:lnTo>
                  <a:pt x="383" y="548"/>
                </a:lnTo>
                <a:lnTo>
                  <a:pt x="0" y="164"/>
                </a:lnTo>
                <a:lnTo>
                  <a:pt x="162" y="0"/>
                </a:lnTo>
                <a:lnTo>
                  <a:pt x="708" y="548"/>
                </a:lnTo>
                <a:lnTo>
                  <a:pt x="162" y="1096"/>
                </a:lnTo>
                <a:close/>
              </a:path>
            </a:pathLst>
          </a:custGeom>
          <a:solidFill>
            <a:srgbClr val="2980B9"/>
          </a:solidFill>
          <a:ln>
            <a:noFill/>
          </a:ln>
        </p:spPr>
        <p:txBody>
          <a:bodyPr vert="horz" wrap="square" lIns="91440" tIns="45720" rIns="91440" bIns="45720" numCol="1" anchor="t" anchorCtr="0" compatLnSpc="1">
            <a:prstTxWarp prst="textNoShape">
              <a:avLst/>
            </a:prstTxWarp>
          </a:bodyPr>
          <a:lstStyle/>
          <a:p>
            <a:pPr defTabSz="914377">
              <a:defRPr/>
            </a:pPr>
            <a:endParaRPr lang="id-ID" kern="0">
              <a:solidFill>
                <a:srgbClr val="3F3F3F"/>
              </a:solidFill>
              <a:latin typeface="Lato Light"/>
            </a:endParaRPr>
          </a:p>
        </p:txBody>
      </p:sp>
      <p:cxnSp>
        <p:nvCxnSpPr>
          <p:cNvPr id="5" name="Straight Connector 6"/>
          <p:cNvCxnSpPr/>
          <p:nvPr/>
        </p:nvCxnSpPr>
        <p:spPr>
          <a:xfrm>
            <a:off x="1804988" y="2788028"/>
            <a:ext cx="1057275" cy="1057275"/>
          </a:xfrm>
          <a:prstGeom prst="line">
            <a:avLst/>
          </a:prstGeom>
          <a:noFill/>
          <a:ln w="50800" cap="flat" cmpd="sng" algn="ctr">
            <a:solidFill>
              <a:srgbClr val="2980B9"/>
            </a:solidFill>
            <a:prstDash val="solid"/>
            <a:miter lim="800000"/>
          </a:ln>
          <a:effectLst/>
        </p:spPr>
      </p:cxnSp>
      <p:cxnSp>
        <p:nvCxnSpPr>
          <p:cNvPr id="6" name="Straight Connector 7"/>
          <p:cNvCxnSpPr/>
          <p:nvPr/>
        </p:nvCxnSpPr>
        <p:spPr>
          <a:xfrm flipH="1">
            <a:off x="1814513" y="4065060"/>
            <a:ext cx="1057275" cy="1057275"/>
          </a:xfrm>
          <a:prstGeom prst="line">
            <a:avLst/>
          </a:prstGeom>
          <a:noFill/>
          <a:ln w="50800" cap="flat" cmpd="sng" algn="ctr">
            <a:solidFill>
              <a:srgbClr val="2980B9"/>
            </a:solidFill>
            <a:prstDash val="solid"/>
            <a:miter lim="800000"/>
          </a:ln>
          <a:effectLst/>
        </p:spPr>
      </p:cxnSp>
      <p:cxnSp>
        <p:nvCxnSpPr>
          <p:cNvPr id="7" name="Straight Connector 8"/>
          <p:cNvCxnSpPr/>
          <p:nvPr/>
        </p:nvCxnSpPr>
        <p:spPr>
          <a:xfrm>
            <a:off x="3563940" y="2786779"/>
            <a:ext cx="1057275" cy="1057275"/>
          </a:xfrm>
          <a:prstGeom prst="line">
            <a:avLst/>
          </a:prstGeom>
          <a:noFill/>
          <a:ln w="50800" cap="flat" cmpd="sng" algn="ctr">
            <a:solidFill>
              <a:srgbClr val="41B176"/>
            </a:solidFill>
            <a:prstDash val="solid"/>
            <a:miter lim="800000"/>
          </a:ln>
          <a:effectLst/>
        </p:spPr>
      </p:cxnSp>
      <p:cxnSp>
        <p:nvCxnSpPr>
          <p:cNvPr id="8" name="Straight Connector 9"/>
          <p:cNvCxnSpPr/>
          <p:nvPr/>
        </p:nvCxnSpPr>
        <p:spPr>
          <a:xfrm flipH="1">
            <a:off x="3573465" y="4063811"/>
            <a:ext cx="1057275" cy="1057275"/>
          </a:xfrm>
          <a:prstGeom prst="line">
            <a:avLst/>
          </a:prstGeom>
          <a:noFill/>
          <a:ln w="50800" cap="flat" cmpd="sng" algn="ctr">
            <a:solidFill>
              <a:srgbClr val="41B176"/>
            </a:solidFill>
            <a:prstDash val="solid"/>
            <a:miter lim="800000"/>
          </a:ln>
          <a:effectLst/>
        </p:spPr>
      </p:cxnSp>
      <p:cxnSp>
        <p:nvCxnSpPr>
          <p:cNvPr id="9" name="Straight Connector 10"/>
          <p:cNvCxnSpPr/>
          <p:nvPr/>
        </p:nvCxnSpPr>
        <p:spPr>
          <a:xfrm>
            <a:off x="5332417" y="2788028"/>
            <a:ext cx="1057275" cy="1057275"/>
          </a:xfrm>
          <a:prstGeom prst="line">
            <a:avLst/>
          </a:prstGeom>
          <a:noFill/>
          <a:ln w="50800" cap="flat" cmpd="sng" algn="ctr">
            <a:solidFill>
              <a:srgbClr val="9BBB59"/>
            </a:solidFill>
            <a:prstDash val="solid"/>
            <a:miter lim="800000"/>
          </a:ln>
          <a:effectLst/>
        </p:spPr>
      </p:cxnSp>
      <p:cxnSp>
        <p:nvCxnSpPr>
          <p:cNvPr id="10" name="Straight Connector 11"/>
          <p:cNvCxnSpPr/>
          <p:nvPr/>
        </p:nvCxnSpPr>
        <p:spPr>
          <a:xfrm flipH="1">
            <a:off x="5341944" y="4065060"/>
            <a:ext cx="1057275" cy="1057275"/>
          </a:xfrm>
          <a:prstGeom prst="line">
            <a:avLst/>
          </a:prstGeom>
          <a:noFill/>
          <a:ln w="50800" cap="flat" cmpd="sng" algn="ctr">
            <a:solidFill>
              <a:srgbClr val="9BBB59"/>
            </a:solidFill>
            <a:prstDash val="solid"/>
            <a:miter lim="800000"/>
          </a:ln>
          <a:effectLst/>
        </p:spPr>
      </p:cxnSp>
      <p:cxnSp>
        <p:nvCxnSpPr>
          <p:cNvPr id="11" name="Straight Connector 12"/>
          <p:cNvCxnSpPr/>
          <p:nvPr/>
        </p:nvCxnSpPr>
        <p:spPr>
          <a:xfrm>
            <a:off x="7126295" y="2786779"/>
            <a:ext cx="1057275" cy="1057275"/>
          </a:xfrm>
          <a:prstGeom prst="line">
            <a:avLst/>
          </a:prstGeom>
          <a:noFill/>
          <a:ln w="50800" cap="flat" cmpd="sng" algn="ctr">
            <a:solidFill>
              <a:srgbClr val="F39C12"/>
            </a:solidFill>
            <a:prstDash val="solid"/>
            <a:miter lim="800000"/>
          </a:ln>
          <a:effectLst/>
        </p:spPr>
      </p:cxnSp>
      <p:cxnSp>
        <p:nvCxnSpPr>
          <p:cNvPr id="12" name="Straight Connector 13"/>
          <p:cNvCxnSpPr/>
          <p:nvPr/>
        </p:nvCxnSpPr>
        <p:spPr>
          <a:xfrm flipH="1">
            <a:off x="7135821" y="4063811"/>
            <a:ext cx="1057275" cy="1057275"/>
          </a:xfrm>
          <a:prstGeom prst="line">
            <a:avLst/>
          </a:prstGeom>
          <a:noFill/>
          <a:ln w="50800" cap="flat" cmpd="sng" algn="ctr">
            <a:solidFill>
              <a:srgbClr val="F39C12"/>
            </a:solidFill>
            <a:prstDash val="solid"/>
            <a:miter lim="800000"/>
          </a:ln>
          <a:effectLst/>
        </p:spPr>
      </p:cxnSp>
      <p:cxnSp>
        <p:nvCxnSpPr>
          <p:cNvPr id="13" name="Straight Connector 14"/>
          <p:cNvCxnSpPr/>
          <p:nvPr/>
        </p:nvCxnSpPr>
        <p:spPr>
          <a:xfrm>
            <a:off x="8848732" y="2786779"/>
            <a:ext cx="1057275" cy="1057275"/>
          </a:xfrm>
          <a:prstGeom prst="line">
            <a:avLst/>
          </a:prstGeom>
          <a:noFill/>
          <a:ln w="50800" cap="flat" cmpd="sng" algn="ctr">
            <a:solidFill>
              <a:srgbClr val="C0392B"/>
            </a:solidFill>
            <a:prstDash val="solid"/>
            <a:miter lim="800000"/>
          </a:ln>
          <a:effectLst/>
        </p:spPr>
      </p:cxnSp>
      <p:cxnSp>
        <p:nvCxnSpPr>
          <p:cNvPr id="14" name="Straight Connector 15"/>
          <p:cNvCxnSpPr/>
          <p:nvPr/>
        </p:nvCxnSpPr>
        <p:spPr>
          <a:xfrm flipH="1">
            <a:off x="8858257" y="4063811"/>
            <a:ext cx="1057275" cy="1057275"/>
          </a:xfrm>
          <a:prstGeom prst="line">
            <a:avLst/>
          </a:prstGeom>
          <a:noFill/>
          <a:ln w="50800" cap="flat" cmpd="sng" algn="ctr">
            <a:solidFill>
              <a:srgbClr val="C0392B"/>
            </a:solidFill>
            <a:prstDash val="solid"/>
            <a:miter lim="800000"/>
          </a:ln>
          <a:effectLst/>
        </p:spPr>
      </p:cxnSp>
      <p:sp>
        <p:nvSpPr>
          <p:cNvPr id="15" name="Oval 16"/>
          <p:cNvSpPr/>
          <p:nvPr/>
        </p:nvSpPr>
        <p:spPr>
          <a:xfrm>
            <a:off x="1289449" y="4988875"/>
            <a:ext cx="550859" cy="550859"/>
          </a:xfrm>
          <a:prstGeom prst="ellipse">
            <a:avLst/>
          </a:prstGeom>
          <a:noFill/>
          <a:ln w="50800" cap="flat" cmpd="sng" algn="ctr">
            <a:solidFill>
              <a:srgbClr val="2980B9"/>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16" name="Oval 17"/>
          <p:cNvSpPr/>
          <p:nvPr/>
        </p:nvSpPr>
        <p:spPr>
          <a:xfrm>
            <a:off x="1289449" y="2369611"/>
            <a:ext cx="550859" cy="550859"/>
          </a:xfrm>
          <a:prstGeom prst="ellipse">
            <a:avLst/>
          </a:prstGeom>
          <a:noFill/>
          <a:ln w="50800" cap="flat" cmpd="sng" algn="ctr">
            <a:solidFill>
              <a:srgbClr val="2980B9"/>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17" name="Freeform 18"/>
          <p:cNvSpPr>
            <a:spLocks/>
          </p:cNvSpPr>
          <p:nvPr/>
        </p:nvSpPr>
        <p:spPr bwMode="auto">
          <a:xfrm>
            <a:off x="3875089" y="3083983"/>
            <a:ext cx="1123951" cy="1739901"/>
          </a:xfrm>
          <a:custGeom>
            <a:avLst/>
            <a:gdLst>
              <a:gd name="T0" fmla="*/ 162 w 708"/>
              <a:gd name="T1" fmla="*/ 1096 h 1096"/>
              <a:gd name="T2" fmla="*/ 0 w 708"/>
              <a:gd name="T3" fmla="*/ 933 h 1096"/>
              <a:gd name="T4" fmla="*/ 383 w 708"/>
              <a:gd name="T5" fmla="*/ 548 h 1096"/>
              <a:gd name="T6" fmla="*/ 0 w 708"/>
              <a:gd name="T7" fmla="*/ 164 h 1096"/>
              <a:gd name="T8" fmla="*/ 162 w 708"/>
              <a:gd name="T9" fmla="*/ 0 h 1096"/>
              <a:gd name="T10" fmla="*/ 708 w 708"/>
              <a:gd name="T11" fmla="*/ 548 h 1096"/>
              <a:gd name="T12" fmla="*/ 162 w 708"/>
              <a:gd name="T13" fmla="*/ 1096 h 1096"/>
            </a:gdLst>
            <a:ahLst/>
            <a:cxnLst>
              <a:cxn ang="0">
                <a:pos x="T0" y="T1"/>
              </a:cxn>
              <a:cxn ang="0">
                <a:pos x="T2" y="T3"/>
              </a:cxn>
              <a:cxn ang="0">
                <a:pos x="T4" y="T5"/>
              </a:cxn>
              <a:cxn ang="0">
                <a:pos x="T6" y="T7"/>
              </a:cxn>
              <a:cxn ang="0">
                <a:pos x="T8" y="T9"/>
              </a:cxn>
              <a:cxn ang="0">
                <a:pos x="T10" y="T11"/>
              </a:cxn>
              <a:cxn ang="0">
                <a:pos x="T12" y="T13"/>
              </a:cxn>
            </a:cxnLst>
            <a:rect l="0" t="0" r="r" b="b"/>
            <a:pathLst>
              <a:path w="708" h="1096">
                <a:moveTo>
                  <a:pt x="162" y="1096"/>
                </a:moveTo>
                <a:lnTo>
                  <a:pt x="0" y="933"/>
                </a:lnTo>
                <a:lnTo>
                  <a:pt x="383" y="548"/>
                </a:lnTo>
                <a:lnTo>
                  <a:pt x="0" y="164"/>
                </a:lnTo>
                <a:lnTo>
                  <a:pt x="162" y="0"/>
                </a:lnTo>
                <a:lnTo>
                  <a:pt x="708" y="548"/>
                </a:lnTo>
                <a:lnTo>
                  <a:pt x="162" y="1096"/>
                </a:lnTo>
                <a:close/>
              </a:path>
            </a:pathLst>
          </a:custGeom>
          <a:solidFill>
            <a:srgbClr val="41B176"/>
          </a:solidFill>
          <a:ln>
            <a:noFill/>
          </a:ln>
        </p:spPr>
        <p:txBody>
          <a:bodyPr vert="horz" wrap="square" lIns="91440" tIns="45720" rIns="91440" bIns="45720" numCol="1" anchor="t" anchorCtr="0" compatLnSpc="1">
            <a:prstTxWarp prst="textNoShape">
              <a:avLst/>
            </a:prstTxWarp>
          </a:bodyPr>
          <a:lstStyle/>
          <a:p>
            <a:pPr defTabSz="914377">
              <a:defRPr/>
            </a:pPr>
            <a:endParaRPr lang="id-ID" kern="0">
              <a:solidFill>
                <a:srgbClr val="3F3F3F"/>
              </a:solidFill>
              <a:latin typeface="Lato Light"/>
            </a:endParaRPr>
          </a:p>
        </p:txBody>
      </p:sp>
      <p:sp>
        <p:nvSpPr>
          <p:cNvPr id="18" name="Freeform 19"/>
          <p:cNvSpPr>
            <a:spLocks/>
          </p:cNvSpPr>
          <p:nvPr/>
        </p:nvSpPr>
        <p:spPr bwMode="auto">
          <a:xfrm>
            <a:off x="5635626" y="3083983"/>
            <a:ext cx="1123951" cy="1739901"/>
          </a:xfrm>
          <a:custGeom>
            <a:avLst/>
            <a:gdLst>
              <a:gd name="T0" fmla="*/ 162 w 708"/>
              <a:gd name="T1" fmla="*/ 1096 h 1096"/>
              <a:gd name="T2" fmla="*/ 0 w 708"/>
              <a:gd name="T3" fmla="*/ 933 h 1096"/>
              <a:gd name="T4" fmla="*/ 383 w 708"/>
              <a:gd name="T5" fmla="*/ 548 h 1096"/>
              <a:gd name="T6" fmla="*/ 0 w 708"/>
              <a:gd name="T7" fmla="*/ 164 h 1096"/>
              <a:gd name="T8" fmla="*/ 162 w 708"/>
              <a:gd name="T9" fmla="*/ 0 h 1096"/>
              <a:gd name="T10" fmla="*/ 708 w 708"/>
              <a:gd name="T11" fmla="*/ 548 h 1096"/>
              <a:gd name="T12" fmla="*/ 162 w 708"/>
              <a:gd name="T13" fmla="*/ 1096 h 1096"/>
            </a:gdLst>
            <a:ahLst/>
            <a:cxnLst>
              <a:cxn ang="0">
                <a:pos x="T0" y="T1"/>
              </a:cxn>
              <a:cxn ang="0">
                <a:pos x="T2" y="T3"/>
              </a:cxn>
              <a:cxn ang="0">
                <a:pos x="T4" y="T5"/>
              </a:cxn>
              <a:cxn ang="0">
                <a:pos x="T6" y="T7"/>
              </a:cxn>
              <a:cxn ang="0">
                <a:pos x="T8" y="T9"/>
              </a:cxn>
              <a:cxn ang="0">
                <a:pos x="T10" y="T11"/>
              </a:cxn>
              <a:cxn ang="0">
                <a:pos x="T12" y="T13"/>
              </a:cxn>
            </a:cxnLst>
            <a:rect l="0" t="0" r="r" b="b"/>
            <a:pathLst>
              <a:path w="708" h="1096">
                <a:moveTo>
                  <a:pt x="162" y="1096"/>
                </a:moveTo>
                <a:lnTo>
                  <a:pt x="0" y="933"/>
                </a:lnTo>
                <a:lnTo>
                  <a:pt x="383" y="548"/>
                </a:lnTo>
                <a:lnTo>
                  <a:pt x="0" y="164"/>
                </a:lnTo>
                <a:lnTo>
                  <a:pt x="162" y="0"/>
                </a:lnTo>
                <a:lnTo>
                  <a:pt x="708" y="548"/>
                </a:lnTo>
                <a:lnTo>
                  <a:pt x="162" y="1096"/>
                </a:lnTo>
                <a:close/>
              </a:path>
            </a:pathLst>
          </a:custGeom>
          <a:solidFill>
            <a:srgbClr val="9BBB59"/>
          </a:solidFill>
          <a:ln>
            <a:noFill/>
          </a:ln>
        </p:spPr>
        <p:txBody>
          <a:bodyPr vert="horz" wrap="square" lIns="91440" tIns="45720" rIns="91440" bIns="45720" numCol="1" anchor="t" anchorCtr="0" compatLnSpc="1">
            <a:prstTxWarp prst="textNoShape">
              <a:avLst/>
            </a:prstTxWarp>
          </a:bodyPr>
          <a:lstStyle/>
          <a:p>
            <a:pPr defTabSz="914377">
              <a:defRPr/>
            </a:pPr>
            <a:endParaRPr lang="id-ID" kern="0">
              <a:solidFill>
                <a:srgbClr val="3F3F3F"/>
              </a:solidFill>
              <a:latin typeface="Lato Light"/>
            </a:endParaRPr>
          </a:p>
        </p:txBody>
      </p:sp>
      <p:sp>
        <p:nvSpPr>
          <p:cNvPr id="19" name="Oval 20"/>
          <p:cNvSpPr/>
          <p:nvPr/>
        </p:nvSpPr>
        <p:spPr>
          <a:xfrm>
            <a:off x="3075992" y="4988875"/>
            <a:ext cx="550859" cy="550859"/>
          </a:xfrm>
          <a:prstGeom prst="ellipse">
            <a:avLst/>
          </a:prstGeom>
          <a:noFill/>
          <a:ln w="50800" cap="flat" cmpd="sng" algn="ctr">
            <a:solidFill>
              <a:srgbClr val="41B176"/>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0" name="Oval 21"/>
          <p:cNvSpPr/>
          <p:nvPr/>
        </p:nvSpPr>
        <p:spPr>
          <a:xfrm>
            <a:off x="3075992" y="2369611"/>
            <a:ext cx="550859" cy="550859"/>
          </a:xfrm>
          <a:prstGeom prst="ellipse">
            <a:avLst/>
          </a:prstGeom>
          <a:noFill/>
          <a:ln w="50800" cap="flat" cmpd="sng" algn="ctr">
            <a:solidFill>
              <a:srgbClr val="41B176"/>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1" name="Oval 22"/>
          <p:cNvSpPr/>
          <p:nvPr/>
        </p:nvSpPr>
        <p:spPr>
          <a:xfrm>
            <a:off x="4809329" y="4988875"/>
            <a:ext cx="550859" cy="550859"/>
          </a:xfrm>
          <a:prstGeom prst="ellipse">
            <a:avLst/>
          </a:prstGeom>
          <a:noFill/>
          <a:ln w="50800" cap="flat" cmpd="sng" algn="ctr">
            <a:solidFill>
              <a:srgbClr val="9BBB59"/>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2" name="Oval 23"/>
          <p:cNvSpPr/>
          <p:nvPr/>
        </p:nvSpPr>
        <p:spPr>
          <a:xfrm>
            <a:off x="4809329" y="2369611"/>
            <a:ext cx="550859" cy="550859"/>
          </a:xfrm>
          <a:prstGeom prst="ellipse">
            <a:avLst/>
          </a:prstGeom>
          <a:noFill/>
          <a:ln w="50800" cap="flat" cmpd="sng" algn="ctr">
            <a:solidFill>
              <a:srgbClr val="9BBB59"/>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3" name="Oval 24"/>
          <p:cNvSpPr/>
          <p:nvPr/>
        </p:nvSpPr>
        <p:spPr>
          <a:xfrm>
            <a:off x="6638937" y="4988875"/>
            <a:ext cx="550859" cy="550859"/>
          </a:xfrm>
          <a:prstGeom prst="ellipse">
            <a:avLst/>
          </a:prstGeom>
          <a:noFill/>
          <a:ln w="50800" cap="flat" cmpd="sng" algn="ctr">
            <a:solidFill>
              <a:srgbClr val="F39C12"/>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4" name="Oval 25"/>
          <p:cNvSpPr/>
          <p:nvPr/>
        </p:nvSpPr>
        <p:spPr>
          <a:xfrm>
            <a:off x="6638937" y="2369611"/>
            <a:ext cx="550859" cy="550859"/>
          </a:xfrm>
          <a:prstGeom prst="ellipse">
            <a:avLst/>
          </a:prstGeom>
          <a:noFill/>
          <a:ln w="50800" cap="flat" cmpd="sng" algn="ctr">
            <a:solidFill>
              <a:srgbClr val="F39C12"/>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5" name="Oval 26"/>
          <p:cNvSpPr/>
          <p:nvPr/>
        </p:nvSpPr>
        <p:spPr>
          <a:xfrm>
            <a:off x="8362161" y="4988875"/>
            <a:ext cx="550859" cy="550859"/>
          </a:xfrm>
          <a:prstGeom prst="ellipse">
            <a:avLst/>
          </a:prstGeom>
          <a:noFill/>
          <a:ln w="50800" cap="flat" cmpd="sng" algn="ctr">
            <a:solidFill>
              <a:srgbClr val="C0392B"/>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6" name="Oval 27"/>
          <p:cNvSpPr/>
          <p:nvPr/>
        </p:nvSpPr>
        <p:spPr>
          <a:xfrm>
            <a:off x="8362161" y="2369611"/>
            <a:ext cx="550859" cy="550859"/>
          </a:xfrm>
          <a:prstGeom prst="ellipse">
            <a:avLst/>
          </a:prstGeom>
          <a:noFill/>
          <a:ln w="50800" cap="flat" cmpd="sng" algn="ctr">
            <a:solidFill>
              <a:srgbClr val="C0392B"/>
            </a:solidFill>
            <a:prstDash val="solid"/>
            <a:miter lim="800000"/>
          </a:ln>
          <a:effectLst/>
        </p:spPr>
        <p:txBody>
          <a:bodyPr rtlCol="0" anchor="ctr"/>
          <a:lstStyle/>
          <a:p>
            <a:pPr algn="ctr" defTabSz="914377">
              <a:defRPr/>
            </a:pPr>
            <a:endParaRPr lang="id-ID" kern="0">
              <a:solidFill>
                <a:prstClr val="white"/>
              </a:solidFill>
              <a:latin typeface="Lato Light"/>
            </a:endParaRPr>
          </a:p>
        </p:txBody>
      </p:sp>
      <p:sp>
        <p:nvSpPr>
          <p:cNvPr id="27" name="TextBox 28"/>
          <p:cNvSpPr txBox="1"/>
          <p:nvPr/>
        </p:nvSpPr>
        <p:spPr>
          <a:xfrm>
            <a:off x="411010" y="2507577"/>
            <a:ext cx="872355" cy="276999"/>
          </a:xfrm>
          <a:prstGeom prst="rect">
            <a:avLst/>
          </a:prstGeom>
          <a:noFill/>
        </p:spPr>
        <p:txBody>
          <a:bodyPr wrap="none" rtlCol="0">
            <a:spAutoFit/>
          </a:bodyPr>
          <a:lstStyle/>
          <a:p>
            <a:pPr algn="r"/>
            <a:r>
              <a:rPr lang="id-ID" sz="1200" b="1" dirty="0">
                <a:solidFill>
                  <a:srgbClr val="3F3F3F"/>
                </a:solidFill>
                <a:latin typeface="Lato"/>
              </a:rPr>
              <a:t>Content 1</a:t>
            </a:r>
          </a:p>
        </p:txBody>
      </p:sp>
      <p:sp>
        <p:nvSpPr>
          <p:cNvPr id="28" name="TextBox 29"/>
          <p:cNvSpPr txBox="1"/>
          <p:nvPr/>
        </p:nvSpPr>
        <p:spPr>
          <a:xfrm>
            <a:off x="411010" y="5149661"/>
            <a:ext cx="872355" cy="276999"/>
          </a:xfrm>
          <a:prstGeom prst="rect">
            <a:avLst/>
          </a:prstGeom>
          <a:noFill/>
        </p:spPr>
        <p:txBody>
          <a:bodyPr wrap="none" rtlCol="0">
            <a:spAutoFit/>
          </a:bodyPr>
          <a:lstStyle/>
          <a:p>
            <a:pPr algn="r"/>
            <a:r>
              <a:rPr lang="id-ID" sz="1200" b="1" dirty="0">
                <a:solidFill>
                  <a:srgbClr val="3F3F3F"/>
                </a:solidFill>
                <a:latin typeface="Lato"/>
              </a:rPr>
              <a:t>Content 2</a:t>
            </a:r>
          </a:p>
        </p:txBody>
      </p:sp>
      <p:sp>
        <p:nvSpPr>
          <p:cNvPr id="29" name="TextBox 30"/>
          <p:cNvSpPr txBox="1"/>
          <p:nvPr/>
        </p:nvSpPr>
        <p:spPr>
          <a:xfrm>
            <a:off x="2191100" y="2507577"/>
            <a:ext cx="872355" cy="276999"/>
          </a:xfrm>
          <a:prstGeom prst="rect">
            <a:avLst/>
          </a:prstGeom>
          <a:noFill/>
        </p:spPr>
        <p:txBody>
          <a:bodyPr wrap="none" rtlCol="0">
            <a:spAutoFit/>
          </a:bodyPr>
          <a:lstStyle/>
          <a:p>
            <a:pPr algn="r"/>
            <a:r>
              <a:rPr lang="id-ID" sz="1200" b="1" dirty="0">
                <a:solidFill>
                  <a:srgbClr val="3F3F3F"/>
                </a:solidFill>
                <a:latin typeface="Lato"/>
              </a:rPr>
              <a:t>Content 1</a:t>
            </a:r>
          </a:p>
        </p:txBody>
      </p:sp>
      <p:sp>
        <p:nvSpPr>
          <p:cNvPr id="30" name="TextBox 31"/>
          <p:cNvSpPr txBox="1"/>
          <p:nvPr/>
        </p:nvSpPr>
        <p:spPr>
          <a:xfrm>
            <a:off x="2191100" y="5149661"/>
            <a:ext cx="872355" cy="276999"/>
          </a:xfrm>
          <a:prstGeom prst="rect">
            <a:avLst/>
          </a:prstGeom>
          <a:noFill/>
        </p:spPr>
        <p:txBody>
          <a:bodyPr wrap="none" rtlCol="0">
            <a:spAutoFit/>
          </a:bodyPr>
          <a:lstStyle/>
          <a:p>
            <a:pPr algn="r"/>
            <a:r>
              <a:rPr lang="id-ID" sz="1200" b="1" dirty="0">
                <a:solidFill>
                  <a:srgbClr val="3F3F3F"/>
                </a:solidFill>
                <a:latin typeface="Lato"/>
              </a:rPr>
              <a:t>Content 2</a:t>
            </a:r>
          </a:p>
        </p:txBody>
      </p:sp>
      <p:sp>
        <p:nvSpPr>
          <p:cNvPr id="31" name="TextBox 32"/>
          <p:cNvSpPr txBox="1"/>
          <p:nvPr/>
        </p:nvSpPr>
        <p:spPr>
          <a:xfrm>
            <a:off x="3941756" y="2507577"/>
            <a:ext cx="872355" cy="276999"/>
          </a:xfrm>
          <a:prstGeom prst="rect">
            <a:avLst/>
          </a:prstGeom>
          <a:noFill/>
        </p:spPr>
        <p:txBody>
          <a:bodyPr wrap="none" rtlCol="0">
            <a:spAutoFit/>
          </a:bodyPr>
          <a:lstStyle/>
          <a:p>
            <a:pPr algn="r"/>
            <a:r>
              <a:rPr lang="id-ID" sz="1200" b="1" dirty="0">
                <a:solidFill>
                  <a:srgbClr val="3F3F3F"/>
                </a:solidFill>
                <a:latin typeface="Lato"/>
              </a:rPr>
              <a:t>Content 1</a:t>
            </a:r>
          </a:p>
        </p:txBody>
      </p:sp>
      <p:sp>
        <p:nvSpPr>
          <p:cNvPr id="32" name="TextBox 33"/>
          <p:cNvSpPr txBox="1"/>
          <p:nvPr/>
        </p:nvSpPr>
        <p:spPr>
          <a:xfrm>
            <a:off x="3941756" y="5149661"/>
            <a:ext cx="872355" cy="276999"/>
          </a:xfrm>
          <a:prstGeom prst="rect">
            <a:avLst/>
          </a:prstGeom>
          <a:noFill/>
        </p:spPr>
        <p:txBody>
          <a:bodyPr wrap="none" rtlCol="0">
            <a:spAutoFit/>
          </a:bodyPr>
          <a:lstStyle/>
          <a:p>
            <a:pPr algn="r"/>
            <a:r>
              <a:rPr lang="id-ID" sz="1200" b="1" dirty="0">
                <a:solidFill>
                  <a:srgbClr val="3F3F3F"/>
                </a:solidFill>
                <a:latin typeface="Lato"/>
              </a:rPr>
              <a:t>Content 2</a:t>
            </a:r>
          </a:p>
        </p:txBody>
      </p:sp>
      <p:sp>
        <p:nvSpPr>
          <p:cNvPr id="33" name="TextBox 34"/>
          <p:cNvSpPr txBox="1"/>
          <p:nvPr/>
        </p:nvSpPr>
        <p:spPr>
          <a:xfrm>
            <a:off x="5756772" y="2507577"/>
            <a:ext cx="872355" cy="276999"/>
          </a:xfrm>
          <a:prstGeom prst="rect">
            <a:avLst/>
          </a:prstGeom>
          <a:noFill/>
        </p:spPr>
        <p:txBody>
          <a:bodyPr wrap="none" rtlCol="0">
            <a:spAutoFit/>
          </a:bodyPr>
          <a:lstStyle/>
          <a:p>
            <a:pPr algn="r"/>
            <a:r>
              <a:rPr lang="id-ID" sz="1200" b="1" dirty="0">
                <a:solidFill>
                  <a:srgbClr val="3F3F3F"/>
                </a:solidFill>
                <a:latin typeface="Lato"/>
              </a:rPr>
              <a:t>Content 1</a:t>
            </a:r>
          </a:p>
        </p:txBody>
      </p:sp>
      <p:sp>
        <p:nvSpPr>
          <p:cNvPr id="34" name="TextBox 35"/>
          <p:cNvSpPr txBox="1"/>
          <p:nvPr/>
        </p:nvSpPr>
        <p:spPr>
          <a:xfrm>
            <a:off x="5756772" y="5149661"/>
            <a:ext cx="872355" cy="276999"/>
          </a:xfrm>
          <a:prstGeom prst="rect">
            <a:avLst/>
          </a:prstGeom>
          <a:noFill/>
        </p:spPr>
        <p:txBody>
          <a:bodyPr wrap="none" rtlCol="0">
            <a:spAutoFit/>
          </a:bodyPr>
          <a:lstStyle/>
          <a:p>
            <a:pPr algn="r"/>
            <a:r>
              <a:rPr lang="id-ID" sz="1200" b="1" dirty="0">
                <a:solidFill>
                  <a:srgbClr val="3F3F3F"/>
                </a:solidFill>
                <a:latin typeface="Lato"/>
              </a:rPr>
              <a:t>Content 2</a:t>
            </a:r>
          </a:p>
        </p:txBody>
      </p:sp>
      <p:sp>
        <p:nvSpPr>
          <p:cNvPr id="35" name="TextBox 36"/>
          <p:cNvSpPr txBox="1"/>
          <p:nvPr/>
        </p:nvSpPr>
        <p:spPr>
          <a:xfrm>
            <a:off x="7476918" y="2507577"/>
            <a:ext cx="872355" cy="276999"/>
          </a:xfrm>
          <a:prstGeom prst="rect">
            <a:avLst/>
          </a:prstGeom>
          <a:noFill/>
        </p:spPr>
        <p:txBody>
          <a:bodyPr wrap="none" rtlCol="0">
            <a:spAutoFit/>
          </a:bodyPr>
          <a:lstStyle/>
          <a:p>
            <a:pPr algn="r"/>
            <a:r>
              <a:rPr lang="id-ID" sz="1200" b="1" dirty="0">
                <a:solidFill>
                  <a:srgbClr val="3F3F3F"/>
                </a:solidFill>
                <a:latin typeface="Lato"/>
              </a:rPr>
              <a:t>Content 1</a:t>
            </a:r>
          </a:p>
        </p:txBody>
      </p:sp>
      <p:sp>
        <p:nvSpPr>
          <p:cNvPr id="36" name="TextBox 37"/>
          <p:cNvSpPr txBox="1"/>
          <p:nvPr/>
        </p:nvSpPr>
        <p:spPr>
          <a:xfrm>
            <a:off x="7476918" y="5149661"/>
            <a:ext cx="872355" cy="276999"/>
          </a:xfrm>
          <a:prstGeom prst="rect">
            <a:avLst/>
          </a:prstGeom>
          <a:noFill/>
        </p:spPr>
        <p:txBody>
          <a:bodyPr wrap="none" rtlCol="0">
            <a:spAutoFit/>
          </a:bodyPr>
          <a:lstStyle/>
          <a:p>
            <a:pPr algn="r"/>
            <a:r>
              <a:rPr lang="id-ID" sz="1200" b="1" dirty="0">
                <a:solidFill>
                  <a:srgbClr val="3F3F3F"/>
                </a:solidFill>
                <a:latin typeface="Lato"/>
              </a:rPr>
              <a:t>Content 2</a:t>
            </a:r>
          </a:p>
        </p:txBody>
      </p:sp>
      <p:sp>
        <p:nvSpPr>
          <p:cNvPr id="37" name="TextBox 38"/>
          <p:cNvSpPr txBox="1"/>
          <p:nvPr/>
        </p:nvSpPr>
        <p:spPr>
          <a:xfrm>
            <a:off x="1819221" y="3764422"/>
            <a:ext cx="768159" cy="338554"/>
          </a:xfrm>
          <a:prstGeom prst="rect">
            <a:avLst/>
          </a:prstGeom>
          <a:noFill/>
        </p:spPr>
        <p:txBody>
          <a:bodyPr wrap="none" rtlCol="0">
            <a:spAutoFit/>
          </a:bodyPr>
          <a:lstStyle/>
          <a:p>
            <a:pPr algn="r"/>
            <a:r>
              <a:rPr lang="id-ID" sz="1600" b="1" dirty="0">
                <a:solidFill>
                  <a:srgbClr val="3F3F3F"/>
                </a:solidFill>
                <a:latin typeface="Lato"/>
              </a:rPr>
              <a:t>Step 1</a:t>
            </a:r>
          </a:p>
        </p:txBody>
      </p:sp>
      <p:sp>
        <p:nvSpPr>
          <p:cNvPr id="38" name="TextBox 39"/>
          <p:cNvSpPr txBox="1"/>
          <p:nvPr/>
        </p:nvSpPr>
        <p:spPr>
          <a:xfrm>
            <a:off x="3530572" y="3764422"/>
            <a:ext cx="768159" cy="338554"/>
          </a:xfrm>
          <a:prstGeom prst="rect">
            <a:avLst/>
          </a:prstGeom>
          <a:noFill/>
        </p:spPr>
        <p:txBody>
          <a:bodyPr wrap="none" rtlCol="0">
            <a:spAutoFit/>
          </a:bodyPr>
          <a:lstStyle/>
          <a:p>
            <a:pPr algn="r"/>
            <a:r>
              <a:rPr lang="id-ID" sz="1600" b="1" dirty="0">
                <a:solidFill>
                  <a:srgbClr val="3F3F3F"/>
                </a:solidFill>
                <a:latin typeface="Lato"/>
              </a:rPr>
              <a:t>Step 2</a:t>
            </a:r>
          </a:p>
        </p:txBody>
      </p:sp>
      <p:sp>
        <p:nvSpPr>
          <p:cNvPr id="39" name="TextBox 40"/>
          <p:cNvSpPr txBox="1"/>
          <p:nvPr/>
        </p:nvSpPr>
        <p:spPr>
          <a:xfrm>
            <a:off x="5330213" y="3764422"/>
            <a:ext cx="768159" cy="338554"/>
          </a:xfrm>
          <a:prstGeom prst="rect">
            <a:avLst/>
          </a:prstGeom>
          <a:noFill/>
        </p:spPr>
        <p:txBody>
          <a:bodyPr wrap="none" rtlCol="0">
            <a:spAutoFit/>
          </a:bodyPr>
          <a:lstStyle/>
          <a:p>
            <a:pPr algn="r"/>
            <a:r>
              <a:rPr lang="id-ID" sz="1600" b="1" dirty="0">
                <a:solidFill>
                  <a:srgbClr val="3F3F3F"/>
                </a:solidFill>
                <a:latin typeface="Lato"/>
              </a:rPr>
              <a:t>Step 3</a:t>
            </a:r>
          </a:p>
        </p:txBody>
      </p:sp>
      <p:sp>
        <p:nvSpPr>
          <p:cNvPr id="40" name="TextBox 41"/>
          <p:cNvSpPr txBox="1"/>
          <p:nvPr/>
        </p:nvSpPr>
        <p:spPr>
          <a:xfrm>
            <a:off x="7105064" y="3764422"/>
            <a:ext cx="768159" cy="338554"/>
          </a:xfrm>
          <a:prstGeom prst="rect">
            <a:avLst/>
          </a:prstGeom>
          <a:noFill/>
        </p:spPr>
        <p:txBody>
          <a:bodyPr wrap="none" rtlCol="0">
            <a:spAutoFit/>
          </a:bodyPr>
          <a:lstStyle/>
          <a:p>
            <a:pPr algn="r"/>
            <a:r>
              <a:rPr lang="id-ID" sz="1600" b="1" dirty="0">
                <a:solidFill>
                  <a:srgbClr val="3F3F3F"/>
                </a:solidFill>
                <a:latin typeface="Lato"/>
              </a:rPr>
              <a:t>Step 4</a:t>
            </a:r>
          </a:p>
        </p:txBody>
      </p:sp>
      <p:sp>
        <p:nvSpPr>
          <p:cNvPr id="41" name="TextBox 42"/>
          <p:cNvSpPr txBox="1"/>
          <p:nvPr/>
        </p:nvSpPr>
        <p:spPr>
          <a:xfrm>
            <a:off x="8848448" y="3764422"/>
            <a:ext cx="768159" cy="338554"/>
          </a:xfrm>
          <a:prstGeom prst="rect">
            <a:avLst/>
          </a:prstGeom>
          <a:noFill/>
        </p:spPr>
        <p:txBody>
          <a:bodyPr wrap="none" rtlCol="0">
            <a:spAutoFit/>
          </a:bodyPr>
          <a:lstStyle/>
          <a:p>
            <a:pPr algn="r"/>
            <a:r>
              <a:rPr lang="id-ID" sz="1600" b="1" dirty="0">
                <a:solidFill>
                  <a:srgbClr val="3F3F3F"/>
                </a:solidFill>
                <a:latin typeface="Lato"/>
              </a:rPr>
              <a:t>Step 5</a:t>
            </a:r>
          </a:p>
        </p:txBody>
      </p:sp>
      <p:sp>
        <p:nvSpPr>
          <p:cNvPr id="42" name="TextBox 53"/>
          <p:cNvSpPr txBox="1"/>
          <p:nvPr/>
        </p:nvSpPr>
        <p:spPr>
          <a:xfrm>
            <a:off x="10452973" y="3715565"/>
            <a:ext cx="1045478" cy="461665"/>
          </a:xfrm>
          <a:prstGeom prst="rect">
            <a:avLst/>
          </a:prstGeom>
          <a:noFill/>
        </p:spPr>
        <p:txBody>
          <a:bodyPr wrap="none" rtlCol="0">
            <a:spAutoFit/>
          </a:bodyPr>
          <a:lstStyle/>
          <a:p>
            <a:pPr algn="r"/>
            <a:r>
              <a:rPr lang="id-ID" sz="2400" b="1" dirty="0">
                <a:solidFill>
                  <a:srgbClr val="3F3F3F"/>
                </a:solidFill>
                <a:latin typeface="Lato"/>
              </a:rPr>
              <a:t>Result</a:t>
            </a:r>
          </a:p>
        </p:txBody>
      </p:sp>
      <p:cxnSp>
        <p:nvCxnSpPr>
          <p:cNvPr id="43" name="Straight Connector 57"/>
          <p:cNvCxnSpPr/>
          <p:nvPr/>
        </p:nvCxnSpPr>
        <p:spPr>
          <a:xfrm>
            <a:off x="660401" y="3950565"/>
            <a:ext cx="1154113" cy="0"/>
          </a:xfrm>
          <a:prstGeom prst="line">
            <a:avLst/>
          </a:prstGeom>
          <a:noFill/>
          <a:ln w="19050" cap="flat" cmpd="sng" algn="ctr">
            <a:solidFill>
              <a:srgbClr val="3F3F3F">
                <a:lumMod val="60000"/>
                <a:lumOff val="40000"/>
              </a:srgbClr>
            </a:solidFill>
            <a:prstDash val="solid"/>
            <a:miter lim="800000"/>
            <a:headEnd type="oval"/>
            <a:tailEnd type="oval"/>
          </a:ln>
          <a:effectLst/>
        </p:spPr>
      </p:cxnSp>
      <p:cxnSp>
        <p:nvCxnSpPr>
          <p:cNvPr id="44" name="Straight Connector 58"/>
          <p:cNvCxnSpPr/>
          <p:nvPr/>
        </p:nvCxnSpPr>
        <p:spPr>
          <a:xfrm>
            <a:off x="3333363" y="3950565"/>
            <a:ext cx="182880" cy="0"/>
          </a:xfrm>
          <a:prstGeom prst="line">
            <a:avLst/>
          </a:prstGeom>
          <a:noFill/>
          <a:ln w="19050" cap="flat" cmpd="sng" algn="ctr">
            <a:solidFill>
              <a:srgbClr val="3F3F3F">
                <a:lumMod val="60000"/>
                <a:lumOff val="40000"/>
              </a:srgbClr>
            </a:solidFill>
            <a:prstDash val="solid"/>
            <a:miter lim="800000"/>
            <a:headEnd type="oval"/>
            <a:tailEnd type="oval"/>
          </a:ln>
          <a:effectLst/>
        </p:spPr>
      </p:cxnSp>
      <p:cxnSp>
        <p:nvCxnSpPr>
          <p:cNvPr id="45" name="Straight Connector 62"/>
          <p:cNvCxnSpPr/>
          <p:nvPr/>
        </p:nvCxnSpPr>
        <p:spPr>
          <a:xfrm>
            <a:off x="5110463" y="3950565"/>
            <a:ext cx="182880" cy="0"/>
          </a:xfrm>
          <a:prstGeom prst="line">
            <a:avLst/>
          </a:prstGeom>
          <a:noFill/>
          <a:ln w="19050" cap="flat" cmpd="sng" algn="ctr">
            <a:solidFill>
              <a:srgbClr val="3F3F3F">
                <a:lumMod val="60000"/>
                <a:lumOff val="40000"/>
              </a:srgbClr>
            </a:solidFill>
            <a:prstDash val="solid"/>
            <a:miter lim="800000"/>
            <a:headEnd type="oval"/>
            <a:tailEnd type="oval"/>
          </a:ln>
          <a:effectLst/>
        </p:spPr>
      </p:cxnSp>
      <p:cxnSp>
        <p:nvCxnSpPr>
          <p:cNvPr id="46" name="Straight Connector 63"/>
          <p:cNvCxnSpPr/>
          <p:nvPr/>
        </p:nvCxnSpPr>
        <p:spPr>
          <a:xfrm>
            <a:off x="6875788" y="3950565"/>
            <a:ext cx="182880" cy="0"/>
          </a:xfrm>
          <a:prstGeom prst="line">
            <a:avLst/>
          </a:prstGeom>
          <a:noFill/>
          <a:ln w="19050" cap="flat" cmpd="sng" algn="ctr">
            <a:solidFill>
              <a:srgbClr val="3F3F3F">
                <a:lumMod val="60000"/>
                <a:lumOff val="40000"/>
              </a:srgbClr>
            </a:solidFill>
            <a:prstDash val="solid"/>
            <a:miter lim="800000"/>
            <a:headEnd type="oval"/>
            <a:tailEnd type="oval"/>
          </a:ln>
          <a:effectLst/>
        </p:spPr>
      </p:cxnSp>
      <p:cxnSp>
        <p:nvCxnSpPr>
          <p:cNvPr id="47" name="Straight Connector 64"/>
          <p:cNvCxnSpPr/>
          <p:nvPr/>
        </p:nvCxnSpPr>
        <p:spPr>
          <a:xfrm>
            <a:off x="8652887" y="3950565"/>
            <a:ext cx="182880" cy="0"/>
          </a:xfrm>
          <a:prstGeom prst="line">
            <a:avLst/>
          </a:prstGeom>
          <a:noFill/>
          <a:ln w="19050" cap="flat" cmpd="sng" algn="ctr">
            <a:solidFill>
              <a:srgbClr val="3F3F3F">
                <a:lumMod val="60000"/>
                <a:lumOff val="40000"/>
              </a:srgbClr>
            </a:solidFill>
            <a:prstDash val="solid"/>
            <a:miter lim="800000"/>
            <a:headEnd type="oval"/>
            <a:tailEnd type="oval"/>
          </a:ln>
          <a:effectLst/>
        </p:spPr>
      </p:cxnSp>
      <p:sp>
        <p:nvSpPr>
          <p:cNvPr id="48" name="Freeform 67"/>
          <p:cNvSpPr>
            <a:spLocks noEditPoints="1"/>
          </p:cNvSpPr>
          <p:nvPr/>
        </p:nvSpPr>
        <p:spPr bwMode="auto">
          <a:xfrm>
            <a:off x="6810738" y="2485333"/>
            <a:ext cx="207255" cy="319415"/>
          </a:xfrm>
          <a:custGeom>
            <a:avLst/>
            <a:gdLst>
              <a:gd name="T0" fmla="*/ 108 w 108"/>
              <a:gd name="T1" fmla="*/ 53 h 166"/>
              <a:gd name="T2" fmla="*/ 94 w 108"/>
              <a:gd name="T3" fmla="*/ 90 h 166"/>
              <a:gd name="T4" fmla="*/ 77 w 108"/>
              <a:gd name="T5" fmla="*/ 123 h 166"/>
              <a:gd name="T6" fmla="*/ 32 w 108"/>
              <a:gd name="T7" fmla="*/ 123 h 166"/>
              <a:gd name="T8" fmla="*/ 15 w 108"/>
              <a:gd name="T9" fmla="*/ 90 h 166"/>
              <a:gd name="T10" fmla="*/ 0 w 108"/>
              <a:gd name="T11" fmla="*/ 53 h 166"/>
              <a:gd name="T12" fmla="*/ 54 w 108"/>
              <a:gd name="T13" fmla="*/ 0 h 166"/>
              <a:gd name="T14" fmla="*/ 54 w 108"/>
              <a:gd name="T15" fmla="*/ 0 h 166"/>
              <a:gd name="T16" fmla="*/ 54 w 108"/>
              <a:gd name="T17" fmla="*/ 0 h 166"/>
              <a:gd name="T18" fmla="*/ 108 w 108"/>
              <a:gd name="T19" fmla="*/ 53 h 166"/>
              <a:gd name="T20" fmla="*/ 75 w 108"/>
              <a:gd name="T21" fmla="*/ 127 h 166"/>
              <a:gd name="T22" fmla="*/ 34 w 108"/>
              <a:gd name="T23" fmla="*/ 127 h 166"/>
              <a:gd name="T24" fmla="*/ 30 w 108"/>
              <a:gd name="T25" fmla="*/ 131 h 166"/>
              <a:gd name="T26" fmla="*/ 30 w 108"/>
              <a:gd name="T27" fmla="*/ 132 h 166"/>
              <a:gd name="T28" fmla="*/ 34 w 108"/>
              <a:gd name="T29" fmla="*/ 136 h 166"/>
              <a:gd name="T30" fmla="*/ 75 w 108"/>
              <a:gd name="T31" fmla="*/ 136 h 166"/>
              <a:gd name="T32" fmla="*/ 79 w 108"/>
              <a:gd name="T33" fmla="*/ 132 h 166"/>
              <a:gd name="T34" fmla="*/ 79 w 108"/>
              <a:gd name="T35" fmla="*/ 131 h 166"/>
              <a:gd name="T36" fmla="*/ 75 w 108"/>
              <a:gd name="T37" fmla="*/ 127 h 166"/>
              <a:gd name="T38" fmla="*/ 75 w 108"/>
              <a:gd name="T39" fmla="*/ 139 h 166"/>
              <a:gd name="T40" fmla="*/ 34 w 108"/>
              <a:gd name="T41" fmla="*/ 139 h 166"/>
              <a:gd name="T42" fmla="*/ 30 w 108"/>
              <a:gd name="T43" fmla="*/ 143 h 166"/>
              <a:gd name="T44" fmla="*/ 30 w 108"/>
              <a:gd name="T45" fmla="*/ 143 h 166"/>
              <a:gd name="T46" fmla="*/ 34 w 108"/>
              <a:gd name="T47" fmla="*/ 147 h 166"/>
              <a:gd name="T48" fmla="*/ 75 w 108"/>
              <a:gd name="T49" fmla="*/ 147 h 166"/>
              <a:gd name="T50" fmla="*/ 79 w 108"/>
              <a:gd name="T51" fmla="*/ 143 h 166"/>
              <a:gd name="T52" fmla="*/ 79 w 108"/>
              <a:gd name="T53" fmla="*/ 143 h 166"/>
              <a:gd name="T54" fmla="*/ 75 w 108"/>
              <a:gd name="T55" fmla="*/ 139 h 166"/>
              <a:gd name="T56" fmla="*/ 75 w 108"/>
              <a:gd name="T57" fmla="*/ 150 h 166"/>
              <a:gd name="T58" fmla="*/ 34 w 108"/>
              <a:gd name="T59" fmla="*/ 150 h 166"/>
              <a:gd name="T60" fmla="*/ 30 w 108"/>
              <a:gd name="T61" fmla="*/ 154 h 166"/>
              <a:gd name="T62" fmla="*/ 30 w 108"/>
              <a:gd name="T63" fmla="*/ 156 h 166"/>
              <a:gd name="T64" fmla="*/ 34 w 108"/>
              <a:gd name="T65" fmla="*/ 160 h 166"/>
              <a:gd name="T66" fmla="*/ 38 w 108"/>
              <a:gd name="T67" fmla="*/ 160 h 166"/>
              <a:gd name="T68" fmla="*/ 38 w 108"/>
              <a:gd name="T69" fmla="*/ 162 h 166"/>
              <a:gd name="T70" fmla="*/ 42 w 108"/>
              <a:gd name="T71" fmla="*/ 166 h 166"/>
              <a:gd name="T72" fmla="*/ 66 w 108"/>
              <a:gd name="T73" fmla="*/ 166 h 166"/>
              <a:gd name="T74" fmla="*/ 70 w 108"/>
              <a:gd name="T75" fmla="*/ 162 h 166"/>
              <a:gd name="T76" fmla="*/ 70 w 108"/>
              <a:gd name="T77" fmla="*/ 160 h 166"/>
              <a:gd name="T78" fmla="*/ 75 w 108"/>
              <a:gd name="T79" fmla="*/ 160 h 166"/>
              <a:gd name="T80" fmla="*/ 79 w 108"/>
              <a:gd name="T81" fmla="*/ 156 h 166"/>
              <a:gd name="T82" fmla="*/ 79 w 108"/>
              <a:gd name="T83" fmla="*/ 154 h 166"/>
              <a:gd name="T84" fmla="*/ 75 w 108"/>
              <a:gd name="T85" fmla="*/ 15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8" h="166">
                <a:moveTo>
                  <a:pt x="108" y="53"/>
                </a:moveTo>
                <a:cubicBezTo>
                  <a:pt x="108" y="68"/>
                  <a:pt x="103" y="81"/>
                  <a:pt x="94" y="90"/>
                </a:cubicBezTo>
                <a:cubicBezTo>
                  <a:pt x="76" y="111"/>
                  <a:pt x="86" y="123"/>
                  <a:pt x="77" y="123"/>
                </a:cubicBezTo>
                <a:cubicBezTo>
                  <a:pt x="32" y="123"/>
                  <a:pt x="32" y="123"/>
                  <a:pt x="32" y="123"/>
                </a:cubicBezTo>
                <a:cubicBezTo>
                  <a:pt x="22" y="123"/>
                  <a:pt x="33" y="111"/>
                  <a:pt x="15" y="90"/>
                </a:cubicBezTo>
                <a:cubicBezTo>
                  <a:pt x="6" y="81"/>
                  <a:pt x="0" y="68"/>
                  <a:pt x="0" y="53"/>
                </a:cubicBezTo>
                <a:cubicBezTo>
                  <a:pt x="0" y="24"/>
                  <a:pt x="25" y="0"/>
                  <a:pt x="54" y="0"/>
                </a:cubicBezTo>
                <a:cubicBezTo>
                  <a:pt x="54" y="0"/>
                  <a:pt x="54" y="0"/>
                  <a:pt x="54" y="0"/>
                </a:cubicBezTo>
                <a:cubicBezTo>
                  <a:pt x="54" y="0"/>
                  <a:pt x="54" y="0"/>
                  <a:pt x="54" y="0"/>
                </a:cubicBezTo>
                <a:cubicBezTo>
                  <a:pt x="84" y="0"/>
                  <a:pt x="108" y="24"/>
                  <a:pt x="108" y="53"/>
                </a:cubicBezTo>
                <a:moveTo>
                  <a:pt x="75" y="127"/>
                </a:moveTo>
                <a:cubicBezTo>
                  <a:pt x="34" y="127"/>
                  <a:pt x="34" y="127"/>
                  <a:pt x="34" y="127"/>
                </a:cubicBezTo>
                <a:cubicBezTo>
                  <a:pt x="32" y="127"/>
                  <a:pt x="30" y="129"/>
                  <a:pt x="30" y="131"/>
                </a:cubicBezTo>
                <a:cubicBezTo>
                  <a:pt x="30" y="132"/>
                  <a:pt x="30" y="132"/>
                  <a:pt x="30" y="132"/>
                </a:cubicBezTo>
                <a:cubicBezTo>
                  <a:pt x="30" y="134"/>
                  <a:pt x="32" y="136"/>
                  <a:pt x="34" y="136"/>
                </a:cubicBezTo>
                <a:cubicBezTo>
                  <a:pt x="75" y="136"/>
                  <a:pt x="75" y="136"/>
                  <a:pt x="75" y="136"/>
                </a:cubicBezTo>
                <a:cubicBezTo>
                  <a:pt x="77" y="136"/>
                  <a:pt x="79" y="134"/>
                  <a:pt x="79" y="132"/>
                </a:cubicBezTo>
                <a:cubicBezTo>
                  <a:pt x="79" y="131"/>
                  <a:pt x="79" y="131"/>
                  <a:pt x="79" y="131"/>
                </a:cubicBezTo>
                <a:cubicBezTo>
                  <a:pt x="79" y="129"/>
                  <a:pt x="77" y="127"/>
                  <a:pt x="75" y="127"/>
                </a:cubicBezTo>
                <a:moveTo>
                  <a:pt x="75" y="139"/>
                </a:moveTo>
                <a:cubicBezTo>
                  <a:pt x="34" y="139"/>
                  <a:pt x="34" y="139"/>
                  <a:pt x="34" y="139"/>
                </a:cubicBezTo>
                <a:cubicBezTo>
                  <a:pt x="32" y="139"/>
                  <a:pt x="30" y="141"/>
                  <a:pt x="30" y="143"/>
                </a:cubicBezTo>
                <a:cubicBezTo>
                  <a:pt x="30" y="143"/>
                  <a:pt x="30" y="143"/>
                  <a:pt x="30" y="143"/>
                </a:cubicBezTo>
                <a:cubicBezTo>
                  <a:pt x="30" y="145"/>
                  <a:pt x="32" y="147"/>
                  <a:pt x="34" y="147"/>
                </a:cubicBezTo>
                <a:cubicBezTo>
                  <a:pt x="75" y="147"/>
                  <a:pt x="75" y="147"/>
                  <a:pt x="75" y="147"/>
                </a:cubicBezTo>
                <a:cubicBezTo>
                  <a:pt x="77" y="147"/>
                  <a:pt x="79" y="145"/>
                  <a:pt x="79" y="143"/>
                </a:cubicBezTo>
                <a:cubicBezTo>
                  <a:pt x="79" y="143"/>
                  <a:pt x="79" y="143"/>
                  <a:pt x="79" y="143"/>
                </a:cubicBezTo>
                <a:cubicBezTo>
                  <a:pt x="79" y="141"/>
                  <a:pt x="77" y="139"/>
                  <a:pt x="75" y="139"/>
                </a:cubicBezTo>
                <a:moveTo>
                  <a:pt x="75" y="150"/>
                </a:moveTo>
                <a:cubicBezTo>
                  <a:pt x="34" y="150"/>
                  <a:pt x="34" y="150"/>
                  <a:pt x="34" y="150"/>
                </a:cubicBezTo>
                <a:cubicBezTo>
                  <a:pt x="32" y="150"/>
                  <a:pt x="30" y="152"/>
                  <a:pt x="30" y="154"/>
                </a:cubicBezTo>
                <a:cubicBezTo>
                  <a:pt x="30" y="156"/>
                  <a:pt x="30" y="156"/>
                  <a:pt x="30" y="156"/>
                </a:cubicBezTo>
                <a:cubicBezTo>
                  <a:pt x="30" y="159"/>
                  <a:pt x="32" y="160"/>
                  <a:pt x="34" y="160"/>
                </a:cubicBezTo>
                <a:cubicBezTo>
                  <a:pt x="38" y="160"/>
                  <a:pt x="38" y="160"/>
                  <a:pt x="38" y="160"/>
                </a:cubicBezTo>
                <a:cubicBezTo>
                  <a:pt x="38" y="162"/>
                  <a:pt x="38" y="162"/>
                  <a:pt x="38" y="162"/>
                </a:cubicBezTo>
                <a:cubicBezTo>
                  <a:pt x="38" y="164"/>
                  <a:pt x="40" y="166"/>
                  <a:pt x="42" y="166"/>
                </a:cubicBezTo>
                <a:cubicBezTo>
                  <a:pt x="66" y="166"/>
                  <a:pt x="66" y="166"/>
                  <a:pt x="66" y="166"/>
                </a:cubicBezTo>
                <a:cubicBezTo>
                  <a:pt x="69" y="166"/>
                  <a:pt x="70" y="164"/>
                  <a:pt x="70" y="162"/>
                </a:cubicBezTo>
                <a:cubicBezTo>
                  <a:pt x="70" y="160"/>
                  <a:pt x="70" y="160"/>
                  <a:pt x="70" y="160"/>
                </a:cubicBezTo>
                <a:cubicBezTo>
                  <a:pt x="75" y="160"/>
                  <a:pt x="75" y="160"/>
                  <a:pt x="75" y="160"/>
                </a:cubicBezTo>
                <a:cubicBezTo>
                  <a:pt x="77" y="160"/>
                  <a:pt x="79" y="159"/>
                  <a:pt x="79" y="156"/>
                </a:cubicBezTo>
                <a:cubicBezTo>
                  <a:pt x="79" y="154"/>
                  <a:pt x="79" y="154"/>
                  <a:pt x="79" y="154"/>
                </a:cubicBezTo>
                <a:cubicBezTo>
                  <a:pt x="79" y="152"/>
                  <a:pt x="77" y="150"/>
                  <a:pt x="75" y="150"/>
                </a:cubicBezTo>
              </a:path>
            </a:pathLst>
          </a:custGeom>
          <a:solidFill>
            <a:srgbClr val="F39C12"/>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49" name="Freeform 68"/>
          <p:cNvSpPr>
            <a:spLocks noEditPoints="1"/>
          </p:cNvSpPr>
          <p:nvPr/>
        </p:nvSpPr>
        <p:spPr bwMode="auto">
          <a:xfrm>
            <a:off x="6810332" y="5104597"/>
            <a:ext cx="208067" cy="319415"/>
          </a:xfrm>
          <a:custGeom>
            <a:avLst/>
            <a:gdLst>
              <a:gd name="T0" fmla="*/ 78 w 108"/>
              <a:gd name="T1" fmla="*/ 143 h 166"/>
              <a:gd name="T2" fmla="*/ 33 w 108"/>
              <a:gd name="T3" fmla="*/ 147 h 166"/>
              <a:gd name="T4" fmla="*/ 29 w 108"/>
              <a:gd name="T5" fmla="*/ 143 h 166"/>
              <a:gd name="T6" fmla="*/ 74 w 108"/>
              <a:gd name="T7" fmla="*/ 139 h 166"/>
              <a:gd name="T8" fmla="*/ 74 w 108"/>
              <a:gd name="T9" fmla="*/ 150 h 166"/>
              <a:gd name="T10" fmla="*/ 29 w 108"/>
              <a:gd name="T11" fmla="*/ 154 h 166"/>
              <a:gd name="T12" fmla="*/ 33 w 108"/>
              <a:gd name="T13" fmla="*/ 160 h 166"/>
              <a:gd name="T14" fmla="*/ 38 w 108"/>
              <a:gd name="T15" fmla="*/ 162 h 166"/>
              <a:gd name="T16" fmla="*/ 66 w 108"/>
              <a:gd name="T17" fmla="*/ 166 h 166"/>
              <a:gd name="T18" fmla="*/ 70 w 108"/>
              <a:gd name="T19" fmla="*/ 160 h 166"/>
              <a:gd name="T20" fmla="*/ 78 w 108"/>
              <a:gd name="T21" fmla="*/ 156 h 166"/>
              <a:gd name="T22" fmla="*/ 74 w 108"/>
              <a:gd name="T23" fmla="*/ 150 h 166"/>
              <a:gd name="T24" fmla="*/ 33 w 108"/>
              <a:gd name="T25" fmla="*/ 127 h 166"/>
              <a:gd name="T26" fmla="*/ 29 w 108"/>
              <a:gd name="T27" fmla="*/ 132 h 166"/>
              <a:gd name="T28" fmla="*/ 74 w 108"/>
              <a:gd name="T29" fmla="*/ 136 h 166"/>
              <a:gd name="T30" fmla="*/ 78 w 108"/>
              <a:gd name="T31" fmla="*/ 131 h 166"/>
              <a:gd name="T32" fmla="*/ 108 w 108"/>
              <a:gd name="T33" fmla="*/ 53 h 166"/>
              <a:gd name="T34" fmla="*/ 76 w 108"/>
              <a:gd name="T35" fmla="*/ 123 h 166"/>
              <a:gd name="T36" fmla="*/ 15 w 108"/>
              <a:gd name="T37" fmla="*/ 90 h 166"/>
              <a:gd name="T38" fmla="*/ 54 w 108"/>
              <a:gd name="T39" fmla="*/ 0 h 166"/>
              <a:gd name="T40" fmla="*/ 54 w 108"/>
              <a:gd name="T41" fmla="*/ 0 h 166"/>
              <a:gd name="T42" fmla="*/ 61 w 108"/>
              <a:gd name="T43" fmla="*/ 115 h 166"/>
              <a:gd name="T44" fmla="*/ 67 w 108"/>
              <a:gd name="T45" fmla="*/ 73 h 166"/>
              <a:gd name="T46" fmla="*/ 63 w 108"/>
              <a:gd name="T47" fmla="*/ 77 h 166"/>
              <a:gd name="T48" fmla="*/ 54 w 108"/>
              <a:gd name="T49" fmla="*/ 69 h 166"/>
              <a:gd name="T50" fmla="*/ 45 w 108"/>
              <a:gd name="T51" fmla="*/ 76 h 166"/>
              <a:gd name="T52" fmla="*/ 39 w 108"/>
              <a:gd name="T53" fmla="*/ 73 h 166"/>
              <a:gd name="T54" fmla="*/ 61 w 108"/>
              <a:gd name="T55" fmla="*/ 115 h 166"/>
              <a:gd name="T56" fmla="*/ 54 w 108"/>
              <a:gd name="T57" fmla="*/ 8 h 166"/>
              <a:gd name="T58" fmla="*/ 54 w 108"/>
              <a:gd name="T59" fmla="*/ 8 h 166"/>
              <a:gd name="T60" fmla="*/ 20 w 108"/>
              <a:gd name="T61" fmla="*/ 85 h 166"/>
              <a:gd name="T62" fmla="*/ 21 w 108"/>
              <a:gd name="T63" fmla="*/ 85 h 166"/>
              <a:gd name="T64" fmla="*/ 34 w 108"/>
              <a:gd name="T65" fmla="*/ 115 h 166"/>
              <a:gd name="T66" fmla="*/ 35 w 108"/>
              <a:gd name="T67" fmla="*/ 73 h 166"/>
              <a:gd name="T68" fmla="*/ 31 w 108"/>
              <a:gd name="T69" fmla="*/ 72 h 166"/>
              <a:gd name="T70" fmla="*/ 35 w 108"/>
              <a:gd name="T71" fmla="*/ 71 h 166"/>
              <a:gd name="T72" fmla="*/ 36 w 108"/>
              <a:gd name="T73" fmla="*/ 67 h 166"/>
              <a:gd name="T74" fmla="*/ 39 w 108"/>
              <a:gd name="T75" fmla="*/ 71 h 166"/>
              <a:gd name="T76" fmla="*/ 42 w 108"/>
              <a:gd name="T77" fmla="*/ 71 h 166"/>
              <a:gd name="T78" fmla="*/ 53 w 108"/>
              <a:gd name="T79" fmla="*/ 67 h 166"/>
              <a:gd name="T80" fmla="*/ 63 w 108"/>
              <a:gd name="T81" fmla="*/ 74 h 166"/>
              <a:gd name="T82" fmla="*/ 67 w 108"/>
              <a:gd name="T83" fmla="*/ 71 h 166"/>
              <a:gd name="T84" fmla="*/ 69 w 108"/>
              <a:gd name="T85" fmla="*/ 69 h 166"/>
              <a:gd name="T86" fmla="*/ 73 w 108"/>
              <a:gd name="T87" fmla="*/ 69 h 166"/>
              <a:gd name="T88" fmla="*/ 75 w 108"/>
              <a:gd name="T89" fmla="*/ 71 h 166"/>
              <a:gd name="T90" fmla="*/ 75 w 108"/>
              <a:gd name="T91" fmla="*/ 73 h 166"/>
              <a:gd name="T92" fmla="*/ 65 w 108"/>
              <a:gd name="T93" fmla="*/ 115 h 166"/>
              <a:gd name="T94" fmla="*/ 73 w 108"/>
              <a:gd name="T95" fmla="*/ 115 h 166"/>
              <a:gd name="T96" fmla="*/ 87 w 108"/>
              <a:gd name="T97" fmla="*/ 85 h 166"/>
              <a:gd name="T98" fmla="*/ 100 w 108"/>
              <a:gd name="T99" fmla="*/ 5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 h="166">
                <a:moveTo>
                  <a:pt x="78" y="143"/>
                </a:moveTo>
                <a:cubicBezTo>
                  <a:pt x="78" y="143"/>
                  <a:pt x="78" y="143"/>
                  <a:pt x="78" y="143"/>
                </a:cubicBezTo>
                <a:cubicBezTo>
                  <a:pt x="78" y="145"/>
                  <a:pt x="76" y="147"/>
                  <a:pt x="74" y="147"/>
                </a:cubicBezTo>
                <a:cubicBezTo>
                  <a:pt x="33" y="147"/>
                  <a:pt x="33" y="147"/>
                  <a:pt x="33" y="147"/>
                </a:cubicBezTo>
                <a:cubicBezTo>
                  <a:pt x="31" y="147"/>
                  <a:pt x="29" y="145"/>
                  <a:pt x="29" y="143"/>
                </a:cubicBezTo>
                <a:cubicBezTo>
                  <a:pt x="29" y="143"/>
                  <a:pt x="29" y="143"/>
                  <a:pt x="29" y="143"/>
                </a:cubicBezTo>
                <a:cubicBezTo>
                  <a:pt x="29" y="141"/>
                  <a:pt x="31" y="139"/>
                  <a:pt x="33" y="139"/>
                </a:cubicBezTo>
                <a:cubicBezTo>
                  <a:pt x="74" y="139"/>
                  <a:pt x="74" y="139"/>
                  <a:pt x="74" y="139"/>
                </a:cubicBezTo>
                <a:cubicBezTo>
                  <a:pt x="76" y="139"/>
                  <a:pt x="78" y="141"/>
                  <a:pt x="78" y="143"/>
                </a:cubicBezTo>
                <a:moveTo>
                  <a:pt x="74" y="150"/>
                </a:moveTo>
                <a:cubicBezTo>
                  <a:pt x="33" y="150"/>
                  <a:pt x="33" y="150"/>
                  <a:pt x="33" y="150"/>
                </a:cubicBezTo>
                <a:cubicBezTo>
                  <a:pt x="31" y="150"/>
                  <a:pt x="29" y="152"/>
                  <a:pt x="29" y="154"/>
                </a:cubicBezTo>
                <a:cubicBezTo>
                  <a:pt x="29" y="156"/>
                  <a:pt x="29" y="156"/>
                  <a:pt x="29" y="156"/>
                </a:cubicBezTo>
                <a:cubicBezTo>
                  <a:pt x="29" y="159"/>
                  <a:pt x="31" y="160"/>
                  <a:pt x="33" y="160"/>
                </a:cubicBezTo>
                <a:cubicBezTo>
                  <a:pt x="38" y="160"/>
                  <a:pt x="38" y="160"/>
                  <a:pt x="38" y="160"/>
                </a:cubicBezTo>
                <a:cubicBezTo>
                  <a:pt x="38" y="162"/>
                  <a:pt x="38" y="162"/>
                  <a:pt x="38" y="162"/>
                </a:cubicBezTo>
                <a:cubicBezTo>
                  <a:pt x="38" y="164"/>
                  <a:pt x="39" y="166"/>
                  <a:pt x="42" y="166"/>
                </a:cubicBezTo>
                <a:cubicBezTo>
                  <a:pt x="66" y="166"/>
                  <a:pt x="66" y="166"/>
                  <a:pt x="66" y="166"/>
                </a:cubicBezTo>
                <a:cubicBezTo>
                  <a:pt x="68" y="166"/>
                  <a:pt x="70" y="164"/>
                  <a:pt x="70" y="162"/>
                </a:cubicBezTo>
                <a:cubicBezTo>
                  <a:pt x="70" y="160"/>
                  <a:pt x="70" y="160"/>
                  <a:pt x="70" y="160"/>
                </a:cubicBezTo>
                <a:cubicBezTo>
                  <a:pt x="74" y="160"/>
                  <a:pt x="74" y="160"/>
                  <a:pt x="74" y="160"/>
                </a:cubicBezTo>
                <a:cubicBezTo>
                  <a:pt x="76" y="160"/>
                  <a:pt x="78" y="159"/>
                  <a:pt x="78" y="156"/>
                </a:cubicBezTo>
                <a:cubicBezTo>
                  <a:pt x="78" y="154"/>
                  <a:pt x="78" y="154"/>
                  <a:pt x="78" y="154"/>
                </a:cubicBezTo>
                <a:cubicBezTo>
                  <a:pt x="78" y="152"/>
                  <a:pt x="76" y="150"/>
                  <a:pt x="74" y="150"/>
                </a:cubicBezTo>
                <a:moveTo>
                  <a:pt x="74" y="127"/>
                </a:moveTo>
                <a:cubicBezTo>
                  <a:pt x="33" y="127"/>
                  <a:pt x="33" y="127"/>
                  <a:pt x="33" y="127"/>
                </a:cubicBezTo>
                <a:cubicBezTo>
                  <a:pt x="31" y="127"/>
                  <a:pt x="29" y="129"/>
                  <a:pt x="29" y="131"/>
                </a:cubicBezTo>
                <a:cubicBezTo>
                  <a:pt x="29" y="132"/>
                  <a:pt x="29" y="132"/>
                  <a:pt x="29" y="132"/>
                </a:cubicBezTo>
                <a:cubicBezTo>
                  <a:pt x="29" y="134"/>
                  <a:pt x="31" y="136"/>
                  <a:pt x="33" y="136"/>
                </a:cubicBezTo>
                <a:cubicBezTo>
                  <a:pt x="74" y="136"/>
                  <a:pt x="74" y="136"/>
                  <a:pt x="74" y="136"/>
                </a:cubicBezTo>
                <a:cubicBezTo>
                  <a:pt x="76" y="136"/>
                  <a:pt x="78" y="134"/>
                  <a:pt x="78" y="132"/>
                </a:cubicBezTo>
                <a:cubicBezTo>
                  <a:pt x="78" y="131"/>
                  <a:pt x="78" y="131"/>
                  <a:pt x="78" y="131"/>
                </a:cubicBezTo>
                <a:cubicBezTo>
                  <a:pt x="78" y="129"/>
                  <a:pt x="76" y="127"/>
                  <a:pt x="74" y="127"/>
                </a:cubicBezTo>
                <a:moveTo>
                  <a:pt x="108" y="53"/>
                </a:moveTo>
                <a:cubicBezTo>
                  <a:pt x="108" y="68"/>
                  <a:pt x="102" y="81"/>
                  <a:pt x="93" y="90"/>
                </a:cubicBezTo>
                <a:cubicBezTo>
                  <a:pt x="75" y="111"/>
                  <a:pt x="86" y="123"/>
                  <a:pt x="76" y="123"/>
                </a:cubicBezTo>
                <a:cubicBezTo>
                  <a:pt x="32" y="123"/>
                  <a:pt x="32" y="123"/>
                  <a:pt x="32" y="123"/>
                </a:cubicBezTo>
                <a:cubicBezTo>
                  <a:pt x="22" y="123"/>
                  <a:pt x="32" y="111"/>
                  <a:pt x="15" y="90"/>
                </a:cubicBezTo>
                <a:cubicBezTo>
                  <a:pt x="6" y="81"/>
                  <a:pt x="0" y="68"/>
                  <a:pt x="0" y="53"/>
                </a:cubicBezTo>
                <a:cubicBezTo>
                  <a:pt x="0" y="24"/>
                  <a:pt x="24" y="0"/>
                  <a:pt x="54" y="0"/>
                </a:cubicBezTo>
                <a:cubicBezTo>
                  <a:pt x="54" y="0"/>
                  <a:pt x="54" y="0"/>
                  <a:pt x="54" y="0"/>
                </a:cubicBezTo>
                <a:cubicBezTo>
                  <a:pt x="54" y="0"/>
                  <a:pt x="54" y="0"/>
                  <a:pt x="54" y="0"/>
                </a:cubicBezTo>
                <a:cubicBezTo>
                  <a:pt x="84" y="0"/>
                  <a:pt x="108" y="24"/>
                  <a:pt x="108" y="53"/>
                </a:cubicBezTo>
                <a:moveTo>
                  <a:pt x="61" y="115"/>
                </a:moveTo>
                <a:cubicBezTo>
                  <a:pt x="68" y="73"/>
                  <a:pt x="68" y="73"/>
                  <a:pt x="68" y="73"/>
                </a:cubicBezTo>
                <a:cubicBezTo>
                  <a:pt x="67" y="73"/>
                  <a:pt x="67" y="73"/>
                  <a:pt x="67" y="73"/>
                </a:cubicBezTo>
                <a:cubicBezTo>
                  <a:pt x="63" y="76"/>
                  <a:pt x="63" y="76"/>
                  <a:pt x="63" y="76"/>
                </a:cubicBezTo>
                <a:cubicBezTo>
                  <a:pt x="63" y="76"/>
                  <a:pt x="63" y="77"/>
                  <a:pt x="63" y="77"/>
                </a:cubicBezTo>
                <a:cubicBezTo>
                  <a:pt x="62" y="77"/>
                  <a:pt x="62" y="76"/>
                  <a:pt x="62" y="76"/>
                </a:cubicBezTo>
                <a:cubicBezTo>
                  <a:pt x="54" y="69"/>
                  <a:pt x="54" y="69"/>
                  <a:pt x="54" y="69"/>
                </a:cubicBezTo>
                <a:cubicBezTo>
                  <a:pt x="46" y="76"/>
                  <a:pt x="46" y="76"/>
                  <a:pt x="46" y="76"/>
                </a:cubicBezTo>
                <a:cubicBezTo>
                  <a:pt x="46" y="77"/>
                  <a:pt x="45" y="77"/>
                  <a:pt x="45" y="76"/>
                </a:cubicBezTo>
                <a:cubicBezTo>
                  <a:pt x="41" y="73"/>
                  <a:pt x="41" y="73"/>
                  <a:pt x="41" y="73"/>
                </a:cubicBezTo>
                <a:cubicBezTo>
                  <a:pt x="39" y="73"/>
                  <a:pt x="39" y="73"/>
                  <a:pt x="39" y="73"/>
                </a:cubicBezTo>
                <a:cubicBezTo>
                  <a:pt x="47" y="115"/>
                  <a:pt x="47" y="115"/>
                  <a:pt x="47" y="115"/>
                </a:cubicBezTo>
                <a:lnTo>
                  <a:pt x="61" y="115"/>
                </a:lnTo>
                <a:close/>
                <a:moveTo>
                  <a:pt x="100" y="53"/>
                </a:moveTo>
                <a:cubicBezTo>
                  <a:pt x="100" y="28"/>
                  <a:pt x="79" y="8"/>
                  <a:pt x="54" y="8"/>
                </a:cubicBezTo>
                <a:cubicBezTo>
                  <a:pt x="54" y="0"/>
                  <a:pt x="54" y="0"/>
                  <a:pt x="54" y="0"/>
                </a:cubicBezTo>
                <a:cubicBezTo>
                  <a:pt x="54" y="8"/>
                  <a:pt x="54" y="8"/>
                  <a:pt x="54" y="8"/>
                </a:cubicBezTo>
                <a:cubicBezTo>
                  <a:pt x="29" y="8"/>
                  <a:pt x="8" y="28"/>
                  <a:pt x="8" y="53"/>
                </a:cubicBezTo>
                <a:cubicBezTo>
                  <a:pt x="8" y="65"/>
                  <a:pt x="12" y="76"/>
                  <a:pt x="20" y="85"/>
                </a:cubicBezTo>
                <a:cubicBezTo>
                  <a:pt x="21" y="85"/>
                  <a:pt x="21" y="85"/>
                  <a:pt x="21" y="85"/>
                </a:cubicBezTo>
                <a:cubicBezTo>
                  <a:pt x="21" y="85"/>
                  <a:pt x="21" y="85"/>
                  <a:pt x="21" y="85"/>
                </a:cubicBezTo>
                <a:cubicBezTo>
                  <a:pt x="32" y="98"/>
                  <a:pt x="34" y="109"/>
                  <a:pt x="34" y="115"/>
                </a:cubicBezTo>
                <a:cubicBezTo>
                  <a:pt x="34" y="115"/>
                  <a:pt x="34" y="115"/>
                  <a:pt x="34" y="115"/>
                </a:cubicBezTo>
                <a:cubicBezTo>
                  <a:pt x="43" y="115"/>
                  <a:pt x="43" y="115"/>
                  <a:pt x="43" y="115"/>
                </a:cubicBezTo>
                <a:cubicBezTo>
                  <a:pt x="35" y="73"/>
                  <a:pt x="35" y="73"/>
                  <a:pt x="35" y="73"/>
                </a:cubicBezTo>
                <a:cubicBezTo>
                  <a:pt x="32" y="73"/>
                  <a:pt x="32" y="73"/>
                  <a:pt x="32" y="73"/>
                </a:cubicBezTo>
                <a:cubicBezTo>
                  <a:pt x="32" y="73"/>
                  <a:pt x="31" y="72"/>
                  <a:pt x="31" y="72"/>
                </a:cubicBezTo>
                <a:cubicBezTo>
                  <a:pt x="31" y="71"/>
                  <a:pt x="32" y="71"/>
                  <a:pt x="32" y="71"/>
                </a:cubicBezTo>
                <a:cubicBezTo>
                  <a:pt x="35" y="71"/>
                  <a:pt x="35" y="71"/>
                  <a:pt x="35" y="71"/>
                </a:cubicBezTo>
                <a:cubicBezTo>
                  <a:pt x="35" y="69"/>
                  <a:pt x="35" y="69"/>
                  <a:pt x="35" y="69"/>
                </a:cubicBezTo>
                <a:cubicBezTo>
                  <a:pt x="35" y="68"/>
                  <a:pt x="35" y="67"/>
                  <a:pt x="36" y="67"/>
                </a:cubicBezTo>
                <a:cubicBezTo>
                  <a:pt x="37" y="67"/>
                  <a:pt x="39" y="68"/>
                  <a:pt x="39" y="69"/>
                </a:cubicBezTo>
                <a:cubicBezTo>
                  <a:pt x="39" y="71"/>
                  <a:pt x="39" y="71"/>
                  <a:pt x="39" y="71"/>
                </a:cubicBezTo>
                <a:cubicBezTo>
                  <a:pt x="41" y="71"/>
                  <a:pt x="41" y="71"/>
                  <a:pt x="41" y="71"/>
                </a:cubicBezTo>
                <a:cubicBezTo>
                  <a:pt x="42" y="71"/>
                  <a:pt x="42" y="71"/>
                  <a:pt x="42" y="71"/>
                </a:cubicBezTo>
                <a:cubicBezTo>
                  <a:pt x="46" y="74"/>
                  <a:pt x="46" y="74"/>
                  <a:pt x="46" y="74"/>
                </a:cubicBezTo>
                <a:cubicBezTo>
                  <a:pt x="53" y="67"/>
                  <a:pt x="53" y="67"/>
                  <a:pt x="53" y="67"/>
                </a:cubicBezTo>
                <a:cubicBezTo>
                  <a:pt x="54" y="66"/>
                  <a:pt x="54" y="66"/>
                  <a:pt x="55" y="67"/>
                </a:cubicBezTo>
                <a:cubicBezTo>
                  <a:pt x="63" y="74"/>
                  <a:pt x="63" y="74"/>
                  <a:pt x="63" y="74"/>
                </a:cubicBezTo>
                <a:cubicBezTo>
                  <a:pt x="66" y="71"/>
                  <a:pt x="66" y="71"/>
                  <a:pt x="66" y="71"/>
                </a:cubicBezTo>
                <a:cubicBezTo>
                  <a:pt x="66" y="71"/>
                  <a:pt x="67" y="71"/>
                  <a:pt x="67" y="71"/>
                </a:cubicBezTo>
                <a:cubicBezTo>
                  <a:pt x="69" y="71"/>
                  <a:pt x="69" y="71"/>
                  <a:pt x="69" y="71"/>
                </a:cubicBezTo>
                <a:cubicBezTo>
                  <a:pt x="69" y="69"/>
                  <a:pt x="69" y="69"/>
                  <a:pt x="69" y="69"/>
                </a:cubicBezTo>
                <a:cubicBezTo>
                  <a:pt x="69" y="68"/>
                  <a:pt x="70" y="67"/>
                  <a:pt x="71" y="67"/>
                </a:cubicBezTo>
                <a:cubicBezTo>
                  <a:pt x="72" y="67"/>
                  <a:pt x="73" y="68"/>
                  <a:pt x="73" y="69"/>
                </a:cubicBezTo>
                <a:cubicBezTo>
                  <a:pt x="73" y="71"/>
                  <a:pt x="73" y="71"/>
                  <a:pt x="73" y="71"/>
                </a:cubicBezTo>
                <a:cubicBezTo>
                  <a:pt x="75" y="71"/>
                  <a:pt x="75" y="71"/>
                  <a:pt x="75" y="71"/>
                </a:cubicBezTo>
                <a:cubicBezTo>
                  <a:pt x="76" y="71"/>
                  <a:pt x="76" y="71"/>
                  <a:pt x="76" y="72"/>
                </a:cubicBezTo>
                <a:cubicBezTo>
                  <a:pt x="76" y="72"/>
                  <a:pt x="76" y="73"/>
                  <a:pt x="75" y="73"/>
                </a:cubicBezTo>
                <a:cubicBezTo>
                  <a:pt x="72" y="73"/>
                  <a:pt x="72" y="73"/>
                  <a:pt x="72" y="73"/>
                </a:cubicBezTo>
                <a:cubicBezTo>
                  <a:pt x="65" y="115"/>
                  <a:pt x="65" y="115"/>
                  <a:pt x="65" y="115"/>
                </a:cubicBezTo>
                <a:cubicBezTo>
                  <a:pt x="73" y="115"/>
                  <a:pt x="73" y="115"/>
                  <a:pt x="73" y="115"/>
                </a:cubicBezTo>
                <a:cubicBezTo>
                  <a:pt x="73" y="115"/>
                  <a:pt x="73" y="115"/>
                  <a:pt x="73" y="115"/>
                </a:cubicBezTo>
                <a:cubicBezTo>
                  <a:pt x="74" y="109"/>
                  <a:pt x="76" y="98"/>
                  <a:pt x="87" y="85"/>
                </a:cubicBezTo>
                <a:cubicBezTo>
                  <a:pt x="87" y="85"/>
                  <a:pt x="87" y="85"/>
                  <a:pt x="87" y="85"/>
                </a:cubicBezTo>
                <a:cubicBezTo>
                  <a:pt x="87" y="85"/>
                  <a:pt x="87" y="85"/>
                  <a:pt x="87" y="85"/>
                </a:cubicBezTo>
                <a:cubicBezTo>
                  <a:pt x="95" y="76"/>
                  <a:pt x="100" y="65"/>
                  <a:pt x="100" y="53"/>
                </a:cubicBezTo>
              </a:path>
            </a:pathLst>
          </a:custGeom>
          <a:solidFill>
            <a:srgbClr val="F39C12"/>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0" name="Freeform 69"/>
          <p:cNvSpPr>
            <a:spLocks noEditPoints="1"/>
          </p:cNvSpPr>
          <p:nvPr/>
        </p:nvSpPr>
        <p:spPr bwMode="auto">
          <a:xfrm>
            <a:off x="4919725" y="2498999"/>
            <a:ext cx="330067" cy="292083"/>
          </a:xfrm>
          <a:custGeom>
            <a:avLst/>
            <a:gdLst>
              <a:gd name="T0" fmla="*/ 154 w 213"/>
              <a:gd name="T1" fmla="*/ 52 h 188"/>
              <a:gd name="T2" fmla="*/ 115 w 213"/>
              <a:gd name="T3" fmla="*/ 91 h 188"/>
              <a:gd name="T4" fmla="*/ 98 w 213"/>
              <a:gd name="T5" fmla="*/ 91 h 188"/>
              <a:gd name="T6" fmla="*/ 59 w 213"/>
              <a:gd name="T7" fmla="*/ 52 h 188"/>
              <a:gd name="T8" fmla="*/ 59 w 213"/>
              <a:gd name="T9" fmla="*/ 11 h 188"/>
              <a:gd name="T10" fmla="*/ 100 w 213"/>
              <a:gd name="T11" fmla="*/ 11 h 188"/>
              <a:gd name="T12" fmla="*/ 106 w 213"/>
              <a:gd name="T13" fmla="*/ 17 h 188"/>
              <a:gd name="T14" fmla="*/ 113 w 213"/>
              <a:gd name="T15" fmla="*/ 11 h 188"/>
              <a:gd name="T16" fmla="*/ 154 w 213"/>
              <a:gd name="T17" fmla="*/ 11 h 188"/>
              <a:gd name="T18" fmla="*/ 154 w 213"/>
              <a:gd name="T19" fmla="*/ 52 h 188"/>
              <a:gd name="T20" fmla="*/ 73 w 213"/>
              <a:gd name="T21" fmla="*/ 101 h 188"/>
              <a:gd name="T22" fmla="*/ 54 w 213"/>
              <a:gd name="T23" fmla="*/ 84 h 188"/>
              <a:gd name="T24" fmla="*/ 37 w 213"/>
              <a:gd name="T25" fmla="*/ 71 h 188"/>
              <a:gd name="T26" fmla="*/ 32 w 213"/>
              <a:gd name="T27" fmla="*/ 90 h 188"/>
              <a:gd name="T28" fmla="*/ 46 w 213"/>
              <a:gd name="T29" fmla="*/ 106 h 188"/>
              <a:gd name="T30" fmla="*/ 50 w 213"/>
              <a:gd name="T31" fmla="*/ 117 h 188"/>
              <a:gd name="T32" fmla="*/ 42 w 213"/>
              <a:gd name="T33" fmla="*/ 108 h 188"/>
              <a:gd name="T34" fmla="*/ 29 w 213"/>
              <a:gd name="T35" fmla="*/ 93 h 188"/>
              <a:gd name="T36" fmla="*/ 27 w 213"/>
              <a:gd name="T37" fmla="*/ 68 h 188"/>
              <a:gd name="T38" fmla="*/ 32 w 213"/>
              <a:gd name="T39" fmla="*/ 37 h 188"/>
              <a:gd name="T40" fmla="*/ 19 w 213"/>
              <a:gd name="T41" fmla="*/ 25 h 188"/>
              <a:gd name="T42" fmla="*/ 5 w 213"/>
              <a:gd name="T43" fmla="*/ 60 h 188"/>
              <a:gd name="T44" fmla="*/ 0 w 213"/>
              <a:gd name="T45" fmla="*/ 101 h 188"/>
              <a:gd name="T46" fmla="*/ 12 w 213"/>
              <a:gd name="T47" fmla="*/ 124 h 188"/>
              <a:gd name="T48" fmla="*/ 38 w 213"/>
              <a:gd name="T49" fmla="*/ 167 h 188"/>
              <a:gd name="T50" fmla="*/ 38 w 213"/>
              <a:gd name="T51" fmla="*/ 188 h 188"/>
              <a:gd name="T52" fmla="*/ 89 w 213"/>
              <a:gd name="T53" fmla="*/ 188 h 188"/>
              <a:gd name="T54" fmla="*/ 89 w 213"/>
              <a:gd name="T55" fmla="*/ 170 h 188"/>
              <a:gd name="T56" fmla="*/ 90 w 213"/>
              <a:gd name="T57" fmla="*/ 157 h 188"/>
              <a:gd name="T58" fmla="*/ 87 w 213"/>
              <a:gd name="T59" fmla="*/ 133 h 188"/>
              <a:gd name="T60" fmla="*/ 73 w 213"/>
              <a:gd name="T61" fmla="*/ 101 h 188"/>
              <a:gd name="T62" fmla="*/ 208 w 213"/>
              <a:gd name="T63" fmla="*/ 60 h 188"/>
              <a:gd name="T64" fmla="*/ 194 w 213"/>
              <a:gd name="T65" fmla="*/ 25 h 188"/>
              <a:gd name="T66" fmla="*/ 181 w 213"/>
              <a:gd name="T67" fmla="*/ 37 h 188"/>
              <a:gd name="T68" fmla="*/ 186 w 213"/>
              <a:gd name="T69" fmla="*/ 68 h 188"/>
              <a:gd name="T70" fmla="*/ 184 w 213"/>
              <a:gd name="T71" fmla="*/ 93 h 188"/>
              <a:gd name="T72" fmla="*/ 171 w 213"/>
              <a:gd name="T73" fmla="*/ 108 h 188"/>
              <a:gd name="T74" fmla="*/ 163 w 213"/>
              <a:gd name="T75" fmla="*/ 117 h 188"/>
              <a:gd name="T76" fmla="*/ 167 w 213"/>
              <a:gd name="T77" fmla="*/ 106 h 188"/>
              <a:gd name="T78" fmla="*/ 181 w 213"/>
              <a:gd name="T79" fmla="*/ 90 h 188"/>
              <a:gd name="T80" fmla="*/ 175 w 213"/>
              <a:gd name="T81" fmla="*/ 71 h 188"/>
              <a:gd name="T82" fmla="*/ 159 w 213"/>
              <a:gd name="T83" fmla="*/ 84 h 188"/>
              <a:gd name="T84" fmla="*/ 140 w 213"/>
              <a:gd name="T85" fmla="*/ 101 h 188"/>
              <a:gd name="T86" fmla="*/ 125 w 213"/>
              <a:gd name="T87" fmla="*/ 133 h 188"/>
              <a:gd name="T88" fmla="*/ 122 w 213"/>
              <a:gd name="T89" fmla="*/ 157 h 188"/>
              <a:gd name="T90" fmla="*/ 124 w 213"/>
              <a:gd name="T91" fmla="*/ 170 h 188"/>
              <a:gd name="T92" fmla="*/ 124 w 213"/>
              <a:gd name="T93" fmla="*/ 188 h 188"/>
              <a:gd name="T94" fmla="*/ 175 w 213"/>
              <a:gd name="T95" fmla="*/ 188 h 188"/>
              <a:gd name="T96" fmla="*/ 175 w 213"/>
              <a:gd name="T97" fmla="*/ 167 h 188"/>
              <a:gd name="T98" fmla="*/ 201 w 213"/>
              <a:gd name="T99" fmla="*/ 124 h 188"/>
              <a:gd name="T100" fmla="*/ 213 w 213"/>
              <a:gd name="T101" fmla="*/ 101 h 188"/>
              <a:gd name="T102" fmla="*/ 208 w 213"/>
              <a:gd name="T103" fmla="*/ 6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3" h="188">
                <a:moveTo>
                  <a:pt x="154" y="52"/>
                </a:moveTo>
                <a:cubicBezTo>
                  <a:pt x="115" y="91"/>
                  <a:pt x="115" y="91"/>
                  <a:pt x="115" y="91"/>
                </a:cubicBezTo>
                <a:cubicBezTo>
                  <a:pt x="110" y="95"/>
                  <a:pt x="103" y="95"/>
                  <a:pt x="98" y="91"/>
                </a:cubicBezTo>
                <a:cubicBezTo>
                  <a:pt x="59" y="52"/>
                  <a:pt x="59" y="52"/>
                  <a:pt x="59" y="52"/>
                </a:cubicBezTo>
                <a:cubicBezTo>
                  <a:pt x="48" y="40"/>
                  <a:pt x="48" y="22"/>
                  <a:pt x="59" y="11"/>
                </a:cubicBezTo>
                <a:cubicBezTo>
                  <a:pt x="71" y="0"/>
                  <a:pt x="89" y="0"/>
                  <a:pt x="100" y="11"/>
                </a:cubicBezTo>
                <a:cubicBezTo>
                  <a:pt x="106" y="17"/>
                  <a:pt x="106" y="17"/>
                  <a:pt x="106" y="17"/>
                </a:cubicBezTo>
                <a:cubicBezTo>
                  <a:pt x="113" y="11"/>
                  <a:pt x="113" y="11"/>
                  <a:pt x="113" y="11"/>
                </a:cubicBezTo>
                <a:cubicBezTo>
                  <a:pt x="124" y="0"/>
                  <a:pt x="142" y="0"/>
                  <a:pt x="154" y="11"/>
                </a:cubicBezTo>
                <a:cubicBezTo>
                  <a:pt x="165" y="22"/>
                  <a:pt x="165" y="40"/>
                  <a:pt x="154" y="52"/>
                </a:cubicBezTo>
                <a:moveTo>
                  <a:pt x="73" y="101"/>
                </a:moveTo>
                <a:cubicBezTo>
                  <a:pt x="69" y="95"/>
                  <a:pt x="56" y="86"/>
                  <a:pt x="54" y="84"/>
                </a:cubicBezTo>
                <a:cubicBezTo>
                  <a:pt x="51" y="82"/>
                  <a:pt x="40" y="70"/>
                  <a:pt x="37" y="71"/>
                </a:cubicBezTo>
                <a:cubicBezTo>
                  <a:pt x="35" y="72"/>
                  <a:pt x="29" y="79"/>
                  <a:pt x="32" y="90"/>
                </a:cubicBezTo>
                <a:cubicBezTo>
                  <a:pt x="33" y="94"/>
                  <a:pt x="39" y="99"/>
                  <a:pt x="46" y="106"/>
                </a:cubicBezTo>
                <a:cubicBezTo>
                  <a:pt x="51" y="111"/>
                  <a:pt x="50" y="117"/>
                  <a:pt x="50" y="117"/>
                </a:cubicBezTo>
                <a:cubicBezTo>
                  <a:pt x="50" y="117"/>
                  <a:pt x="47" y="113"/>
                  <a:pt x="42" y="108"/>
                </a:cubicBezTo>
                <a:cubicBezTo>
                  <a:pt x="37" y="104"/>
                  <a:pt x="30" y="96"/>
                  <a:pt x="29" y="93"/>
                </a:cubicBezTo>
                <a:cubicBezTo>
                  <a:pt x="27" y="88"/>
                  <a:pt x="26" y="80"/>
                  <a:pt x="27" y="68"/>
                </a:cubicBezTo>
                <a:cubicBezTo>
                  <a:pt x="29" y="55"/>
                  <a:pt x="33" y="49"/>
                  <a:pt x="32" y="37"/>
                </a:cubicBezTo>
                <a:cubicBezTo>
                  <a:pt x="31" y="27"/>
                  <a:pt x="20" y="20"/>
                  <a:pt x="19" y="25"/>
                </a:cubicBezTo>
                <a:cubicBezTo>
                  <a:pt x="17" y="29"/>
                  <a:pt x="6" y="54"/>
                  <a:pt x="5" y="60"/>
                </a:cubicBezTo>
                <a:cubicBezTo>
                  <a:pt x="3" y="65"/>
                  <a:pt x="1" y="94"/>
                  <a:pt x="0" y="101"/>
                </a:cubicBezTo>
                <a:cubicBezTo>
                  <a:pt x="0" y="107"/>
                  <a:pt x="5" y="115"/>
                  <a:pt x="12" y="124"/>
                </a:cubicBezTo>
                <a:cubicBezTo>
                  <a:pt x="19" y="134"/>
                  <a:pt x="37" y="159"/>
                  <a:pt x="38" y="167"/>
                </a:cubicBezTo>
                <a:cubicBezTo>
                  <a:pt x="38" y="188"/>
                  <a:pt x="38" y="188"/>
                  <a:pt x="38" y="188"/>
                </a:cubicBezTo>
                <a:cubicBezTo>
                  <a:pt x="89" y="188"/>
                  <a:pt x="89" y="188"/>
                  <a:pt x="89" y="188"/>
                </a:cubicBezTo>
                <a:cubicBezTo>
                  <a:pt x="89" y="170"/>
                  <a:pt x="89" y="170"/>
                  <a:pt x="89" y="170"/>
                </a:cubicBezTo>
                <a:cubicBezTo>
                  <a:pt x="89" y="165"/>
                  <a:pt x="90" y="162"/>
                  <a:pt x="90" y="157"/>
                </a:cubicBezTo>
                <a:cubicBezTo>
                  <a:pt x="90" y="151"/>
                  <a:pt x="87" y="151"/>
                  <a:pt x="87" y="133"/>
                </a:cubicBezTo>
                <a:cubicBezTo>
                  <a:pt x="87" y="123"/>
                  <a:pt x="78" y="108"/>
                  <a:pt x="73" y="101"/>
                </a:cubicBezTo>
                <a:moveTo>
                  <a:pt x="208" y="60"/>
                </a:moveTo>
                <a:cubicBezTo>
                  <a:pt x="207" y="54"/>
                  <a:pt x="196" y="29"/>
                  <a:pt x="194" y="25"/>
                </a:cubicBezTo>
                <a:cubicBezTo>
                  <a:pt x="193" y="20"/>
                  <a:pt x="182" y="27"/>
                  <a:pt x="181" y="37"/>
                </a:cubicBezTo>
                <a:cubicBezTo>
                  <a:pt x="180" y="49"/>
                  <a:pt x="184" y="55"/>
                  <a:pt x="186" y="68"/>
                </a:cubicBezTo>
                <a:cubicBezTo>
                  <a:pt x="187" y="80"/>
                  <a:pt x="186" y="88"/>
                  <a:pt x="184" y="93"/>
                </a:cubicBezTo>
                <a:cubicBezTo>
                  <a:pt x="183" y="96"/>
                  <a:pt x="176" y="104"/>
                  <a:pt x="171" y="108"/>
                </a:cubicBezTo>
                <a:cubicBezTo>
                  <a:pt x="166" y="113"/>
                  <a:pt x="163" y="117"/>
                  <a:pt x="163" y="117"/>
                </a:cubicBezTo>
                <a:cubicBezTo>
                  <a:pt x="163" y="117"/>
                  <a:pt x="162" y="111"/>
                  <a:pt x="167" y="106"/>
                </a:cubicBezTo>
                <a:cubicBezTo>
                  <a:pt x="174" y="99"/>
                  <a:pt x="179" y="94"/>
                  <a:pt x="181" y="90"/>
                </a:cubicBezTo>
                <a:cubicBezTo>
                  <a:pt x="183" y="79"/>
                  <a:pt x="178" y="72"/>
                  <a:pt x="175" y="71"/>
                </a:cubicBezTo>
                <a:cubicBezTo>
                  <a:pt x="173" y="70"/>
                  <a:pt x="162" y="82"/>
                  <a:pt x="159" y="84"/>
                </a:cubicBezTo>
                <a:cubicBezTo>
                  <a:pt x="156" y="86"/>
                  <a:pt x="144" y="95"/>
                  <a:pt x="140" y="101"/>
                </a:cubicBezTo>
                <a:cubicBezTo>
                  <a:pt x="135" y="108"/>
                  <a:pt x="125" y="123"/>
                  <a:pt x="125" y="133"/>
                </a:cubicBezTo>
                <a:cubicBezTo>
                  <a:pt x="125" y="151"/>
                  <a:pt x="122" y="151"/>
                  <a:pt x="122" y="157"/>
                </a:cubicBezTo>
                <a:cubicBezTo>
                  <a:pt x="122" y="162"/>
                  <a:pt x="124" y="165"/>
                  <a:pt x="124" y="170"/>
                </a:cubicBezTo>
                <a:cubicBezTo>
                  <a:pt x="124" y="188"/>
                  <a:pt x="124" y="188"/>
                  <a:pt x="124" y="188"/>
                </a:cubicBezTo>
                <a:cubicBezTo>
                  <a:pt x="175" y="188"/>
                  <a:pt x="175" y="188"/>
                  <a:pt x="175" y="188"/>
                </a:cubicBezTo>
                <a:cubicBezTo>
                  <a:pt x="175" y="167"/>
                  <a:pt x="175" y="167"/>
                  <a:pt x="175" y="167"/>
                </a:cubicBezTo>
                <a:cubicBezTo>
                  <a:pt x="176" y="159"/>
                  <a:pt x="193" y="134"/>
                  <a:pt x="201" y="124"/>
                </a:cubicBezTo>
                <a:cubicBezTo>
                  <a:pt x="208" y="115"/>
                  <a:pt x="213" y="107"/>
                  <a:pt x="213" y="101"/>
                </a:cubicBezTo>
                <a:cubicBezTo>
                  <a:pt x="212" y="94"/>
                  <a:pt x="210" y="65"/>
                  <a:pt x="208" y="60"/>
                </a:cubicBezTo>
              </a:path>
            </a:pathLst>
          </a:custGeom>
          <a:solidFill>
            <a:srgbClr val="9BBB59"/>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1" name="Freeform 70"/>
          <p:cNvSpPr>
            <a:spLocks noEditPoints="1"/>
          </p:cNvSpPr>
          <p:nvPr/>
        </p:nvSpPr>
        <p:spPr bwMode="auto">
          <a:xfrm>
            <a:off x="4919070" y="5109749"/>
            <a:ext cx="331377" cy="309111"/>
          </a:xfrm>
          <a:custGeom>
            <a:avLst/>
            <a:gdLst>
              <a:gd name="T0" fmla="*/ 88 w 214"/>
              <a:gd name="T1" fmla="*/ 144 h 199"/>
              <a:gd name="T2" fmla="*/ 91 w 214"/>
              <a:gd name="T3" fmla="*/ 168 h 199"/>
              <a:gd name="T4" fmla="*/ 89 w 214"/>
              <a:gd name="T5" fmla="*/ 181 h 199"/>
              <a:gd name="T6" fmla="*/ 89 w 214"/>
              <a:gd name="T7" fmla="*/ 199 h 199"/>
              <a:gd name="T8" fmla="*/ 39 w 214"/>
              <a:gd name="T9" fmla="*/ 199 h 199"/>
              <a:gd name="T10" fmla="*/ 39 w 214"/>
              <a:gd name="T11" fmla="*/ 178 h 199"/>
              <a:gd name="T12" fmla="*/ 13 w 214"/>
              <a:gd name="T13" fmla="*/ 136 h 199"/>
              <a:gd name="T14" fmla="*/ 1 w 214"/>
              <a:gd name="T15" fmla="*/ 112 h 199"/>
              <a:gd name="T16" fmla="*/ 5 w 214"/>
              <a:gd name="T17" fmla="*/ 71 h 199"/>
              <a:gd name="T18" fmla="*/ 19 w 214"/>
              <a:gd name="T19" fmla="*/ 36 h 199"/>
              <a:gd name="T20" fmla="*/ 32 w 214"/>
              <a:gd name="T21" fmla="*/ 48 h 199"/>
              <a:gd name="T22" fmla="*/ 28 w 214"/>
              <a:gd name="T23" fmla="*/ 79 h 199"/>
              <a:gd name="T24" fmla="*/ 29 w 214"/>
              <a:gd name="T25" fmla="*/ 104 h 199"/>
              <a:gd name="T26" fmla="*/ 42 w 214"/>
              <a:gd name="T27" fmla="*/ 119 h 199"/>
              <a:gd name="T28" fmla="*/ 51 w 214"/>
              <a:gd name="T29" fmla="*/ 128 h 199"/>
              <a:gd name="T30" fmla="*/ 46 w 214"/>
              <a:gd name="T31" fmla="*/ 117 h 199"/>
              <a:gd name="T32" fmla="*/ 33 w 214"/>
              <a:gd name="T33" fmla="*/ 101 h 199"/>
              <a:gd name="T34" fmla="*/ 38 w 214"/>
              <a:gd name="T35" fmla="*/ 82 h 199"/>
              <a:gd name="T36" fmla="*/ 54 w 214"/>
              <a:gd name="T37" fmla="*/ 95 h 199"/>
              <a:gd name="T38" fmla="*/ 74 w 214"/>
              <a:gd name="T39" fmla="*/ 113 h 199"/>
              <a:gd name="T40" fmla="*/ 88 w 214"/>
              <a:gd name="T41" fmla="*/ 144 h 199"/>
              <a:gd name="T42" fmla="*/ 209 w 214"/>
              <a:gd name="T43" fmla="*/ 71 h 199"/>
              <a:gd name="T44" fmla="*/ 195 w 214"/>
              <a:gd name="T45" fmla="*/ 36 h 199"/>
              <a:gd name="T46" fmla="*/ 182 w 214"/>
              <a:gd name="T47" fmla="*/ 48 h 199"/>
              <a:gd name="T48" fmla="*/ 186 w 214"/>
              <a:gd name="T49" fmla="*/ 79 h 199"/>
              <a:gd name="T50" fmla="*/ 184 w 214"/>
              <a:gd name="T51" fmla="*/ 104 h 199"/>
              <a:gd name="T52" fmla="*/ 172 w 214"/>
              <a:gd name="T53" fmla="*/ 119 h 199"/>
              <a:gd name="T54" fmla="*/ 163 w 214"/>
              <a:gd name="T55" fmla="*/ 128 h 199"/>
              <a:gd name="T56" fmla="*/ 168 w 214"/>
              <a:gd name="T57" fmla="*/ 117 h 199"/>
              <a:gd name="T58" fmla="*/ 181 w 214"/>
              <a:gd name="T59" fmla="*/ 101 h 199"/>
              <a:gd name="T60" fmla="*/ 176 w 214"/>
              <a:gd name="T61" fmla="*/ 82 h 199"/>
              <a:gd name="T62" fmla="*/ 160 w 214"/>
              <a:gd name="T63" fmla="*/ 95 h 199"/>
              <a:gd name="T64" fmla="*/ 140 w 214"/>
              <a:gd name="T65" fmla="*/ 113 h 199"/>
              <a:gd name="T66" fmla="*/ 126 w 214"/>
              <a:gd name="T67" fmla="*/ 144 h 199"/>
              <a:gd name="T68" fmla="*/ 123 w 214"/>
              <a:gd name="T69" fmla="*/ 168 h 199"/>
              <a:gd name="T70" fmla="*/ 125 w 214"/>
              <a:gd name="T71" fmla="*/ 181 h 199"/>
              <a:gd name="T72" fmla="*/ 125 w 214"/>
              <a:gd name="T73" fmla="*/ 199 h 199"/>
              <a:gd name="T74" fmla="*/ 175 w 214"/>
              <a:gd name="T75" fmla="*/ 199 h 199"/>
              <a:gd name="T76" fmla="*/ 175 w 214"/>
              <a:gd name="T77" fmla="*/ 178 h 199"/>
              <a:gd name="T78" fmla="*/ 201 w 214"/>
              <a:gd name="T79" fmla="*/ 136 h 199"/>
              <a:gd name="T80" fmla="*/ 213 w 214"/>
              <a:gd name="T81" fmla="*/ 112 h 199"/>
              <a:gd name="T82" fmla="*/ 209 w 214"/>
              <a:gd name="T83" fmla="*/ 71 h 199"/>
              <a:gd name="T84" fmla="*/ 137 w 214"/>
              <a:gd name="T85" fmla="*/ 84 h 199"/>
              <a:gd name="T86" fmla="*/ 134 w 214"/>
              <a:gd name="T87" fmla="*/ 66 h 199"/>
              <a:gd name="T88" fmla="*/ 138 w 214"/>
              <a:gd name="T89" fmla="*/ 52 h 199"/>
              <a:gd name="T90" fmla="*/ 151 w 214"/>
              <a:gd name="T91" fmla="*/ 39 h 199"/>
              <a:gd name="T92" fmla="*/ 149 w 214"/>
              <a:gd name="T93" fmla="*/ 32 h 199"/>
              <a:gd name="T94" fmla="*/ 131 w 214"/>
              <a:gd name="T95" fmla="*/ 30 h 199"/>
              <a:gd name="T96" fmla="*/ 119 w 214"/>
              <a:gd name="T97" fmla="*/ 21 h 199"/>
              <a:gd name="T98" fmla="*/ 111 w 214"/>
              <a:gd name="T99" fmla="*/ 4 h 199"/>
              <a:gd name="T100" fmla="*/ 103 w 214"/>
              <a:gd name="T101" fmla="*/ 4 h 199"/>
              <a:gd name="T102" fmla="*/ 95 w 214"/>
              <a:gd name="T103" fmla="*/ 21 h 199"/>
              <a:gd name="T104" fmla="*/ 83 w 214"/>
              <a:gd name="T105" fmla="*/ 30 h 199"/>
              <a:gd name="T106" fmla="*/ 65 w 214"/>
              <a:gd name="T107" fmla="*/ 32 h 199"/>
              <a:gd name="T108" fmla="*/ 63 w 214"/>
              <a:gd name="T109" fmla="*/ 39 h 199"/>
              <a:gd name="T110" fmla="*/ 76 w 214"/>
              <a:gd name="T111" fmla="*/ 52 h 199"/>
              <a:gd name="T112" fmla="*/ 80 w 214"/>
              <a:gd name="T113" fmla="*/ 66 h 199"/>
              <a:gd name="T114" fmla="*/ 77 w 214"/>
              <a:gd name="T115" fmla="*/ 84 h 199"/>
              <a:gd name="T116" fmla="*/ 83 w 214"/>
              <a:gd name="T117" fmla="*/ 89 h 199"/>
              <a:gd name="T118" fmla="*/ 99 w 214"/>
              <a:gd name="T119" fmla="*/ 80 h 199"/>
              <a:gd name="T120" fmla="*/ 114 w 214"/>
              <a:gd name="T121" fmla="*/ 80 h 199"/>
              <a:gd name="T122" fmla="*/ 131 w 214"/>
              <a:gd name="T123" fmla="*/ 89 h 199"/>
              <a:gd name="T124" fmla="*/ 137 w 214"/>
              <a:gd name="T125" fmla="*/ 84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4" h="199">
                <a:moveTo>
                  <a:pt x="88" y="144"/>
                </a:moveTo>
                <a:cubicBezTo>
                  <a:pt x="88" y="163"/>
                  <a:pt x="91" y="162"/>
                  <a:pt x="91" y="168"/>
                </a:cubicBezTo>
                <a:cubicBezTo>
                  <a:pt x="91" y="173"/>
                  <a:pt x="89" y="176"/>
                  <a:pt x="89" y="181"/>
                </a:cubicBezTo>
                <a:cubicBezTo>
                  <a:pt x="89" y="199"/>
                  <a:pt x="89" y="199"/>
                  <a:pt x="89" y="199"/>
                </a:cubicBezTo>
                <a:cubicBezTo>
                  <a:pt x="39" y="199"/>
                  <a:pt x="39" y="199"/>
                  <a:pt x="39" y="199"/>
                </a:cubicBezTo>
                <a:cubicBezTo>
                  <a:pt x="39" y="178"/>
                  <a:pt x="39" y="178"/>
                  <a:pt x="39" y="178"/>
                </a:cubicBezTo>
                <a:cubicBezTo>
                  <a:pt x="37" y="170"/>
                  <a:pt x="20" y="145"/>
                  <a:pt x="13" y="136"/>
                </a:cubicBezTo>
                <a:cubicBezTo>
                  <a:pt x="5" y="126"/>
                  <a:pt x="0" y="118"/>
                  <a:pt x="1" y="112"/>
                </a:cubicBezTo>
                <a:cubicBezTo>
                  <a:pt x="1" y="106"/>
                  <a:pt x="4" y="76"/>
                  <a:pt x="5" y="71"/>
                </a:cubicBezTo>
                <a:cubicBezTo>
                  <a:pt x="7" y="65"/>
                  <a:pt x="17" y="41"/>
                  <a:pt x="19" y="36"/>
                </a:cubicBezTo>
                <a:cubicBezTo>
                  <a:pt x="21" y="31"/>
                  <a:pt x="31" y="38"/>
                  <a:pt x="32" y="48"/>
                </a:cubicBezTo>
                <a:cubicBezTo>
                  <a:pt x="33" y="60"/>
                  <a:pt x="29" y="66"/>
                  <a:pt x="28" y="79"/>
                </a:cubicBezTo>
                <a:cubicBezTo>
                  <a:pt x="26" y="91"/>
                  <a:pt x="27" y="99"/>
                  <a:pt x="29" y="104"/>
                </a:cubicBezTo>
                <a:cubicBezTo>
                  <a:pt x="31" y="107"/>
                  <a:pt x="38" y="115"/>
                  <a:pt x="42" y="119"/>
                </a:cubicBezTo>
                <a:cubicBezTo>
                  <a:pt x="47" y="124"/>
                  <a:pt x="51" y="128"/>
                  <a:pt x="51" y="128"/>
                </a:cubicBezTo>
                <a:cubicBezTo>
                  <a:pt x="51" y="128"/>
                  <a:pt x="51" y="122"/>
                  <a:pt x="46" y="117"/>
                </a:cubicBezTo>
                <a:cubicBezTo>
                  <a:pt x="39" y="110"/>
                  <a:pt x="34" y="106"/>
                  <a:pt x="33" y="101"/>
                </a:cubicBezTo>
                <a:cubicBezTo>
                  <a:pt x="30" y="90"/>
                  <a:pt x="35" y="83"/>
                  <a:pt x="38" y="82"/>
                </a:cubicBezTo>
                <a:cubicBezTo>
                  <a:pt x="40" y="81"/>
                  <a:pt x="51" y="93"/>
                  <a:pt x="54" y="95"/>
                </a:cubicBezTo>
                <a:cubicBezTo>
                  <a:pt x="57" y="98"/>
                  <a:pt x="69" y="106"/>
                  <a:pt x="74" y="113"/>
                </a:cubicBezTo>
                <a:cubicBezTo>
                  <a:pt x="78" y="119"/>
                  <a:pt x="88" y="134"/>
                  <a:pt x="88" y="144"/>
                </a:cubicBezTo>
                <a:moveTo>
                  <a:pt x="209" y="71"/>
                </a:moveTo>
                <a:cubicBezTo>
                  <a:pt x="207" y="65"/>
                  <a:pt x="197" y="41"/>
                  <a:pt x="195" y="36"/>
                </a:cubicBezTo>
                <a:cubicBezTo>
                  <a:pt x="193" y="31"/>
                  <a:pt x="182" y="38"/>
                  <a:pt x="182" y="48"/>
                </a:cubicBezTo>
                <a:cubicBezTo>
                  <a:pt x="181" y="60"/>
                  <a:pt x="185" y="66"/>
                  <a:pt x="186" y="79"/>
                </a:cubicBezTo>
                <a:cubicBezTo>
                  <a:pt x="188" y="91"/>
                  <a:pt x="187" y="99"/>
                  <a:pt x="184" y="104"/>
                </a:cubicBezTo>
                <a:cubicBezTo>
                  <a:pt x="183" y="107"/>
                  <a:pt x="176" y="115"/>
                  <a:pt x="172" y="119"/>
                </a:cubicBezTo>
                <a:cubicBezTo>
                  <a:pt x="167" y="124"/>
                  <a:pt x="163" y="128"/>
                  <a:pt x="163" y="128"/>
                </a:cubicBezTo>
                <a:cubicBezTo>
                  <a:pt x="163" y="128"/>
                  <a:pt x="163" y="122"/>
                  <a:pt x="168" y="117"/>
                </a:cubicBezTo>
                <a:cubicBezTo>
                  <a:pt x="175" y="110"/>
                  <a:pt x="180" y="106"/>
                  <a:pt x="181" y="101"/>
                </a:cubicBezTo>
                <a:cubicBezTo>
                  <a:pt x="184" y="90"/>
                  <a:pt x="179" y="83"/>
                  <a:pt x="176" y="82"/>
                </a:cubicBezTo>
                <a:cubicBezTo>
                  <a:pt x="173" y="81"/>
                  <a:pt x="163" y="93"/>
                  <a:pt x="160" y="95"/>
                </a:cubicBezTo>
                <a:cubicBezTo>
                  <a:pt x="157" y="98"/>
                  <a:pt x="145" y="106"/>
                  <a:pt x="140" y="113"/>
                </a:cubicBezTo>
                <a:cubicBezTo>
                  <a:pt x="136" y="119"/>
                  <a:pt x="126" y="134"/>
                  <a:pt x="126" y="144"/>
                </a:cubicBezTo>
                <a:cubicBezTo>
                  <a:pt x="126" y="163"/>
                  <a:pt x="123" y="162"/>
                  <a:pt x="123" y="168"/>
                </a:cubicBezTo>
                <a:cubicBezTo>
                  <a:pt x="123" y="173"/>
                  <a:pt x="125" y="176"/>
                  <a:pt x="125" y="181"/>
                </a:cubicBezTo>
                <a:cubicBezTo>
                  <a:pt x="125" y="199"/>
                  <a:pt x="125" y="199"/>
                  <a:pt x="125" y="199"/>
                </a:cubicBezTo>
                <a:cubicBezTo>
                  <a:pt x="175" y="199"/>
                  <a:pt x="175" y="199"/>
                  <a:pt x="175" y="199"/>
                </a:cubicBezTo>
                <a:cubicBezTo>
                  <a:pt x="175" y="178"/>
                  <a:pt x="175" y="178"/>
                  <a:pt x="175" y="178"/>
                </a:cubicBezTo>
                <a:cubicBezTo>
                  <a:pt x="177" y="170"/>
                  <a:pt x="194" y="145"/>
                  <a:pt x="201" y="136"/>
                </a:cubicBezTo>
                <a:cubicBezTo>
                  <a:pt x="209" y="126"/>
                  <a:pt x="214" y="118"/>
                  <a:pt x="213" y="112"/>
                </a:cubicBezTo>
                <a:cubicBezTo>
                  <a:pt x="213" y="106"/>
                  <a:pt x="210" y="76"/>
                  <a:pt x="209" y="71"/>
                </a:cubicBezTo>
                <a:moveTo>
                  <a:pt x="137" y="84"/>
                </a:moveTo>
                <a:cubicBezTo>
                  <a:pt x="134" y="66"/>
                  <a:pt x="134" y="66"/>
                  <a:pt x="134" y="66"/>
                </a:cubicBezTo>
                <a:cubicBezTo>
                  <a:pt x="133" y="62"/>
                  <a:pt x="135" y="55"/>
                  <a:pt x="138" y="52"/>
                </a:cubicBezTo>
                <a:cubicBezTo>
                  <a:pt x="151" y="39"/>
                  <a:pt x="151" y="39"/>
                  <a:pt x="151" y="39"/>
                </a:cubicBezTo>
                <a:cubicBezTo>
                  <a:pt x="155" y="36"/>
                  <a:pt x="154" y="33"/>
                  <a:pt x="149" y="32"/>
                </a:cubicBezTo>
                <a:cubicBezTo>
                  <a:pt x="131" y="30"/>
                  <a:pt x="131" y="30"/>
                  <a:pt x="131" y="30"/>
                </a:cubicBezTo>
                <a:cubicBezTo>
                  <a:pt x="126" y="29"/>
                  <a:pt x="121" y="25"/>
                  <a:pt x="119" y="21"/>
                </a:cubicBezTo>
                <a:cubicBezTo>
                  <a:pt x="111" y="4"/>
                  <a:pt x="111" y="4"/>
                  <a:pt x="111" y="4"/>
                </a:cubicBezTo>
                <a:cubicBezTo>
                  <a:pt x="109" y="0"/>
                  <a:pt x="105" y="0"/>
                  <a:pt x="103" y="4"/>
                </a:cubicBezTo>
                <a:cubicBezTo>
                  <a:pt x="95" y="21"/>
                  <a:pt x="95" y="21"/>
                  <a:pt x="95" y="21"/>
                </a:cubicBezTo>
                <a:cubicBezTo>
                  <a:pt x="93" y="25"/>
                  <a:pt x="88" y="29"/>
                  <a:pt x="83" y="30"/>
                </a:cubicBezTo>
                <a:cubicBezTo>
                  <a:pt x="65" y="32"/>
                  <a:pt x="65" y="32"/>
                  <a:pt x="65" y="32"/>
                </a:cubicBezTo>
                <a:cubicBezTo>
                  <a:pt x="60" y="33"/>
                  <a:pt x="59" y="36"/>
                  <a:pt x="63" y="39"/>
                </a:cubicBezTo>
                <a:cubicBezTo>
                  <a:pt x="76" y="52"/>
                  <a:pt x="76" y="52"/>
                  <a:pt x="76" y="52"/>
                </a:cubicBezTo>
                <a:cubicBezTo>
                  <a:pt x="79" y="55"/>
                  <a:pt x="81" y="62"/>
                  <a:pt x="80" y="66"/>
                </a:cubicBezTo>
                <a:cubicBezTo>
                  <a:pt x="77" y="84"/>
                  <a:pt x="77" y="84"/>
                  <a:pt x="77" y="84"/>
                </a:cubicBezTo>
                <a:cubicBezTo>
                  <a:pt x="76" y="89"/>
                  <a:pt x="79" y="91"/>
                  <a:pt x="83" y="89"/>
                </a:cubicBezTo>
                <a:cubicBezTo>
                  <a:pt x="99" y="80"/>
                  <a:pt x="99" y="80"/>
                  <a:pt x="99" y="80"/>
                </a:cubicBezTo>
                <a:cubicBezTo>
                  <a:pt x="104" y="78"/>
                  <a:pt x="110" y="78"/>
                  <a:pt x="114" y="80"/>
                </a:cubicBezTo>
                <a:cubicBezTo>
                  <a:pt x="131" y="89"/>
                  <a:pt x="131" y="89"/>
                  <a:pt x="131" y="89"/>
                </a:cubicBezTo>
                <a:cubicBezTo>
                  <a:pt x="135" y="91"/>
                  <a:pt x="138" y="89"/>
                  <a:pt x="137" y="84"/>
                </a:cubicBezTo>
              </a:path>
            </a:pathLst>
          </a:custGeom>
          <a:solidFill>
            <a:srgbClr val="9BBB59"/>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2" name="Freeform 71"/>
          <p:cNvSpPr>
            <a:spLocks noEditPoints="1"/>
          </p:cNvSpPr>
          <p:nvPr/>
        </p:nvSpPr>
        <p:spPr bwMode="auto">
          <a:xfrm>
            <a:off x="3197614" y="5137342"/>
            <a:ext cx="307615" cy="253924"/>
          </a:xfrm>
          <a:custGeom>
            <a:avLst/>
            <a:gdLst>
              <a:gd name="T0" fmla="*/ 70 w 206"/>
              <a:gd name="T1" fmla="*/ 42 h 170"/>
              <a:gd name="T2" fmla="*/ 70 w 206"/>
              <a:gd name="T3" fmla="*/ 9 h 170"/>
              <a:gd name="T4" fmla="*/ 103 w 206"/>
              <a:gd name="T5" fmla="*/ 9 h 170"/>
              <a:gd name="T6" fmla="*/ 108 w 206"/>
              <a:gd name="T7" fmla="*/ 14 h 170"/>
              <a:gd name="T8" fmla="*/ 114 w 206"/>
              <a:gd name="T9" fmla="*/ 9 h 170"/>
              <a:gd name="T10" fmla="*/ 147 w 206"/>
              <a:gd name="T11" fmla="*/ 9 h 170"/>
              <a:gd name="T12" fmla="*/ 147 w 206"/>
              <a:gd name="T13" fmla="*/ 42 h 170"/>
              <a:gd name="T14" fmla="*/ 115 w 206"/>
              <a:gd name="T15" fmla="*/ 74 h 170"/>
              <a:gd name="T16" fmla="*/ 102 w 206"/>
              <a:gd name="T17" fmla="*/ 74 h 170"/>
              <a:gd name="T18" fmla="*/ 70 w 206"/>
              <a:gd name="T19" fmla="*/ 42 h 170"/>
              <a:gd name="T20" fmla="*/ 0 w 206"/>
              <a:gd name="T21" fmla="*/ 99 h 170"/>
              <a:gd name="T22" fmla="*/ 43 w 206"/>
              <a:gd name="T23" fmla="*/ 99 h 170"/>
              <a:gd name="T24" fmla="*/ 43 w 206"/>
              <a:gd name="T25" fmla="*/ 170 h 170"/>
              <a:gd name="T26" fmla="*/ 0 w 206"/>
              <a:gd name="T27" fmla="*/ 170 h 170"/>
              <a:gd name="T28" fmla="*/ 0 w 206"/>
              <a:gd name="T29" fmla="*/ 99 h 170"/>
              <a:gd name="T30" fmla="*/ 8 w 206"/>
              <a:gd name="T31" fmla="*/ 155 h 170"/>
              <a:gd name="T32" fmla="*/ 14 w 206"/>
              <a:gd name="T33" fmla="*/ 161 h 170"/>
              <a:gd name="T34" fmla="*/ 20 w 206"/>
              <a:gd name="T35" fmla="*/ 155 h 170"/>
              <a:gd name="T36" fmla="*/ 14 w 206"/>
              <a:gd name="T37" fmla="*/ 149 h 170"/>
              <a:gd name="T38" fmla="*/ 8 w 206"/>
              <a:gd name="T39" fmla="*/ 155 h 170"/>
              <a:gd name="T40" fmla="*/ 189 w 206"/>
              <a:gd name="T41" fmla="*/ 99 h 170"/>
              <a:gd name="T42" fmla="*/ 153 w 206"/>
              <a:gd name="T43" fmla="*/ 119 h 170"/>
              <a:gd name="T44" fmla="*/ 160 w 206"/>
              <a:gd name="T45" fmla="*/ 125 h 170"/>
              <a:gd name="T46" fmla="*/ 156 w 206"/>
              <a:gd name="T47" fmla="*/ 133 h 170"/>
              <a:gd name="T48" fmla="*/ 129 w 206"/>
              <a:gd name="T49" fmla="*/ 139 h 170"/>
              <a:gd name="T50" fmla="*/ 102 w 206"/>
              <a:gd name="T51" fmla="*/ 124 h 170"/>
              <a:gd name="T52" fmla="*/ 127 w 206"/>
              <a:gd name="T53" fmla="*/ 136 h 170"/>
              <a:gd name="T54" fmla="*/ 150 w 206"/>
              <a:gd name="T55" fmla="*/ 126 h 170"/>
              <a:gd name="T56" fmla="*/ 120 w 206"/>
              <a:gd name="T57" fmla="*/ 106 h 170"/>
              <a:gd name="T58" fmla="*/ 92 w 206"/>
              <a:gd name="T59" fmla="*/ 96 h 170"/>
              <a:gd name="T60" fmla="*/ 55 w 206"/>
              <a:gd name="T61" fmla="*/ 103 h 170"/>
              <a:gd name="T62" fmla="*/ 48 w 206"/>
              <a:gd name="T63" fmla="*/ 103 h 170"/>
              <a:gd name="T64" fmla="*/ 48 w 206"/>
              <a:gd name="T65" fmla="*/ 151 h 170"/>
              <a:gd name="T66" fmla="*/ 62 w 206"/>
              <a:gd name="T67" fmla="*/ 151 h 170"/>
              <a:gd name="T68" fmla="*/ 83 w 206"/>
              <a:gd name="T69" fmla="*/ 153 h 170"/>
              <a:gd name="T70" fmla="*/ 119 w 206"/>
              <a:gd name="T71" fmla="*/ 164 h 170"/>
              <a:gd name="T72" fmla="*/ 145 w 206"/>
              <a:gd name="T73" fmla="*/ 156 h 170"/>
              <a:gd name="T74" fmla="*/ 173 w 206"/>
              <a:gd name="T75" fmla="*/ 136 h 170"/>
              <a:gd name="T76" fmla="*/ 202 w 206"/>
              <a:gd name="T77" fmla="*/ 111 h 170"/>
              <a:gd name="T78" fmla="*/ 189 w 206"/>
              <a:gd name="T79" fmla="*/ 9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6" h="170">
                <a:moveTo>
                  <a:pt x="70" y="42"/>
                </a:moveTo>
                <a:cubicBezTo>
                  <a:pt x="61" y="33"/>
                  <a:pt x="61" y="18"/>
                  <a:pt x="70" y="9"/>
                </a:cubicBezTo>
                <a:cubicBezTo>
                  <a:pt x="79" y="0"/>
                  <a:pt x="94" y="0"/>
                  <a:pt x="103" y="9"/>
                </a:cubicBezTo>
                <a:cubicBezTo>
                  <a:pt x="108" y="14"/>
                  <a:pt x="108" y="14"/>
                  <a:pt x="108" y="14"/>
                </a:cubicBezTo>
                <a:cubicBezTo>
                  <a:pt x="114" y="9"/>
                  <a:pt x="114" y="9"/>
                  <a:pt x="114" y="9"/>
                </a:cubicBezTo>
                <a:cubicBezTo>
                  <a:pt x="123" y="0"/>
                  <a:pt x="138" y="0"/>
                  <a:pt x="147" y="9"/>
                </a:cubicBezTo>
                <a:cubicBezTo>
                  <a:pt x="156" y="18"/>
                  <a:pt x="156" y="33"/>
                  <a:pt x="147" y="42"/>
                </a:cubicBezTo>
                <a:cubicBezTo>
                  <a:pt x="115" y="74"/>
                  <a:pt x="115" y="74"/>
                  <a:pt x="115" y="74"/>
                </a:cubicBezTo>
                <a:cubicBezTo>
                  <a:pt x="111" y="78"/>
                  <a:pt x="105" y="78"/>
                  <a:pt x="102" y="74"/>
                </a:cubicBezTo>
                <a:lnTo>
                  <a:pt x="70" y="42"/>
                </a:lnTo>
                <a:close/>
                <a:moveTo>
                  <a:pt x="0" y="99"/>
                </a:moveTo>
                <a:cubicBezTo>
                  <a:pt x="43" y="99"/>
                  <a:pt x="43" y="99"/>
                  <a:pt x="43" y="99"/>
                </a:cubicBezTo>
                <a:cubicBezTo>
                  <a:pt x="43" y="170"/>
                  <a:pt x="43" y="170"/>
                  <a:pt x="43" y="170"/>
                </a:cubicBezTo>
                <a:cubicBezTo>
                  <a:pt x="0" y="170"/>
                  <a:pt x="0" y="170"/>
                  <a:pt x="0" y="170"/>
                </a:cubicBezTo>
                <a:lnTo>
                  <a:pt x="0" y="99"/>
                </a:lnTo>
                <a:close/>
                <a:moveTo>
                  <a:pt x="8" y="155"/>
                </a:moveTo>
                <a:cubicBezTo>
                  <a:pt x="8" y="158"/>
                  <a:pt x="11" y="161"/>
                  <a:pt x="14" y="161"/>
                </a:cubicBezTo>
                <a:cubicBezTo>
                  <a:pt x="17" y="161"/>
                  <a:pt x="20" y="158"/>
                  <a:pt x="20" y="155"/>
                </a:cubicBezTo>
                <a:cubicBezTo>
                  <a:pt x="20" y="151"/>
                  <a:pt x="17" y="149"/>
                  <a:pt x="14" y="149"/>
                </a:cubicBezTo>
                <a:cubicBezTo>
                  <a:pt x="11" y="149"/>
                  <a:pt x="8" y="151"/>
                  <a:pt x="8" y="155"/>
                </a:cubicBezTo>
                <a:moveTo>
                  <a:pt x="189" y="99"/>
                </a:moveTo>
                <a:cubicBezTo>
                  <a:pt x="179" y="98"/>
                  <a:pt x="153" y="119"/>
                  <a:pt x="153" y="119"/>
                </a:cubicBezTo>
                <a:cubicBezTo>
                  <a:pt x="153" y="119"/>
                  <a:pt x="157" y="123"/>
                  <a:pt x="160" y="125"/>
                </a:cubicBezTo>
                <a:cubicBezTo>
                  <a:pt x="162" y="126"/>
                  <a:pt x="159" y="130"/>
                  <a:pt x="156" y="133"/>
                </a:cubicBezTo>
                <a:cubicBezTo>
                  <a:pt x="152" y="135"/>
                  <a:pt x="139" y="142"/>
                  <a:pt x="129" y="139"/>
                </a:cubicBezTo>
                <a:cubicBezTo>
                  <a:pt x="119" y="136"/>
                  <a:pt x="102" y="124"/>
                  <a:pt x="102" y="124"/>
                </a:cubicBezTo>
                <a:cubicBezTo>
                  <a:pt x="102" y="124"/>
                  <a:pt x="118" y="133"/>
                  <a:pt x="127" y="136"/>
                </a:cubicBezTo>
                <a:cubicBezTo>
                  <a:pt x="136" y="139"/>
                  <a:pt x="154" y="129"/>
                  <a:pt x="150" y="126"/>
                </a:cubicBezTo>
                <a:cubicBezTo>
                  <a:pt x="146" y="123"/>
                  <a:pt x="132" y="116"/>
                  <a:pt x="120" y="106"/>
                </a:cubicBezTo>
                <a:cubicBezTo>
                  <a:pt x="115" y="101"/>
                  <a:pt x="102" y="96"/>
                  <a:pt x="92" y="96"/>
                </a:cubicBezTo>
                <a:cubicBezTo>
                  <a:pt x="82" y="96"/>
                  <a:pt x="63" y="103"/>
                  <a:pt x="55" y="103"/>
                </a:cubicBezTo>
                <a:cubicBezTo>
                  <a:pt x="48" y="103"/>
                  <a:pt x="48" y="103"/>
                  <a:pt x="48" y="103"/>
                </a:cubicBezTo>
                <a:cubicBezTo>
                  <a:pt x="48" y="151"/>
                  <a:pt x="48" y="151"/>
                  <a:pt x="48" y="151"/>
                </a:cubicBezTo>
                <a:cubicBezTo>
                  <a:pt x="62" y="151"/>
                  <a:pt x="62" y="151"/>
                  <a:pt x="62" y="151"/>
                </a:cubicBezTo>
                <a:cubicBezTo>
                  <a:pt x="69" y="151"/>
                  <a:pt x="79" y="151"/>
                  <a:pt x="83" y="153"/>
                </a:cubicBezTo>
                <a:cubicBezTo>
                  <a:pt x="86" y="155"/>
                  <a:pt x="112" y="164"/>
                  <a:pt x="119" y="164"/>
                </a:cubicBezTo>
                <a:cubicBezTo>
                  <a:pt x="126" y="164"/>
                  <a:pt x="137" y="161"/>
                  <a:pt x="145" y="156"/>
                </a:cubicBezTo>
                <a:cubicBezTo>
                  <a:pt x="153" y="150"/>
                  <a:pt x="167" y="141"/>
                  <a:pt x="173" y="136"/>
                </a:cubicBezTo>
                <a:cubicBezTo>
                  <a:pt x="179" y="131"/>
                  <a:pt x="199" y="115"/>
                  <a:pt x="202" y="111"/>
                </a:cubicBezTo>
                <a:cubicBezTo>
                  <a:pt x="206" y="108"/>
                  <a:pt x="199" y="100"/>
                  <a:pt x="189" y="99"/>
                </a:cubicBezTo>
              </a:path>
            </a:pathLst>
          </a:custGeom>
          <a:solidFill>
            <a:srgbClr val="41B176"/>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3" name="Freeform 72"/>
          <p:cNvSpPr>
            <a:spLocks noEditPoints="1"/>
          </p:cNvSpPr>
          <p:nvPr/>
        </p:nvSpPr>
        <p:spPr bwMode="auto">
          <a:xfrm>
            <a:off x="3197614" y="2508289"/>
            <a:ext cx="307615" cy="273505"/>
          </a:xfrm>
          <a:custGeom>
            <a:avLst/>
            <a:gdLst>
              <a:gd name="T0" fmla="*/ 143 w 206"/>
              <a:gd name="T1" fmla="*/ 93 h 183"/>
              <a:gd name="T2" fmla="*/ 115 w 206"/>
              <a:gd name="T3" fmla="*/ 90 h 183"/>
              <a:gd name="T4" fmla="*/ 117 w 206"/>
              <a:gd name="T5" fmla="*/ 88 h 183"/>
              <a:gd name="T6" fmla="*/ 145 w 206"/>
              <a:gd name="T7" fmla="*/ 90 h 183"/>
              <a:gd name="T8" fmla="*/ 138 w 206"/>
              <a:gd name="T9" fmla="*/ 105 h 183"/>
              <a:gd name="T10" fmla="*/ 140 w 206"/>
              <a:gd name="T11" fmla="*/ 101 h 183"/>
              <a:gd name="T12" fmla="*/ 145 w 206"/>
              <a:gd name="T13" fmla="*/ 99 h 183"/>
              <a:gd name="T14" fmla="*/ 143 w 206"/>
              <a:gd name="T15" fmla="*/ 95 h 183"/>
              <a:gd name="T16" fmla="*/ 115 w 206"/>
              <a:gd name="T17" fmla="*/ 97 h 183"/>
              <a:gd name="T18" fmla="*/ 117 w 206"/>
              <a:gd name="T19" fmla="*/ 101 h 183"/>
              <a:gd name="T20" fmla="*/ 120 w 206"/>
              <a:gd name="T21" fmla="*/ 102 h 183"/>
              <a:gd name="T22" fmla="*/ 116 w 206"/>
              <a:gd name="T23" fmla="*/ 78 h 183"/>
              <a:gd name="T24" fmla="*/ 155 w 206"/>
              <a:gd name="T25" fmla="*/ 57 h 183"/>
              <a:gd name="T26" fmla="*/ 130 w 206"/>
              <a:gd name="T27" fmla="*/ 0 h 183"/>
              <a:gd name="T28" fmla="*/ 105 w 206"/>
              <a:gd name="T29" fmla="*/ 57 h 183"/>
              <a:gd name="T30" fmla="*/ 145 w 206"/>
              <a:gd name="T31" fmla="*/ 83 h 183"/>
              <a:gd name="T32" fmla="*/ 117 w 206"/>
              <a:gd name="T33" fmla="*/ 80 h 183"/>
              <a:gd name="T34" fmla="*/ 115 w 206"/>
              <a:gd name="T35" fmla="*/ 83 h 183"/>
              <a:gd name="T36" fmla="*/ 143 w 206"/>
              <a:gd name="T37" fmla="*/ 86 h 183"/>
              <a:gd name="T38" fmla="*/ 0 w 206"/>
              <a:gd name="T39" fmla="*/ 111 h 183"/>
              <a:gd name="T40" fmla="*/ 43 w 206"/>
              <a:gd name="T41" fmla="*/ 183 h 183"/>
              <a:gd name="T42" fmla="*/ 0 w 206"/>
              <a:gd name="T43" fmla="*/ 111 h 183"/>
              <a:gd name="T44" fmla="*/ 15 w 206"/>
              <a:gd name="T45" fmla="*/ 173 h 183"/>
              <a:gd name="T46" fmla="*/ 15 w 206"/>
              <a:gd name="T47" fmla="*/ 161 h 183"/>
              <a:gd name="T48" fmla="*/ 190 w 206"/>
              <a:gd name="T49" fmla="*/ 111 h 183"/>
              <a:gd name="T50" fmla="*/ 160 w 206"/>
              <a:gd name="T51" fmla="*/ 137 h 183"/>
              <a:gd name="T52" fmla="*/ 130 w 206"/>
              <a:gd name="T53" fmla="*/ 151 h 183"/>
              <a:gd name="T54" fmla="*/ 128 w 206"/>
              <a:gd name="T55" fmla="*/ 148 h 183"/>
              <a:gd name="T56" fmla="*/ 121 w 206"/>
              <a:gd name="T57" fmla="*/ 118 h 183"/>
              <a:gd name="T58" fmla="*/ 56 w 206"/>
              <a:gd name="T59" fmla="*/ 116 h 183"/>
              <a:gd name="T60" fmla="*/ 48 w 206"/>
              <a:gd name="T61" fmla="*/ 164 h 183"/>
              <a:gd name="T62" fmla="*/ 83 w 206"/>
              <a:gd name="T63" fmla="*/ 165 h 183"/>
              <a:gd name="T64" fmla="*/ 146 w 206"/>
              <a:gd name="T65" fmla="*/ 168 h 183"/>
              <a:gd name="T66" fmla="*/ 203 w 206"/>
              <a:gd name="T67" fmla="*/ 124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6" h="183">
                <a:moveTo>
                  <a:pt x="145" y="90"/>
                </a:moveTo>
                <a:cubicBezTo>
                  <a:pt x="145" y="92"/>
                  <a:pt x="144" y="93"/>
                  <a:pt x="143" y="93"/>
                </a:cubicBezTo>
                <a:cubicBezTo>
                  <a:pt x="117" y="93"/>
                  <a:pt x="117" y="93"/>
                  <a:pt x="117" y="93"/>
                </a:cubicBezTo>
                <a:cubicBezTo>
                  <a:pt x="116" y="93"/>
                  <a:pt x="115" y="92"/>
                  <a:pt x="115" y="90"/>
                </a:cubicBezTo>
                <a:cubicBezTo>
                  <a:pt x="115" y="90"/>
                  <a:pt x="115" y="90"/>
                  <a:pt x="115" y="90"/>
                </a:cubicBezTo>
                <a:cubicBezTo>
                  <a:pt x="115" y="89"/>
                  <a:pt x="116" y="88"/>
                  <a:pt x="117" y="88"/>
                </a:cubicBezTo>
                <a:cubicBezTo>
                  <a:pt x="143" y="88"/>
                  <a:pt x="143" y="88"/>
                  <a:pt x="143" y="88"/>
                </a:cubicBezTo>
                <a:cubicBezTo>
                  <a:pt x="144" y="88"/>
                  <a:pt x="145" y="89"/>
                  <a:pt x="145" y="90"/>
                </a:cubicBezTo>
                <a:close/>
                <a:moveTo>
                  <a:pt x="122" y="105"/>
                </a:moveTo>
                <a:cubicBezTo>
                  <a:pt x="138" y="105"/>
                  <a:pt x="138" y="105"/>
                  <a:pt x="138" y="105"/>
                </a:cubicBezTo>
                <a:cubicBezTo>
                  <a:pt x="139" y="105"/>
                  <a:pt x="140" y="104"/>
                  <a:pt x="140" y="102"/>
                </a:cubicBezTo>
                <a:cubicBezTo>
                  <a:pt x="140" y="101"/>
                  <a:pt x="140" y="101"/>
                  <a:pt x="140" y="101"/>
                </a:cubicBezTo>
                <a:cubicBezTo>
                  <a:pt x="143" y="101"/>
                  <a:pt x="143" y="101"/>
                  <a:pt x="143" y="101"/>
                </a:cubicBezTo>
                <a:cubicBezTo>
                  <a:pt x="144" y="101"/>
                  <a:pt x="145" y="100"/>
                  <a:pt x="145" y="99"/>
                </a:cubicBezTo>
                <a:cubicBezTo>
                  <a:pt x="145" y="97"/>
                  <a:pt x="145" y="97"/>
                  <a:pt x="145" y="97"/>
                </a:cubicBezTo>
                <a:cubicBezTo>
                  <a:pt x="145" y="96"/>
                  <a:pt x="144" y="95"/>
                  <a:pt x="143" y="95"/>
                </a:cubicBezTo>
                <a:cubicBezTo>
                  <a:pt x="117" y="95"/>
                  <a:pt x="117" y="95"/>
                  <a:pt x="117" y="95"/>
                </a:cubicBezTo>
                <a:cubicBezTo>
                  <a:pt x="116" y="95"/>
                  <a:pt x="115" y="96"/>
                  <a:pt x="115" y="97"/>
                </a:cubicBezTo>
                <a:cubicBezTo>
                  <a:pt x="115" y="99"/>
                  <a:pt x="115" y="99"/>
                  <a:pt x="115" y="99"/>
                </a:cubicBezTo>
                <a:cubicBezTo>
                  <a:pt x="115" y="100"/>
                  <a:pt x="116" y="101"/>
                  <a:pt x="117" y="101"/>
                </a:cubicBezTo>
                <a:cubicBezTo>
                  <a:pt x="120" y="101"/>
                  <a:pt x="120" y="101"/>
                  <a:pt x="120" y="101"/>
                </a:cubicBezTo>
                <a:cubicBezTo>
                  <a:pt x="120" y="102"/>
                  <a:pt x="120" y="102"/>
                  <a:pt x="120" y="102"/>
                </a:cubicBezTo>
                <a:cubicBezTo>
                  <a:pt x="120" y="104"/>
                  <a:pt x="121" y="105"/>
                  <a:pt x="122" y="105"/>
                </a:cubicBezTo>
                <a:close/>
                <a:moveTo>
                  <a:pt x="116" y="78"/>
                </a:moveTo>
                <a:cubicBezTo>
                  <a:pt x="144" y="78"/>
                  <a:pt x="144" y="78"/>
                  <a:pt x="144" y="78"/>
                </a:cubicBezTo>
                <a:cubicBezTo>
                  <a:pt x="150" y="78"/>
                  <a:pt x="143" y="70"/>
                  <a:pt x="155" y="57"/>
                </a:cubicBezTo>
                <a:cubicBezTo>
                  <a:pt x="160" y="51"/>
                  <a:pt x="164" y="43"/>
                  <a:pt x="164" y="34"/>
                </a:cubicBezTo>
                <a:cubicBezTo>
                  <a:pt x="164" y="15"/>
                  <a:pt x="149" y="0"/>
                  <a:pt x="130" y="0"/>
                </a:cubicBezTo>
                <a:cubicBezTo>
                  <a:pt x="111" y="0"/>
                  <a:pt x="96" y="15"/>
                  <a:pt x="96" y="34"/>
                </a:cubicBezTo>
                <a:cubicBezTo>
                  <a:pt x="96" y="43"/>
                  <a:pt x="99" y="51"/>
                  <a:pt x="105" y="57"/>
                </a:cubicBezTo>
                <a:cubicBezTo>
                  <a:pt x="116" y="70"/>
                  <a:pt x="110" y="78"/>
                  <a:pt x="116" y="78"/>
                </a:cubicBezTo>
                <a:close/>
                <a:moveTo>
                  <a:pt x="145" y="83"/>
                </a:moveTo>
                <a:cubicBezTo>
                  <a:pt x="145" y="81"/>
                  <a:pt x="144" y="80"/>
                  <a:pt x="143" y="80"/>
                </a:cubicBezTo>
                <a:cubicBezTo>
                  <a:pt x="117" y="80"/>
                  <a:pt x="117" y="80"/>
                  <a:pt x="117" y="80"/>
                </a:cubicBezTo>
                <a:cubicBezTo>
                  <a:pt x="116" y="80"/>
                  <a:pt x="115" y="81"/>
                  <a:pt x="115" y="83"/>
                </a:cubicBezTo>
                <a:cubicBezTo>
                  <a:pt x="115" y="83"/>
                  <a:pt x="115" y="83"/>
                  <a:pt x="115" y="83"/>
                </a:cubicBezTo>
                <a:cubicBezTo>
                  <a:pt x="115" y="84"/>
                  <a:pt x="116" y="86"/>
                  <a:pt x="117" y="86"/>
                </a:cubicBezTo>
                <a:cubicBezTo>
                  <a:pt x="143" y="86"/>
                  <a:pt x="143" y="86"/>
                  <a:pt x="143" y="86"/>
                </a:cubicBezTo>
                <a:cubicBezTo>
                  <a:pt x="144" y="86"/>
                  <a:pt x="145" y="84"/>
                  <a:pt x="145" y="83"/>
                </a:cubicBezTo>
                <a:close/>
                <a:moveTo>
                  <a:pt x="0" y="111"/>
                </a:moveTo>
                <a:cubicBezTo>
                  <a:pt x="43" y="111"/>
                  <a:pt x="43" y="111"/>
                  <a:pt x="43" y="111"/>
                </a:cubicBezTo>
                <a:cubicBezTo>
                  <a:pt x="43" y="183"/>
                  <a:pt x="43" y="183"/>
                  <a:pt x="43" y="183"/>
                </a:cubicBezTo>
                <a:cubicBezTo>
                  <a:pt x="0" y="183"/>
                  <a:pt x="0" y="183"/>
                  <a:pt x="0" y="183"/>
                </a:cubicBezTo>
                <a:lnTo>
                  <a:pt x="0" y="111"/>
                </a:lnTo>
                <a:close/>
                <a:moveTo>
                  <a:pt x="8" y="167"/>
                </a:moveTo>
                <a:cubicBezTo>
                  <a:pt x="8" y="171"/>
                  <a:pt x="11" y="173"/>
                  <a:pt x="15" y="173"/>
                </a:cubicBezTo>
                <a:cubicBezTo>
                  <a:pt x="18" y="173"/>
                  <a:pt x="21" y="171"/>
                  <a:pt x="21" y="167"/>
                </a:cubicBezTo>
                <a:cubicBezTo>
                  <a:pt x="21" y="164"/>
                  <a:pt x="18" y="161"/>
                  <a:pt x="15" y="161"/>
                </a:cubicBezTo>
                <a:cubicBezTo>
                  <a:pt x="11" y="161"/>
                  <a:pt x="8" y="164"/>
                  <a:pt x="8" y="167"/>
                </a:cubicBezTo>
                <a:close/>
                <a:moveTo>
                  <a:pt x="190" y="111"/>
                </a:moveTo>
                <a:cubicBezTo>
                  <a:pt x="180" y="110"/>
                  <a:pt x="153" y="132"/>
                  <a:pt x="153" y="132"/>
                </a:cubicBezTo>
                <a:cubicBezTo>
                  <a:pt x="153" y="132"/>
                  <a:pt x="158" y="136"/>
                  <a:pt x="160" y="137"/>
                </a:cubicBezTo>
                <a:cubicBezTo>
                  <a:pt x="162" y="139"/>
                  <a:pt x="159" y="142"/>
                  <a:pt x="156" y="145"/>
                </a:cubicBezTo>
                <a:cubicBezTo>
                  <a:pt x="153" y="148"/>
                  <a:pt x="140" y="155"/>
                  <a:pt x="130" y="151"/>
                </a:cubicBezTo>
                <a:cubicBezTo>
                  <a:pt x="119" y="148"/>
                  <a:pt x="102" y="136"/>
                  <a:pt x="102" y="136"/>
                </a:cubicBezTo>
                <a:cubicBezTo>
                  <a:pt x="102" y="136"/>
                  <a:pt x="119" y="145"/>
                  <a:pt x="128" y="148"/>
                </a:cubicBezTo>
                <a:cubicBezTo>
                  <a:pt x="137" y="151"/>
                  <a:pt x="155" y="141"/>
                  <a:pt x="151" y="138"/>
                </a:cubicBezTo>
                <a:cubicBezTo>
                  <a:pt x="147" y="135"/>
                  <a:pt x="132" y="129"/>
                  <a:pt x="121" y="118"/>
                </a:cubicBezTo>
                <a:cubicBezTo>
                  <a:pt x="116" y="114"/>
                  <a:pt x="102" y="108"/>
                  <a:pt x="93" y="108"/>
                </a:cubicBezTo>
                <a:cubicBezTo>
                  <a:pt x="83" y="108"/>
                  <a:pt x="63" y="116"/>
                  <a:pt x="56" y="116"/>
                </a:cubicBezTo>
                <a:cubicBezTo>
                  <a:pt x="48" y="116"/>
                  <a:pt x="48" y="116"/>
                  <a:pt x="48" y="116"/>
                </a:cubicBezTo>
                <a:cubicBezTo>
                  <a:pt x="48" y="164"/>
                  <a:pt x="48" y="164"/>
                  <a:pt x="48" y="164"/>
                </a:cubicBezTo>
                <a:cubicBezTo>
                  <a:pt x="63" y="164"/>
                  <a:pt x="63" y="164"/>
                  <a:pt x="63" y="164"/>
                </a:cubicBezTo>
                <a:cubicBezTo>
                  <a:pt x="69" y="164"/>
                  <a:pt x="79" y="164"/>
                  <a:pt x="83" y="165"/>
                </a:cubicBezTo>
                <a:cubicBezTo>
                  <a:pt x="87" y="167"/>
                  <a:pt x="112" y="177"/>
                  <a:pt x="119" y="177"/>
                </a:cubicBezTo>
                <a:cubicBezTo>
                  <a:pt x="127" y="177"/>
                  <a:pt x="138" y="174"/>
                  <a:pt x="146" y="168"/>
                </a:cubicBezTo>
                <a:cubicBezTo>
                  <a:pt x="154" y="163"/>
                  <a:pt x="168" y="153"/>
                  <a:pt x="174" y="148"/>
                </a:cubicBezTo>
                <a:cubicBezTo>
                  <a:pt x="179" y="144"/>
                  <a:pt x="199" y="127"/>
                  <a:pt x="203" y="124"/>
                </a:cubicBezTo>
                <a:cubicBezTo>
                  <a:pt x="206" y="120"/>
                  <a:pt x="200" y="112"/>
                  <a:pt x="190" y="111"/>
                </a:cubicBezTo>
                <a:close/>
              </a:path>
            </a:pathLst>
          </a:custGeom>
          <a:solidFill>
            <a:srgbClr val="41B176"/>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4" name="Freeform 73"/>
          <p:cNvSpPr>
            <a:spLocks noEditPoints="1"/>
          </p:cNvSpPr>
          <p:nvPr/>
        </p:nvSpPr>
        <p:spPr bwMode="auto">
          <a:xfrm>
            <a:off x="1463692" y="5079402"/>
            <a:ext cx="202377" cy="369805"/>
          </a:xfrm>
          <a:custGeom>
            <a:avLst/>
            <a:gdLst>
              <a:gd name="T0" fmla="*/ 52 w 105"/>
              <a:gd name="T1" fmla="*/ 62 h 192"/>
              <a:gd name="T2" fmla="*/ 30 w 105"/>
              <a:gd name="T3" fmla="*/ 68 h 192"/>
              <a:gd name="T4" fmla="*/ 0 w 105"/>
              <a:gd name="T5" fmla="*/ 74 h 192"/>
              <a:gd name="T6" fmla="*/ 5 w 105"/>
              <a:gd name="T7" fmla="*/ 120 h 192"/>
              <a:gd name="T8" fmla="*/ 18 w 105"/>
              <a:gd name="T9" fmla="*/ 141 h 192"/>
              <a:gd name="T10" fmla="*/ 18 w 105"/>
              <a:gd name="T11" fmla="*/ 188 h 192"/>
              <a:gd name="T12" fmla="*/ 52 w 105"/>
              <a:gd name="T13" fmla="*/ 192 h 192"/>
              <a:gd name="T14" fmla="*/ 86 w 105"/>
              <a:gd name="T15" fmla="*/ 188 h 192"/>
              <a:gd name="T16" fmla="*/ 86 w 105"/>
              <a:gd name="T17" fmla="*/ 141 h 192"/>
              <a:gd name="T18" fmla="*/ 99 w 105"/>
              <a:gd name="T19" fmla="*/ 120 h 192"/>
              <a:gd name="T20" fmla="*/ 105 w 105"/>
              <a:gd name="T21" fmla="*/ 74 h 192"/>
              <a:gd name="T22" fmla="*/ 74 w 105"/>
              <a:gd name="T23" fmla="*/ 68 h 192"/>
              <a:gd name="T24" fmla="*/ 52 w 105"/>
              <a:gd name="T25" fmla="*/ 62 h 192"/>
              <a:gd name="T26" fmla="*/ 59 w 105"/>
              <a:gd name="T27" fmla="*/ 81 h 192"/>
              <a:gd name="T28" fmla="*/ 55 w 105"/>
              <a:gd name="T29" fmla="*/ 86 h 192"/>
              <a:gd name="T30" fmla="*/ 63 w 105"/>
              <a:gd name="T31" fmla="*/ 126 h 192"/>
              <a:gd name="T32" fmla="*/ 52 w 105"/>
              <a:gd name="T33" fmla="*/ 138 h 192"/>
              <a:gd name="T34" fmla="*/ 42 w 105"/>
              <a:gd name="T35" fmla="*/ 126 h 192"/>
              <a:gd name="T36" fmla="*/ 49 w 105"/>
              <a:gd name="T37" fmla="*/ 86 h 192"/>
              <a:gd name="T38" fmla="*/ 46 w 105"/>
              <a:gd name="T39" fmla="*/ 81 h 192"/>
              <a:gd name="T40" fmla="*/ 46 w 105"/>
              <a:gd name="T41" fmla="*/ 79 h 192"/>
              <a:gd name="T42" fmla="*/ 38 w 105"/>
              <a:gd name="T43" fmla="*/ 75 h 192"/>
              <a:gd name="T44" fmla="*/ 41 w 105"/>
              <a:gd name="T45" fmla="*/ 72 h 192"/>
              <a:gd name="T46" fmla="*/ 50 w 105"/>
              <a:gd name="T47" fmla="*/ 74 h 192"/>
              <a:gd name="T48" fmla="*/ 55 w 105"/>
              <a:gd name="T49" fmla="*/ 74 h 192"/>
              <a:gd name="T50" fmla="*/ 64 w 105"/>
              <a:gd name="T51" fmla="*/ 72 h 192"/>
              <a:gd name="T52" fmla="*/ 67 w 105"/>
              <a:gd name="T53" fmla="*/ 75 h 192"/>
              <a:gd name="T54" fmla="*/ 59 w 105"/>
              <a:gd name="T55" fmla="*/ 79 h 192"/>
              <a:gd name="T56" fmla="*/ 59 w 105"/>
              <a:gd name="T57" fmla="*/ 81 h 192"/>
              <a:gd name="T58" fmla="*/ 23 w 105"/>
              <a:gd name="T59" fmla="*/ 29 h 192"/>
              <a:gd name="T60" fmla="*/ 52 w 105"/>
              <a:gd name="T61" fmla="*/ 0 h 192"/>
              <a:gd name="T62" fmla="*/ 81 w 105"/>
              <a:gd name="T63" fmla="*/ 29 h 192"/>
              <a:gd name="T64" fmla="*/ 52 w 105"/>
              <a:gd name="T65" fmla="*/ 59 h 192"/>
              <a:gd name="T66" fmla="*/ 23 w 105"/>
              <a:gd name="T67" fmla="*/ 2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92">
                <a:moveTo>
                  <a:pt x="52" y="62"/>
                </a:moveTo>
                <a:cubicBezTo>
                  <a:pt x="42" y="62"/>
                  <a:pt x="33" y="66"/>
                  <a:pt x="30" y="68"/>
                </a:cubicBezTo>
                <a:cubicBezTo>
                  <a:pt x="10" y="70"/>
                  <a:pt x="0" y="74"/>
                  <a:pt x="0" y="74"/>
                </a:cubicBezTo>
                <a:cubicBezTo>
                  <a:pt x="0" y="74"/>
                  <a:pt x="2" y="111"/>
                  <a:pt x="5" y="120"/>
                </a:cubicBezTo>
                <a:cubicBezTo>
                  <a:pt x="8" y="128"/>
                  <a:pt x="18" y="132"/>
                  <a:pt x="18" y="141"/>
                </a:cubicBezTo>
                <a:cubicBezTo>
                  <a:pt x="18" y="188"/>
                  <a:pt x="18" y="188"/>
                  <a:pt x="18" y="188"/>
                </a:cubicBezTo>
                <a:cubicBezTo>
                  <a:pt x="18" y="188"/>
                  <a:pt x="35" y="192"/>
                  <a:pt x="52" y="192"/>
                </a:cubicBezTo>
                <a:cubicBezTo>
                  <a:pt x="69" y="192"/>
                  <a:pt x="86" y="188"/>
                  <a:pt x="86" y="188"/>
                </a:cubicBezTo>
                <a:cubicBezTo>
                  <a:pt x="86" y="141"/>
                  <a:pt x="86" y="141"/>
                  <a:pt x="86" y="141"/>
                </a:cubicBezTo>
                <a:cubicBezTo>
                  <a:pt x="86" y="132"/>
                  <a:pt x="97" y="128"/>
                  <a:pt x="99" y="120"/>
                </a:cubicBezTo>
                <a:cubicBezTo>
                  <a:pt x="102" y="111"/>
                  <a:pt x="105" y="74"/>
                  <a:pt x="105" y="74"/>
                </a:cubicBezTo>
                <a:cubicBezTo>
                  <a:pt x="105" y="74"/>
                  <a:pt x="95" y="70"/>
                  <a:pt x="74" y="68"/>
                </a:cubicBezTo>
                <a:cubicBezTo>
                  <a:pt x="71" y="66"/>
                  <a:pt x="63" y="62"/>
                  <a:pt x="52" y="62"/>
                </a:cubicBezTo>
                <a:moveTo>
                  <a:pt x="59" y="81"/>
                </a:moveTo>
                <a:cubicBezTo>
                  <a:pt x="55" y="86"/>
                  <a:pt x="55" y="86"/>
                  <a:pt x="55" y="86"/>
                </a:cubicBezTo>
                <a:cubicBezTo>
                  <a:pt x="63" y="126"/>
                  <a:pt x="63" y="126"/>
                  <a:pt x="63" y="126"/>
                </a:cubicBezTo>
                <a:cubicBezTo>
                  <a:pt x="52" y="138"/>
                  <a:pt x="52" y="138"/>
                  <a:pt x="52" y="138"/>
                </a:cubicBezTo>
                <a:cubicBezTo>
                  <a:pt x="42" y="126"/>
                  <a:pt x="42" y="126"/>
                  <a:pt x="42" y="126"/>
                </a:cubicBezTo>
                <a:cubicBezTo>
                  <a:pt x="49" y="86"/>
                  <a:pt x="49" y="86"/>
                  <a:pt x="49" y="86"/>
                </a:cubicBezTo>
                <a:cubicBezTo>
                  <a:pt x="46" y="81"/>
                  <a:pt x="46" y="81"/>
                  <a:pt x="46" y="81"/>
                </a:cubicBezTo>
                <a:cubicBezTo>
                  <a:pt x="46" y="79"/>
                  <a:pt x="46" y="79"/>
                  <a:pt x="46" y="79"/>
                </a:cubicBezTo>
                <a:cubicBezTo>
                  <a:pt x="43" y="78"/>
                  <a:pt x="40" y="77"/>
                  <a:pt x="38" y="75"/>
                </a:cubicBezTo>
                <a:cubicBezTo>
                  <a:pt x="41" y="72"/>
                  <a:pt x="41" y="72"/>
                  <a:pt x="41" y="72"/>
                </a:cubicBezTo>
                <a:cubicBezTo>
                  <a:pt x="44" y="73"/>
                  <a:pt x="47" y="73"/>
                  <a:pt x="50" y="74"/>
                </a:cubicBezTo>
                <a:cubicBezTo>
                  <a:pt x="55" y="74"/>
                  <a:pt x="55" y="74"/>
                  <a:pt x="55" y="74"/>
                </a:cubicBezTo>
                <a:cubicBezTo>
                  <a:pt x="58" y="73"/>
                  <a:pt x="61" y="73"/>
                  <a:pt x="64" y="72"/>
                </a:cubicBezTo>
                <a:cubicBezTo>
                  <a:pt x="67" y="75"/>
                  <a:pt x="67" y="75"/>
                  <a:pt x="67" y="75"/>
                </a:cubicBezTo>
                <a:cubicBezTo>
                  <a:pt x="65" y="77"/>
                  <a:pt x="62" y="78"/>
                  <a:pt x="59" y="79"/>
                </a:cubicBezTo>
                <a:lnTo>
                  <a:pt x="59" y="81"/>
                </a:lnTo>
                <a:close/>
                <a:moveTo>
                  <a:pt x="23" y="29"/>
                </a:moveTo>
                <a:cubicBezTo>
                  <a:pt x="23" y="13"/>
                  <a:pt x="36" y="0"/>
                  <a:pt x="52" y="0"/>
                </a:cubicBezTo>
                <a:cubicBezTo>
                  <a:pt x="68" y="0"/>
                  <a:pt x="81" y="13"/>
                  <a:pt x="81" y="29"/>
                </a:cubicBezTo>
                <a:cubicBezTo>
                  <a:pt x="81" y="46"/>
                  <a:pt x="68" y="59"/>
                  <a:pt x="52" y="59"/>
                </a:cubicBezTo>
                <a:cubicBezTo>
                  <a:pt x="36" y="59"/>
                  <a:pt x="23" y="46"/>
                  <a:pt x="23" y="29"/>
                </a:cubicBezTo>
              </a:path>
            </a:pathLst>
          </a:custGeom>
          <a:solidFill>
            <a:srgbClr val="2980B9"/>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5" name="Freeform 74"/>
          <p:cNvSpPr>
            <a:spLocks noEditPoints="1"/>
          </p:cNvSpPr>
          <p:nvPr/>
        </p:nvSpPr>
        <p:spPr bwMode="auto">
          <a:xfrm>
            <a:off x="1474664" y="2459326"/>
            <a:ext cx="180433" cy="371431"/>
          </a:xfrm>
          <a:custGeom>
            <a:avLst/>
            <a:gdLst>
              <a:gd name="T0" fmla="*/ 19 w 94"/>
              <a:gd name="T1" fmla="*/ 28 h 193"/>
              <a:gd name="T2" fmla="*/ 47 w 94"/>
              <a:gd name="T3" fmla="*/ 0 h 193"/>
              <a:gd name="T4" fmla="*/ 75 w 94"/>
              <a:gd name="T5" fmla="*/ 28 h 193"/>
              <a:gd name="T6" fmla="*/ 47 w 94"/>
              <a:gd name="T7" fmla="*/ 56 h 193"/>
              <a:gd name="T8" fmla="*/ 19 w 94"/>
              <a:gd name="T9" fmla="*/ 28 h 193"/>
              <a:gd name="T10" fmla="*/ 76 w 94"/>
              <a:gd name="T11" fmla="*/ 132 h 193"/>
              <a:gd name="T12" fmla="*/ 81 w 94"/>
              <a:gd name="T13" fmla="*/ 111 h 193"/>
              <a:gd name="T14" fmla="*/ 87 w 94"/>
              <a:gd name="T15" fmla="*/ 70 h 193"/>
              <a:gd name="T16" fmla="*/ 75 w 94"/>
              <a:gd name="T17" fmla="*/ 66 h 193"/>
              <a:gd name="T18" fmla="*/ 75 w 94"/>
              <a:gd name="T19" fmla="*/ 79 h 193"/>
              <a:gd name="T20" fmla="*/ 68 w 94"/>
              <a:gd name="T21" fmla="*/ 79 h 193"/>
              <a:gd name="T22" fmla="*/ 70 w 94"/>
              <a:gd name="T23" fmla="*/ 86 h 193"/>
              <a:gd name="T24" fmla="*/ 47 w 94"/>
              <a:gd name="T25" fmla="*/ 99 h 193"/>
              <a:gd name="T26" fmla="*/ 24 w 94"/>
              <a:gd name="T27" fmla="*/ 86 h 193"/>
              <a:gd name="T28" fmla="*/ 26 w 94"/>
              <a:gd name="T29" fmla="*/ 79 h 193"/>
              <a:gd name="T30" fmla="*/ 19 w 94"/>
              <a:gd name="T31" fmla="*/ 79 h 193"/>
              <a:gd name="T32" fmla="*/ 19 w 94"/>
              <a:gd name="T33" fmla="*/ 66 h 193"/>
              <a:gd name="T34" fmla="*/ 7 w 94"/>
              <a:gd name="T35" fmla="*/ 70 h 193"/>
              <a:gd name="T36" fmla="*/ 13 w 94"/>
              <a:gd name="T37" fmla="*/ 111 h 193"/>
              <a:gd name="T38" fmla="*/ 18 w 94"/>
              <a:gd name="T39" fmla="*/ 132 h 193"/>
              <a:gd name="T40" fmla="*/ 0 w 94"/>
              <a:gd name="T41" fmla="*/ 188 h 193"/>
              <a:gd name="T42" fmla="*/ 47 w 94"/>
              <a:gd name="T43" fmla="*/ 193 h 193"/>
              <a:gd name="T44" fmla="*/ 94 w 94"/>
              <a:gd name="T45" fmla="*/ 188 h 193"/>
              <a:gd name="T46" fmla="*/ 76 w 94"/>
              <a:gd name="T47" fmla="*/ 132 h 193"/>
              <a:gd name="T48" fmla="*/ 29 w 94"/>
              <a:gd name="T49" fmla="*/ 63 h 193"/>
              <a:gd name="T50" fmla="*/ 32 w 94"/>
              <a:gd name="T51" fmla="*/ 79 h 193"/>
              <a:gd name="T52" fmla="*/ 47 w 94"/>
              <a:gd name="T53" fmla="*/ 78 h 193"/>
              <a:gd name="T54" fmla="*/ 62 w 94"/>
              <a:gd name="T55" fmla="*/ 79 h 193"/>
              <a:gd name="T56" fmla="*/ 65 w 94"/>
              <a:gd name="T57" fmla="*/ 63 h 193"/>
              <a:gd name="T58" fmla="*/ 47 w 94"/>
              <a:gd name="T59" fmla="*/ 60 h 193"/>
              <a:gd name="T60" fmla="*/ 29 w 94"/>
              <a:gd name="T61" fmla="*/ 6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193">
                <a:moveTo>
                  <a:pt x="19" y="28"/>
                </a:moveTo>
                <a:cubicBezTo>
                  <a:pt x="19" y="13"/>
                  <a:pt x="32" y="0"/>
                  <a:pt x="47" y="0"/>
                </a:cubicBezTo>
                <a:cubicBezTo>
                  <a:pt x="62" y="0"/>
                  <a:pt x="75" y="13"/>
                  <a:pt x="75" y="28"/>
                </a:cubicBezTo>
                <a:cubicBezTo>
                  <a:pt x="75" y="43"/>
                  <a:pt x="62" y="56"/>
                  <a:pt x="47" y="56"/>
                </a:cubicBezTo>
                <a:cubicBezTo>
                  <a:pt x="32" y="56"/>
                  <a:pt x="19" y="43"/>
                  <a:pt x="19" y="28"/>
                </a:cubicBezTo>
                <a:close/>
                <a:moveTo>
                  <a:pt x="76" y="132"/>
                </a:moveTo>
                <a:cubicBezTo>
                  <a:pt x="76" y="124"/>
                  <a:pt x="79" y="119"/>
                  <a:pt x="81" y="111"/>
                </a:cubicBezTo>
                <a:cubicBezTo>
                  <a:pt x="84" y="103"/>
                  <a:pt x="87" y="70"/>
                  <a:pt x="87" y="70"/>
                </a:cubicBezTo>
                <a:cubicBezTo>
                  <a:pt x="87" y="70"/>
                  <a:pt x="84" y="67"/>
                  <a:pt x="75" y="66"/>
                </a:cubicBezTo>
                <a:cubicBezTo>
                  <a:pt x="75" y="79"/>
                  <a:pt x="75" y="79"/>
                  <a:pt x="75" y="79"/>
                </a:cubicBezTo>
                <a:cubicBezTo>
                  <a:pt x="68" y="79"/>
                  <a:pt x="68" y="79"/>
                  <a:pt x="68" y="79"/>
                </a:cubicBezTo>
                <a:cubicBezTo>
                  <a:pt x="70" y="86"/>
                  <a:pt x="70" y="86"/>
                  <a:pt x="70" y="86"/>
                </a:cubicBezTo>
                <a:cubicBezTo>
                  <a:pt x="47" y="99"/>
                  <a:pt x="47" y="99"/>
                  <a:pt x="47" y="99"/>
                </a:cubicBezTo>
                <a:cubicBezTo>
                  <a:pt x="24" y="86"/>
                  <a:pt x="24" y="86"/>
                  <a:pt x="24" y="86"/>
                </a:cubicBezTo>
                <a:cubicBezTo>
                  <a:pt x="26" y="79"/>
                  <a:pt x="26" y="79"/>
                  <a:pt x="26" y="79"/>
                </a:cubicBezTo>
                <a:cubicBezTo>
                  <a:pt x="19" y="79"/>
                  <a:pt x="19" y="79"/>
                  <a:pt x="19" y="79"/>
                </a:cubicBezTo>
                <a:cubicBezTo>
                  <a:pt x="19" y="66"/>
                  <a:pt x="19" y="66"/>
                  <a:pt x="19" y="66"/>
                </a:cubicBezTo>
                <a:cubicBezTo>
                  <a:pt x="9" y="67"/>
                  <a:pt x="7" y="70"/>
                  <a:pt x="7" y="70"/>
                </a:cubicBezTo>
                <a:cubicBezTo>
                  <a:pt x="7" y="70"/>
                  <a:pt x="10" y="103"/>
                  <a:pt x="13" y="111"/>
                </a:cubicBezTo>
                <a:cubicBezTo>
                  <a:pt x="15" y="119"/>
                  <a:pt x="18" y="124"/>
                  <a:pt x="18" y="132"/>
                </a:cubicBezTo>
                <a:cubicBezTo>
                  <a:pt x="18" y="140"/>
                  <a:pt x="0" y="188"/>
                  <a:pt x="0" y="188"/>
                </a:cubicBezTo>
                <a:cubicBezTo>
                  <a:pt x="0" y="188"/>
                  <a:pt x="5" y="193"/>
                  <a:pt x="47" y="193"/>
                </a:cubicBezTo>
                <a:cubicBezTo>
                  <a:pt x="88" y="193"/>
                  <a:pt x="94" y="188"/>
                  <a:pt x="94" y="188"/>
                </a:cubicBezTo>
                <a:cubicBezTo>
                  <a:pt x="94" y="188"/>
                  <a:pt x="76" y="140"/>
                  <a:pt x="76" y="132"/>
                </a:cubicBezTo>
                <a:close/>
                <a:moveTo>
                  <a:pt x="29" y="63"/>
                </a:moveTo>
                <a:cubicBezTo>
                  <a:pt x="29" y="67"/>
                  <a:pt x="30" y="73"/>
                  <a:pt x="32" y="79"/>
                </a:cubicBezTo>
                <a:cubicBezTo>
                  <a:pt x="36" y="78"/>
                  <a:pt x="42" y="78"/>
                  <a:pt x="47" y="78"/>
                </a:cubicBezTo>
                <a:cubicBezTo>
                  <a:pt x="52" y="78"/>
                  <a:pt x="57" y="78"/>
                  <a:pt x="62" y="79"/>
                </a:cubicBezTo>
                <a:cubicBezTo>
                  <a:pt x="64" y="73"/>
                  <a:pt x="64" y="67"/>
                  <a:pt x="65" y="63"/>
                </a:cubicBezTo>
                <a:cubicBezTo>
                  <a:pt x="61" y="62"/>
                  <a:pt x="54" y="60"/>
                  <a:pt x="47" y="60"/>
                </a:cubicBezTo>
                <a:cubicBezTo>
                  <a:pt x="40" y="60"/>
                  <a:pt x="33" y="62"/>
                  <a:pt x="29" y="63"/>
                </a:cubicBezTo>
                <a:close/>
              </a:path>
            </a:pathLst>
          </a:custGeom>
          <a:solidFill>
            <a:srgbClr val="2980B9"/>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6" name="Freeform 75"/>
          <p:cNvSpPr>
            <a:spLocks noEditPoints="1"/>
          </p:cNvSpPr>
          <p:nvPr/>
        </p:nvSpPr>
        <p:spPr bwMode="auto">
          <a:xfrm>
            <a:off x="8534415" y="5121086"/>
            <a:ext cx="214051" cy="281425"/>
          </a:xfrm>
          <a:custGeom>
            <a:avLst/>
            <a:gdLst>
              <a:gd name="T0" fmla="*/ 121 w 129"/>
              <a:gd name="T1" fmla="*/ 56 h 169"/>
              <a:gd name="T2" fmla="*/ 65 w 129"/>
              <a:gd name="T3" fmla="*/ 0 h 169"/>
              <a:gd name="T4" fmla="*/ 9 w 129"/>
              <a:gd name="T5" fmla="*/ 56 h 169"/>
              <a:gd name="T6" fmla="*/ 24 w 129"/>
              <a:gd name="T7" fmla="*/ 56 h 169"/>
              <a:gd name="T8" fmla="*/ 65 w 129"/>
              <a:gd name="T9" fmla="*/ 16 h 169"/>
              <a:gd name="T10" fmla="*/ 105 w 129"/>
              <a:gd name="T11" fmla="*/ 56 h 169"/>
              <a:gd name="T12" fmla="*/ 105 w 129"/>
              <a:gd name="T13" fmla="*/ 84 h 169"/>
              <a:gd name="T14" fmla="*/ 0 w 129"/>
              <a:gd name="T15" fmla="*/ 84 h 169"/>
              <a:gd name="T16" fmla="*/ 0 w 129"/>
              <a:gd name="T17" fmla="*/ 169 h 169"/>
              <a:gd name="T18" fmla="*/ 129 w 129"/>
              <a:gd name="T19" fmla="*/ 169 h 169"/>
              <a:gd name="T20" fmla="*/ 129 w 129"/>
              <a:gd name="T21" fmla="*/ 84 h 169"/>
              <a:gd name="T22" fmla="*/ 121 w 129"/>
              <a:gd name="T23" fmla="*/ 84 h 169"/>
              <a:gd name="T24" fmla="*/ 121 w 129"/>
              <a:gd name="T25" fmla="*/ 56 h 169"/>
              <a:gd name="T26" fmla="*/ 72 w 129"/>
              <a:gd name="T27" fmla="*/ 142 h 169"/>
              <a:gd name="T28" fmla="*/ 57 w 129"/>
              <a:gd name="T29" fmla="*/ 142 h 169"/>
              <a:gd name="T30" fmla="*/ 57 w 129"/>
              <a:gd name="T31" fmla="*/ 121 h 169"/>
              <a:gd name="T32" fmla="*/ 72 w 129"/>
              <a:gd name="T33" fmla="*/ 121 h 169"/>
              <a:gd name="T34" fmla="*/ 72 w 129"/>
              <a:gd name="T35" fmla="*/ 142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169">
                <a:moveTo>
                  <a:pt x="121" y="56"/>
                </a:moveTo>
                <a:cubicBezTo>
                  <a:pt x="121" y="25"/>
                  <a:pt x="96" y="0"/>
                  <a:pt x="65" y="0"/>
                </a:cubicBezTo>
                <a:cubicBezTo>
                  <a:pt x="34" y="0"/>
                  <a:pt x="9" y="25"/>
                  <a:pt x="9" y="56"/>
                </a:cubicBezTo>
                <a:cubicBezTo>
                  <a:pt x="24" y="56"/>
                  <a:pt x="24" y="56"/>
                  <a:pt x="24" y="56"/>
                </a:cubicBezTo>
                <a:cubicBezTo>
                  <a:pt x="24" y="34"/>
                  <a:pt x="43" y="16"/>
                  <a:pt x="65" y="16"/>
                </a:cubicBezTo>
                <a:cubicBezTo>
                  <a:pt x="87" y="16"/>
                  <a:pt x="105" y="34"/>
                  <a:pt x="105" y="56"/>
                </a:cubicBezTo>
                <a:cubicBezTo>
                  <a:pt x="105" y="84"/>
                  <a:pt x="105" y="84"/>
                  <a:pt x="105" y="84"/>
                </a:cubicBezTo>
                <a:cubicBezTo>
                  <a:pt x="0" y="84"/>
                  <a:pt x="0" y="84"/>
                  <a:pt x="0" y="84"/>
                </a:cubicBezTo>
                <a:cubicBezTo>
                  <a:pt x="0" y="169"/>
                  <a:pt x="0" y="169"/>
                  <a:pt x="0" y="169"/>
                </a:cubicBezTo>
                <a:cubicBezTo>
                  <a:pt x="129" y="169"/>
                  <a:pt x="129" y="169"/>
                  <a:pt x="129" y="169"/>
                </a:cubicBezTo>
                <a:cubicBezTo>
                  <a:pt x="129" y="84"/>
                  <a:pt x="129" y="84"/>
                  <a:pt x="129" y="84"/>
                </a:cubicBezTo>
                <a:cubicBezTo>
                  <a:pt x="121" y="84"/>
                  <a:pt x="121" y="84"/>
                  <a:pt x="121" y="84"/>
                </a:cubicBezTo>
                <a:lnTo>
                  <a:pt x="121" y="56"/>
                </a:lnTo>
                <a:close/>
                <a:moveTo>
                  <a:pt x="72" y="142"/>
                </a:moveTo>
                <a:cubicBezTo>
                  <a:pt x="57" y="142"/>
                  <a:pt x="57" y="142"/>
                  <a:pt x="57" y="142"/>
                </a:cubicBezTo>
                <a:cubicBezTo>
                  <a:pt x="57" y="121"/>
                  <a:pt x="57" y="121"/>
                  <a:pt x="57" y="121"/>
                </a:cubicBezTo>
                <a:cubicBezTo>
                  <a:pt x="72" y="121"/>
                  <a:pt x="72" y="121"/>
                  <a:pt x="72" y="121"/>
                </a:cubicBezTo>
                <a:lnTo>
                  <a:pt x="72" y="142"/>
                </a:lnTo>
                <a:close/>
              </a:path>
            </a:pathLst>
          </a:custGeom>
          <a:solidFill>
            <a:srgbClr val="C0392B"/>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sp>
        <p:nvSpPr>
          <p:cNvPr id="57" name="Freeform 76"/>
          <p:cNvSpPr>
            <a:spLocks noEditPoints="1"/>
          </p:cNvSpPr>
          <p:nvPr/>
        </p:nvSpPr>
        <p:spPr bwMode="auto">
          <a:xfrm>
            <a:off x="8543739" y="2494858"/>
            <a:ext cx="214051" cy="281425"/>
          </a:xfrm>
          <a:custGeom>
            <a:avLst/>
            <a:gdLst>
              <a:gd name="T0" fmla="*/ 120 w 129"/>
              <a:gd name="T1" fmla="*/ 56 h 169"/>
              <a:gd name="T2" fmla="*/ 116 w 129"/>
              <a:gd name="T3" fmla="*/ 34 h 169"/>
              <a:gd name="T4" fmla="*/ 64 w 129"/>
              <a:gd name="T5" fmla="*/ 0 h 169"/>
              <a:gd name="T6" fmla="*/ 64 w 129"/>
              <a:gd name="T7" fmla="*/ 0 h 169"/>
              <a:gd name="T8" fmla="*/ 13 w 129"/>
              <a:gd name="T9" fmla="*/ 34 h 169"/>
              <a:gd name="T10" fmla="*/ 8 w 129"/>
              <a:gd name="T11" fmla="*/ 56 h 169"/>
              <a:gd name="T12" fmla="*/ 8 w 129"/>
              <a:gd name="T13" fmla="*/ 84 h 169"/>
              <a:gd name="T14" fmla="*/ 0 w 129"/>
              <a:gd name="T15" fmla="*/ 84 h 169"/>
              <a:gd name="T16" fmla="*/ 0 w 129"/>
              <a:gd name="T17" fmla="*/ 169 h 169"/>
              <a:gd name="T18" fmla="*/ 129 w 129"/>
              <a:gd name="T19" fmla="*/ 169 h 169"/>
              <a:gd name="T20" fmla="*/ 129 w 129"/>
              <a:gd name="T21" fmla="*/ 84 h 169"/>
              <a:gd name="T22" fmla="*/ 120 w 129"/>
              <a:gd name="T23" fmla="*/ 84 h 169"/>
              <a:gd name="T24" fmla="*/ 120 w 129"/>
              <a:gd name="T25" fmla="*/ 56 h 169"/>
              <a:gd name="T26" fmla="*/ 72 w 129"/>
              <a:gd name="T27" fmla="*/ 142 h 169"/>
              <a:gd name="T28" fmla="*/ 57 w 129"/>
              <a:gd name="T29" fmla="*/ 142 h 169"/>
              <a:gd name="T30" fmla="*/ 57 w 129"/>
              <a:gd name="T31" fmla="*/ 121 h 169"/>
              <a:gd name="T32" fmla="*/ 72 w 129"/>
              <a:gd name="T33" fmla="*/ 121 h 169"/>
              <a:gd name="T34" fmla="*/ 72 w 129"/>
              <a:gd name="T35" fmla="*/ 142 h 169"/>
              <a:gd name="T36" fmla="*/ 105 w 129"/>
              <a:gd name="T37" fmla="*/ 84 h 169"/>
              <a:gd name="T38" fmla="*/ 24 w 129"/>
              <a:gd name="T39" fmla="*/ 84 h 169"/>
              <a:gd name="T40" fmla="*/ 24 w 129"/>
              <a:gd name="T41" fmla="*/ 56 h 169"/>
              <a:gd name="T42" fmla="*/ 64 w 129"/>
              <a:gd name="T43" fmla="*/ 16 h 169"/>
              <a:gd name="T44" fmla="*/ 105 w 129"/>
              <a:gd name="T45" fmla="*/ 56 h 169"/>
              <a:gd name="T46" fmla="*/ 105 w 129"/>
              <a:gd name="T47" fmla="*/ 8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69">
                <a:moveTo>
                  <a:pt x="120" y="56"/>
                </a:moveTo>
                <a:cubicBezTo>
                  <a:pt x="120" y="49"/>
                  <a:pt x="119" y="41"/>
                  <a:pt x="116" y="34"/>
                </a:cubicBezTo>
                <a:cubicBezTo>
                  <a:pt x="107" y="14"/>
                  <a:pt x="87" y="0"/>
                  <a:pt x="64" y="0"/>
                </a:cubicBezTo>
                <a:cubicBezTo>
                  <a:pt x="64" y="0"/>
                  <a:pt x="64" y="0"/>
                  <a:pt x="64" y="0"/>
                </a:cubicBezTo>
                <a:cubicBezTo>
                  <a:pt x="41" y="0"/>
                  <a:pt x="21" y="14"/>
                  <a:pt x="13" y="34"/>
                </a:cubicBezTo>
                <a:cubicBezTo>
                  <a:pt x="10" y="41"/>
                  <a:pt x="8" y="49"/>
                  <a:pt x="8" y="56"/>
                </a:cubicBezTo>
                <a:cubicBezTo>
                  <a:pt x="8" y="84"/>
                  <a:pt x="8" y="84"/>
                  <a:pt x="8" y="84"/>
                </a:cubicBezTo>
                <a:cubicBezTo>
                  <a:pt x="0" y="84"/>
                  <a:pt x="0" y="84"/>
                  <a:pt x="0" y="84"/>
                </a:cubicBezTo>
                <a:cubicBezTo>
                  <a:pt x="0" y="169"/>
                  <a:pt x="0" y="169"/>
                  <a:pt x="0" y="169"/>
                </a:cubicBezTo>
                <a:cubicBezTo>
                  <a:pt x="129" y="169"/>
                  <a:pt x="129" y="169"/>
                  <a:pt x="129" y="169"/>
                </a:cubicBezTo>
                <a:cubicBezTo>
                  <a:pt x="129" y="84"/>
                  <a:pt x="129" y="84"/>
                  <a:pt x="129" y="84"/>
                </a:cubicBezTo>
                <a:cubicBezTo>
                  <a:pt x="120" y="84"/>
                  <a:pt x="120" y="84"/>
                  <a:pt x="120" y="84"/>
                </a:cubicBezTo>
                <a:lnTo>
                  <a:pt x="120" y="56"/>
                </a:lnTo>
                <a:close/>
                <a:moveTo>
                  <a:pt x="72" y="142"/>
                </a:moveTo>
                <a:cubicBezTo>
                  <a:pt x="57" y="142"/>
                  <a:pt x="57" y="142"/>
                  <a:pt x="57" y="142"/>
                </a:cubicBezTo>
                <a:cubicBezTo>
                  <a:pt x="57" y="121"/>
                  <a:pt x="57" y="121"/>
                  <a:pt x="57" y="121"/>
                </a:cubicBezTo>
                <a:cubicBezTo>
                  <a:pt x="72" y="121"/>
                  <a:pt x="72" y="121"/>
                  <a:pt x="72" y="121"/>
                </a:cubicBezTo>
                <a:lnTo>
                  <a:pt x="72" y="142"/>
                </a:lnTo>
                <a:close/>
                <a:moveTo>
                  <a:pt x="105" y="84"/>
                </a:moveTo>
                <a:cubicBezTo>
                  <a:pt x="24" y="84"/>
                  <a:pt x="24" y="84"/>
                  <a:pt x="24" y="84"/>
                </a:cubicBezTo>
                <a:cubicBezTo>
                  <a:pt x="24" y="56"/>
                  <a:pt x="24" y="56"/>
                  <a:pt x="24" y="56"/>
                </a:cubicBezTo>
                <a:cubicBezTo>
                  <a:pt x="24" y="34"/>
                  <a:pt x="42" y="16"/>
                  <a:pt x="64" y="16"/>
                </a:cubicBezTo>
                <a:cubicBezTo>
                  <a:pt x="86" y="16"/>
                  <a:pt x="105" y="34"/>
                  <a:pt x="105" y="56"/>
                </a:cubicBezTo>
                <a:lnTo>
                  <a:pt x="105" y="84"/>
                </a:lnTo>
                <a:close/>
              </a:path>
            </a:pathLst>
          </a:custGeom>
          <a:solidFill>
            <a:srgbClr val="C0392B"/>
          </a:solidFill>
          <a:ln>
            <a:noFill/>
          </a:ln>
        </p:spPr>
        <p:txBody>
          <a:bodyPr vert="horz" wrap="square" lIns="91440" tIns="45720" rIns="91440" bIns="45720" numCol="1" anchor="t" anchorCtr="0" compatLnSpc="1">
            <a:prstTxWarp prst="textNoShape">
              <a:avLst/>
            </a:prstTxWarp>
          </a:bodyPr>
          <a:lstStyle/>
          <a:p>
            <a:pPr defTabSz="914377">
              <a:defRPr/>
            </a:pPr>
            <a:endParaRPr lang="en-US" kern="0">
              <a:solidFill>
                <a:srgbClr val="3F3F3F"/>
              </a:solidFill>
              <a:latin typeface="Lato Light"/>
            </a:endParaRPr>
          </a:p>
        </p:txBody>
      </p:sp>
      <p:grpSp>
        <p:nvGrpSpPr>
          <p:cNvPr id="58" name="组合 57"/>
          <p:cNvGrpSpPr/>
          <p:nvPr/>
        </p:nvGrpSpPr>
        <p:grpSpPr>
          <a:xfrm>
            <a:off x="3631607" y="632583"/>
            <a:ext cx="7240327" cy="1173120"/>
            <a:chOff x="3448030" y="305126"/>
            <a:chExt cx="7240326" cy="1173119"/>
          </a:xfrm>
        </p:grpSpPr>
        <p:sp>
          <p:nvSpPr>
            <p:cNvPr id="59" name="文本框 58"/>
            <p:cNvSpPr txBox="1"/>
            <p:nvPr/>
          </p:nvSpPr>
          <p:spPr>
            <a:xfrm>
              <a:off x="4385109" y="305126"/>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rPr>
                <a:t>鱼骨分析图素材</a:t>
              </a:r>
            </a:p>
          </p:txBody>
        </p:sp>
        <p:sp>
          <p:nvSpPr>
            <p:cNvPr id="60" name="文本框 59"/>
            <p:cNvSpPr txBox="1"/>
            <p:nvPr/>
          </p:nvSpPr>
          <p:spPr>
            <a:xfrm>
              <a:off x="3448030" y="955025"/>
              <a:ext cx="7240326" cy="523220"/>
            </a:xfrm>
            <a:prstGeom prst="rect">
              <a:avLst/>
            </a:prstGeom>
            <a:noFill/>
          </p:spPr>
          <p:txBody>
            <a:bodyPr wrap="square" rtlCol="0">
              <a:sp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点击此处添加文字，点击此处添加文字，点击此处添加文字</a:t>
              </a:r>
            </a:p>
            <a:p>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61" name="文本框 60"/>
          <p:cNvSpPr txBox="1"/>
          <p:nvPr/>
        </p:nvSpPr>
        <p:spPr>
          <a:xfrm>
            <a:off x="497150" y="275209"/>
            <a:ext cx="2741351" cy="830997"/>
          </a:xfrm>
          <a:prstGeom prst="rect">
            <a:avLst/>
          </a:prstGeom>
          <a:noFill/>
        </p:spPr>
        <p:txBody>
          <a:bodyPr wrap="square" rtlCol="0">
            <a:spAutoFit/>
          </a:bodyPr>
          <a:lstStyle/>
          <a:p>
            <a:r>
              <a:rPr lang="en-US" altLang="zh-CN" sz="2400" dirty="0">
                <a:solidFill>
                  <a:srgbClr val="FFFFFF"/>
                </a:solidFill>
              </a:rPr>
              <a:t>https://www.ypppt.com/</a:t>
            </a:r>
            <a:endParaRPr lang="zh-CN" altLang="en-US" sz="2400" dirty="0">
              <a:solidFill>
                <a:srgbClr val="FFFFFF"/>
              </a:solidFill>
            </a:endParaRPr>
          </a:p>
        </p:txBody>
      </p:sp>
    </p:spTree>
    <p:custDataLst>
      <p:tags r:id="rId1"/>
    </p:custDataLst>
    <p:extLst>
      <p:ext uri="{BB962C8B-B14F-4D97-AF65-F5344CB8AC3E}">
        <p14:creationId xmlns:p14="http://schemas.microsoft.com/office/powerpoint/2010/main" val="21431055"/>
      </p:ext>
    </p:extLst>
  </p:cSld>
  <p:clrMapOvr>
    <a:masterClrMapping/>
  </p:clrMapOvr>
  <mc:AlternateContent xmlns:mc="http://schemas.openxmlformats.org/markup-compatibility/2006" xmlns:p14="http://schemas.microsoft.com/office/powerpoint/2010/main">
    <mc:Choice Requires="p14">
      <p:transition spd="slow" p14:dur="1500" advTm="1210">
        <p:random/>
      </p:transition>
    </mc:Choice>
    <mc:Fallback xmlns="">
      <p:transition spd="slow" advTm="121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0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60000">
                                          <p:cBhvr additive="base">
                                            <p:cTn id="7" dur="500" fill="hold"/>
                                            <p:tgtEl>
                                              <p:spTgt spid="2"/>
                                            </p:tgtEl>
                                            <p:attrNameLst>
                                              <p:attrName>ppt_x</p:attrName>
                                            </p:attrNameLst>
                                          </p:cBhvr>
                                          <p:tavLst>
                                            <p:tav tm="0">
                                              <p:val>
                                                <p:strVal val="0-#ppt_w/2"/>
                                              </p:val>
                                            </p:tav>
                                            <p:tav tm="100000">
                                              <p:val>
                                                <p:strVal val="#ppt_x"/>
                                              </p:val>
                                            </p:tav>
                                          </p:tavLst>
                                        </p:anim>
                                        <p:anim calcmode="lin" valueType="num" p14:bounceEnd="60000">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14:presetBounceEnd="60000">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14:bounceEnd="60000">
                                          <p:cBhvr additive="base">
                                            <p:cTn id="12" dur="500" fill="hold"/>
                                            <p:tgtEl>
                                              <p:spTgt spid="3"/>
                                            </p:tgtEl>
                                            <p:attrNameLst>
                                              <p:attrName>ppt_x</p:attrName>
                                            </p:attrNameLst>
                                          </p:cBhvr>
                                          <p:tavLst>
                                            <p:tav tm="0">
                                              <p:val>
                                                <p:strVal val="0-#ppt_w/2"/>
                                              </p:val>
                                            </p:tav>
                                            <p:tav tm="100000">
                                              <p:val>
                                                <p:strVal val="#ppt_x"/>
                                              </p:val>
                                            </p:tav>
                                          </p:tavLst>
                                        </p:anim>
                                        <p:anim calcmode="lin" valueType="num" p14:bounceEnd="60000">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14:presetBounceEnd="60000">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14:bounceEnd="60000">
                                          <p:cBhvr additive="base">
                                            <p:cTn id="17" dur="500" fill="hold"/>
                                            <p:tgtEl>
                                              <p:spTgt spid="18"/>
                                            </p:tgtEl>
                                            <p:attrNameLst>
                                              <p:attrName>ppt_x</p:attrName>
                                            </p:attrNameLst>
                                          </p:cBhvr>
                                          <p:tavLst>
                                            <p:tav tm="0">
                                              <p:val>
                                                <p:strVal val="0-#ppt_w/2"/>
                                              </p:val>
                                            </p:tav>
                                            <p:tav tm="100000">
                                              <p:val>
                                                <p:strVal val="#ppt_x"/>
                                              </p:val>
                                            </p:tav>
                                          </p:tavLst>
                                        </p:anim>
                                        <p:anim calcmode="lin" valueType="num" p14:bounceEnd="60000">
                                          <p:cBhvr additive="base">
                                            <p:cTn id="18" dur="500" fill="hold"/>
                                            <p:tgtEl>
                                              <p:spTgt spid="1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14:presetBounceEnd="60000">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14:bounceEnd="60000">
                                          <p:cBhvr additive="base">
                                            <p:cTn id="22" dur="500" fill="hold"/>
                                            <p:tgtEl>
                                              <p:spTgt spid="17"/>
                                            </p:tgtEl>
                                            <p:attrNameLst>
                                              <p:attrName>ppt_x</p:attrName>
                                            </p:attrNameLst>
                                          </p:cBhvr>
                                          <p:tavLst>
                                            <p:tav tm="0">
                                              <p:val>
                                                <p:strVal val="0-#ppt_w/2"/>
                                              </p:val>
                                            </p:tav>
                                            <p:tav tm="100000">
                                              <p:val>
                                                <p:strVal val="#ppt_x"/>
                                              </p:val>
                                            </p:tav>
                                          </p:tavLst>
                                        </p:anim>
                                        <p:anim calcmode="lin" valueType="num" p14:bounceEnd="60000">
                                          <p:cBhvr additive="base">
                                            <p:cTn id="23" dur="500" fill="hold"/>
                                            <p:tgtEl>
                                              <p:spTgt spid="17"/>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14:presetBounceEnd="60000">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14:bounceEnd="60000">
                                          <p:cBhvr additive="base">
                                            <p:cTn id="27" dur="500" fill="hold"/>
                                            <p:tgtEl>
                                              <p:spTgt spid="4"/>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4"/>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500"/>
                                </p:stCondLst>
                                <p:childTnLst>
                                  <p:par>
                                    <p:cTn id="38" presetID="22" presetClass="entr" presetSubtype="8" fill="hold"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4500"/>
                                </p:stCondLst>
                                <p:childTnLst>
                                  <p:par>
                                    <p:cTn id="46" presetID="22" presetClass="entr" presetSubtype="8" fill="hold" nodeType="after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left)">
                                          <p:cBhvr>
                                            <p:cTn id="48" dur="500"/>
                                            <p:tgtEl>
                                              <p:spTgt spid="45"/>
                                            </p:tgtEl>
                                          </p:cBhvr>
                                        </p:animEffect>
                                      </p:childTnLst>
                                    </p:cTn>
                                  </p:par>
                                </p:childTnLst>
                              </p:cTn>
                            </p:par>
                            <p:par>
                              <p:cTn id="49" fill="hold">
                                <p:stCondLst>
                                  <p:cond delay="5000"/>
                                </p:stCondLst>
                                <p:childTnLst>
                                  <p:par>
                                    <p:cTn id="50" presetID="22" presetClass="entr" presetSubtype="8" fill="hold" grpId="0" nodeType="after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wipe(left)">
                                          <p:cBhvr>
                                            <p:cTn id="56" dur="500"/>
                                            <p:tgtEl>
                                              <p:spTgt spid="46"/>
                                            </p:tgtEl>
                                          </p:cBhvr>
                                        </p:animEffect>
                                      </p:childTnLst>
                                    </p:cTn>
                                  </p:par>
                                </p:childTnLst>
                              </p:cTn>
                            </p:par>
                            <p:par>
                              <p:cTn id="57" fill="hold">
                                <p:stCondLst>
                                  <p:cond delay="6000"/>
                                </p:stCondLst>
                                <p:childTnLst>
                                  <p:par>
                                    <p:cTn id="58" presetID="22" presetClass="entr" presetSubtype="8" fill="hold" grpId="0" nodeType="after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left)">
                                          <p:cBhvr>
                                            <p:cTn id="60" dur="500"/>
                                            <p:tgtEl>
                                              <p:spTgt spid="40"/>
                                            </p:tgtEl>
                                          </p:cBhvr>
                                        </p:animEffect>
                                      </p:childTnLst>
                                    </p:cTn>
                                  </p:par>
                                </p:childTnLst>
                              </p:cTn>
                            </p:par>
                            <p:par>
                              <p:cTn id="61" fill="hold">
                                <p:stCondLst>
                                  <p:cond delay="6500"/>
                                </p:stCondLst>
                                <p:childTnLst>
                                  <p:par>
                                    <p:cTn id="62" presetID="22" presetClass="entr" presetSubtype="8" fill="hold"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4" dur="500"/>
                                            <p:tgtEl>
                                              <p:spTgt spid="47"/>
                                            </p:tgtEl>
                                          </p:cBhvr>
                                        </p:animEffect>
                                      </p:childTnLst>
                                    </p:cTn>
                                  </p:par>
                                </p:childTnLst>
                              </p:cTn>
                            </p:par>
                            <p:par>
                              <p:cTn id="65" fill="hold">
                                <p:stCondLst>
                                  <p:cond delay="7000"/>
                                </p:stCondLst>
                                <p:childTnLst>
                                  <p:par>
                                    <p:cTn id="66" presetID="22" presetClass="entr" presetSubtype="8" fill="hold" grpId="0" nodeType="after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left)">
                                          <p:cBhvr>
                                            <p:cTn id="68" dur="500"/>
                                            <p:tgtEl>
                                              <p:spTgt spid="41"/>
                                            </p:tgtEl>
                                          </p:cBhvr>
                                        </p:animEffect>
                                      </p:childTnLst>
                                    </p:cTn>
                                  </p:par>
                                </p:childTnLst>
                              </p:cTn>
                            </p:par>
                            <p:par>
                              <p:cTn id="69" fill="hold">
                                <p:stCondLst>
                                  <p:cond delay="7500"/>
                                </p:stCondLst>
                                <p:childTnLst>
                                  <p:par>
                                    <p:cTn id="70" presetID="53" presetClass="entr" presetSubtype="16" fill="hold" grpId="0" nodeType="after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p:cTn id="72" dur="500" fill="hold"/>
                                            <p:tgtEl>
                                              <p:spTgt spid="42"/>
                                            </p:tgtEl>
                                            <p:attrNameLst>
                                              <p:attrName>ppt_w</p:attrName>
                                            </p:attrNameLst>
                                          </p:cBhvr>
                                          <p:tavLst>
                                            <p:tav tm="0">
                                              <p:val>
                                                <p:fltVal val="0"/>
                                              </p:val>
                                            </p:tav>
                                            <p:tav tm="100000">
                                              <p:val>
                                                <p:strVal val="#ppt_w"/>
                                              </p:val>
                                            </p:tav>
                                          </p:tavLst>
                                        </p:anim>
                                        <p:anim calcmode="lin" valueType="num">
                                          <p:cBhvr>
                                            <p:cTn id="73" dur="500" fill="hold"/>
                                            <p:tgtEl>
                                              <p:spTgt spid="42"/>
                                            </p:tgtEl>
                                            <p:attrNameLst>
                                              <p:attrName>ppt_h</p:attrName>
                                            </p:attrNameLst>
                                          </p:cBhvr>
                                          <p:tavLst>
                                            <p:tav tm="0">
                                              <p:val>
                                                <p:fltVal val="0"/>
                                              </p:val>
                                            </p:tav>
                                            <p:tav tm="100000">
                                              <p:val>
                                                <p:strVal val="#ppt_h"/>
                                              </p:val>
                                            </p:tav>
                                          </p:tavLst>
                                        </p:anim>
                                        <p:animEffect transition="in" filter="fade">
                                          <p:cBhvr>
                                            <p:cTn id="74" dur="500"/>
                                            <p:tgtEl>
                                              <p:spTgt spid="42"/>
                                            </p:tgtEl>
                                          </p:cBhvr>
                                        </p:animEffect>
                                      </p:childTnLst>
                                    </p:cTn>
                                  </p:par>
                                </p:childTnLst>
                              </p:cTn>
                            </p:par>
                            <p:par>
                              <p:cTn id="75" fill="hold">
                                <p:stCondLst>
                                  <p:cond delay="8000"/>
                                </p:stCondLst>
                                <p:childTnLst>
                                  <p:par>
                                    <p:cTn id="76" presetID="22" presetClass="entr" presetSubtype="4" fill="hold" nodeType="after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down)">
                                          <p:cBhvr>
                                            <p:cTn id="78" dur="500"/>
                                            <p:tgtEl>
                                              <p:spTgt spid="5"/>
                                            </p:tgtEl>
                                          </p:cBhvr>
                                        </p:animEffect>
                                      </p:childTnLst>
                                    </p:cTn>
                                  </p:par>
                                  <p:par>
                                    <p:cTn id="79" presetID="22" presetClass="entr" presetSubtype="1" fill="hold"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up)">
                                          <p:cBhvr>
                                            <p:cTn id="81" dur="500"/>
                                            <p:tgtEl>
                                              <p:spTgt spid="6"/>
                                            </p:tgtEl>
                                          </p:cBhvr>
                                        </p:animEffect>
                                      </p:childTnLst>
                                    </p:cTn>
                                  </p:par>
                                </p:childTnLst>
                              </p:cTn>
                            </p:par>
                            <p:par>
                              <p:cTn id="82" fill="hold">
                                <p:stCondLst>
                                  <p:cond delay="8500"/>
                                </p:stCondLst>
                                <p:childTnLst>
                                  <p:par>
                                    <p:cTn id="83" presetID="53" presetClass="entr" presetSubtype="16" fill="hold" grpId="0" nodeType="after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p:cTn id="85" dur="500" fill="hold"/>
                                            <p:tgtEl>
                                              <p:spTgt spid="16"/>
                                            </p:tgtEl>
                                            <p:attrNameLst>
                                              <p:attrName>ppt_w</p:attrName>
                                            </p:attrNameLst>
                                          </p:cBhvr>
                                          <p:tavLst>
                                            <p:tav tm="0">
                                              <p:val>
                                                <p:fltVal val="0"/>
                                              </p:val>
                                            </p:tav>
                                            <p:tav tm="100000">
                                              <p:val>
                                                <p:strVal val="#ppt_w"/>
                                              </p:val>
                                            </p:tav>
                                          </p:tavLst>
                                        </p:anim>
                                        <p:anim calcmode="lin" valueType="num">
                                          <p:cBhvr>
                                            <p:cTn id="86" dur="500" fill="hold"/>
                                            <p:tgtEl>
                                              <p:spTgt spid="16"/>
                                            </p:tgtEl>
                                            <p:attrNameLst>
                                              <p:attrName>ppt_h</p:attrName>
                                            </p:attrNameLst>
                                          </p:cBhvr>
                                          <p:tavLst>
                                            <p:tav tm="0">
                                              <p:val>
                                                <p:fltVal val="0"/>
                                              </p:val>
                                            </p:tav>
                                            <p:tav tm="100000">
                                              <p:val>
                                                <p:strVal val="#ppt_h"/>
                                              </p:val>
                                            </p:tav>
                                          </p:tavLst>
                                        </p:anim>
                                        <p:animEffect transition="in" filter="fade">
                                          <p:cBhvr>
                                            <p:cTn id="87" dur="500"/>
                                            <p:tgtEl>
                                              <p:spTgt spid="16"/>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15"/>
                                            </p:tgtEl>
                                            <p:attrNameLst>
                                              <p:attrName>style.visibility</p:attrName>
                                            </p:attrNameLst>
                                          </p:cBhvr>
                                          <p:to>
                                            <p:strVal val="visible"/>
                                          </p:to>
                                        </p:set>
                                        <p:anim calcmode="lin" valueType="num">
                                          <p:cBhvr>
                                            <p:cTn id="90" dur="500" fill="hold"/>
                                            <p:tgtEl>
                                              <p:spTgt spid="15"/>
                                            </p:tgtEl>
                                            <p:attrNameLst>
                                              <p:attrName>ppt_w</p:attrName>
                                            </p:attrNameLst>
                                          </p:cBhvr>
                                          <p:tavLst>
                                            <p:tav tm="0">
                                              <p:val>
                                                <p:fltVal val="0"/>
                                              </p:val>
                                            </p:tav>
                                            <p:tav tm="100000">
                                              <p:val>
                                                <p:strVal val="#ppt_w"/>
                                              </p:val>
                                            </p:tav>
                                          </p:tavLst>
                                        </p:anim>
                                        <p:anim calcmode="lin" valueType="num">
                                          <p:cBhvr>
                                            <p:cTn id="91" dur="500" fill="hold"/>
                                            <p:tgtEl>
                                              <p:spTgt spid="15"/>
                                            </p:tgtEl>
                                            <p:attrNameLst>
                                              <p:attrName>ppt_h</p:attrName>
                                            </p:attrNameLst>
                                          </p:cBhvr>
                                          <p:tavLst>
                                            <p:tav tm="0">
                                              <p:val>
                                                <p:fltVal val="0"/>
                                              </p:val>
                                            </p:tav>
                                            <p:tav tm="100000">
                                              <p:val>
                                                <p:strVal val="#ppt_h"/>
                                              </p:val>
                                            </p:tav>
                                          </p:tavLst>
                                        </p:anim>
                                        <p:animEffect transition="in" filter="fade">
                                          <p:cBhvr>
                                            <p:cTn id="92" dur="500"/>
                                            <p:tgtEl>
                                              <p:spTgt spid="15"/>
                                            </p:tgtEl>
                                          </p:cBhvr>
                                        </p:animEffect>
                                      </p:childTnLst>
                                    </p:cTn>
                                  </p:par>
                                </p:childTnLst>
                              </p:cTn>
                            </p:par>
                            <p:par>
                              <p:cTn id="93" fill="hold">
                                <p:stCondLst>
                                  <p:cond delay="9000"/>
                                </p:stCondLst>
                                <p:childTnLst>
                                  <p:par>
                                    <p:cTn id="94" presetID="53" presetClass="entr" presetSubtype="16" fill="hold" grpId="0" nodeType="afterEffect">
                                      <p:stCondLst>
                                        <p:cond delay="0"/>
                                      </p:stCondLst>
                                      <p:childTnLst>
                                        <p:set>
                                          <p:cBhvr>
                                            <p:cTn id="95" dur="1" fill="hold">
                                              <p:stCondLst>
                                                <p:cond delay="0"/>
                                              </p:stCondLst>
                                            </p:cTn>
                                            <p:tgtEl>
                                              <p:spTgt spid="55"/>
                                            </p:tgtEl>
                                            <p:attrNameLst>
                                              <p:attrName>style.visibility</p:attrName>
                                            </p:attrNameLst>
                                          </p:cBhvr>
                                          <p:to>
                                            <p:strVal val="visible"/>
                                          </p:to>
                                        </p:set>
                                        <p:anim calcmode="lin" valueType="num">
                                          <p:cBhvr>
                                            <p:cTn id="96" dur="500" fill="hold"/>
                                            <p:tgtEl>
                                              <p:spTgt spid="55"/>
                                            </p:tgtEl>
                                            <p:attrNameLst>
                                              <p:attrName>ppt_w</p:attrName>
                                            </p:attrNameLst>
                                          </p:cBhvr>
                                          <p:tavLst>
                                            <p:tav tm="0">
                                              <p:val>
                                                <p:fltVal val="0"/>
                                              </p:val>
                                            </p:tav>
                                            <p:tav tm="100000">
                                              <p:val>
                                                <p:strVal val="#ppt_w"/>
                                              </p:val>
                                            </p:tav>
                                          </p:tavLst>
                                        </p:anim>
                                        <p:anim calcmode="lin" valueType="num">
                                          <p:cBhvr>
                                            <p:cTn id="97" dur="500" fill="hold"/>
                                            <p:tgtEl>
                                              <p:spTgt spid="55"/>
                                            </p:tgtEl>
                                            <p:attrNameLst>
                                              <p:attrName>ppt_h</p:attrName>
                                            </p:attrNameLst>
                                          </p:cBhvr>
                                          <p:tavLst>
                                            <p:tav tm="0">
                                              <p:val>
                                                <p:fltVal val="0"/>
                                              </p:val>
                                            </p:tav>
                                            <p:tav tm="100000">
                                              <p:val>
                                                <p:strVal val="#ppt_h"/>
                                              </p:val>
                                            </p:tav>
                                          </p:tavLst>
                                        </p:anim>
                                        <p:animEffect transition="in" filter="fade">
                                          <p:cBhvr>
                                            <p:cTn id="98" dur="500"/>
                                            <p:tgtEl>
                                              <p:spTgt spid="55"/>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 calcmode="lin" valueType="num">
                                          <p:cBhvr>
                                            <p:cTn id="101" dur="500" fill="hold"/>
                                            <p:tgtEl>
                                              <p:spTgt spid="54"/>
                                            </p:tgtEl>
                                            <p:attrNameLst>
                                              <p:attrName>ppt_w</p:attrName>
                                            </p:attrNameLst>
                                          </p:cBhvr>
                                          <p:tavLst>
                                            <p:tav tm="0">
                                              <p:val>
                                                <p:fltVal val="0"/>
                                              </p:val>
                                            </p:tav>
                                            <p:tav tm="100000">
                                              <p:val>
                                                <p:strVal val="#ppt_w"/>
                                              </p:val>
                                            </p:tav>
                                          </p:tavLst>
                                        </p:anim>
                                        <p:anim calcmode="lin" valueType="num">
                                          <p:cBhvr>
                                            <p:cTn id="102" dur="500" fill="hold"/>
                                            <p:tgtEl>
                                              <p:spTgt spid="54"/>
                                            </p:tgtEl>
                                            <p:attrNameLst>
                                              <p:attrName>ppt_h</p:attrName>
                                            </p:attrNameLst>
                                          </p:cBhvr>
                                          <p:tavLst>
                                            <p:tav tm="0">
                                              <p:val>
                                                <p:fltVal val="0"/>
                                              </p:val>
                                            </p:tav>
                                            <p:tav tm="100000">
                                              <p:val>
                                                <p:strVal val="#ppt_h"/>
                                              </p:val>
                                            </p:tav>
                                          </p:tavLst>
                                        </p:anim>
                                        <p:animEffect transition="in" filter="fade">
                                          <p:cBhvr>
                                            <p:cTn id="103" dur="500"/>
                                            <p:tgtEl>
                                              <p:spTgt spid="54"/>
                                            </p:tgtEl>
                                          </p:cBhvr>
                                        </p:animEffect>
                                      </p:childTnLst>
                                    </p:cTn>
                                  </p:par>
                                </p:childTnLst>
                              </p:cTn>
                            </p:par>
                            <p:par>
                              <p:cTn id="104" fill="hold">
                                <p:stCondLst>
                                  <p:cond delay="9500"/>
                                </p:stCondLst>
                                <p:childTnLst>
                                  <p:par>
                                    <p:cTn id="105" presetID="10" presetClass="entr" presetSubtype="0" fill="hold" grpId="0" nodeType="after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childTnLst>
                              </p:cTn>
                            </p:par>
                            <p:par>
                              <p:cTn id="111" fill="hold">
                                <p:stCondLst>
                                  <p:cond delay="10000"/>
                                </p:stCondLst>
                                <p:childTnLst>
                                  <p:par>
                                    <p:cTn id="112" presetID="22" presetClass="entr" presetSubtype="4" fill="hold" nodeType="afterEffect">
                                      <p:stCondLst>
                                        <p:cond delay="0"/>
                                      </p:stCondLst>
                                      <p:childTnLst>
                                        <p:set>
                                          <p:cBhvr>
                                            <p:cTn id="113" dur="1" fill="hold">
                                              <p:stCondLst>
                                                <p:cond delay="0"/>
                                              </p:stCondLst>
                                            </p:cTn>
                                            <p:tgtEl>
                                              <p:spTgt spid="7"/>
                                            </p:tgtEl>
                                            <p:attrNameLst>
                                              <p:attrName>style.visibility</p:attrName>
                                            </p:attrNameLst>
                                          </p:cBhvr>
                                          <p:to>
                                            <p:strVal val="visible"/>
                                          </p:to>
                                        </p:set>
                                        <p:animEffect transition="in" filter="wipe(down)">
                                          <p:cBhvr>
                                            <p:cTn id="114" dur="500"/>
                                            <p:tgtEl>
                                              <p:spTgt spid="7"/>
                                            </p:tgtEl>
                                          </p:cBhvr>
                                        </p:animEffect>
                                      </p:childTnLst>
                                    </p:cTn>
                                  </p:par>
                                  <p:par>
                                    <p:cTn id="115" presetID="22" presetClass="entr" presetSubtype="1" fill="hold" nodeType="with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up)">
                                          <p:cBhvr>
                                            <p:cTn id="117" dur="500"/>
                                            <p:tgtEl>
                                              <p:spTgt spid="8"/>
                                            </p:tgtEl>
                                          </p:cBhvr>
                                        </p:animEffect>
                                      </p:childTnLst>
                                    </p:cTn>
                                  </p:par>
                                </p:childTnLst>
                              </p:cTn>
                            </p:par>
                            <p:par>
                              <p:cTn id="118" fill="hold">
                                <p:stCondLst>
                                  <p:cond delay="10500"/>
                                </p:stCondLst>
                                <p:childTnLst>
                                  <p:par>
                                    <p:cTn id="119" presetID="53" presetClass="entr" presetSubtype="16" fill="hold" grpId="0" nodeType="afterEffect">
                                      <p:stCondLst>
                                        <p:cond delay="0"/>
                                      </p:stCondLst>
                                      <p:childTnLst>
                                        <p:set>
                                          <p:cBhvr>
                                            <p:cTn id="120" dur="1" fill="hold">
                                              <p:stCondLst>
                                                <p:cond delay="0"/>
                                              </p:stCondLst>
                                            </p:cTn>
                                            <p:tgtEl>
                                              <p:spTgt spid="20"/>
                                            </p:tgtEl>
                                            <p:attrNameLst>
                                              <p:attrName>style.visibility</p:attrName>
                                            </p:attrNameLst>
                                          </p:cBhvr>
                                          <p:to>
                                            <p:strVal val="visible"/>
                                          </p:to>
                                        </p:set>
                                        <p:anim calcmode="lin" valueType="num">
                                          <p:cBhvr>
                                            <p:cTn id="121" dur="500" fill="hold"/>
                                            <p:tgtEl>
                                              <p:spTgt spid="20"/>
                                            </p:tgtEl>
                                            <p:attrNameLst>
                                              <p:attrName>ppt_w</p:attrName>
                                            </p:attrNameLst>
                                          </p:cBhvr>
                                          <p:tavLst>
                                            <p:tav tm="0">
                                              <p:val>
                                                <p:fltVal val="0"/>
                                              </p:val>
                                            </p:tav>
                                            <p:tav tm="100000">
                                              <p:val>
                                                <p:strVal val="#ppt_w"/>
                                              </p:val>
                                            </p:tav>
                                          </p:tavLst>
                                        </p:anim>
                                        <p:anim calcmode="lin" valueType="num">
                                          <p:cBhvr>
                                            <p:cTn id="122" dur="500" fill="hold"/>
                                            <p:tgtEl>
                                              <p:spTgt spid="20"/>
                                            </p:tgtEl>
                                            <p:attrNameLst>
                                              <p:attrName>ppt_h</p:attrName>
                                            </p:attrNameLst>
                                          </p:cBhvr>
                                          <p:tavLst>
                                            <p:tav tm="0">
                                              <p:val>
                                                <p:fltVal val="0"/>
                                              </p:val>
                                            </p:tav>
                                            <p:tav tm="100000">
                                              <p:val>
                                                <p:strVal val="#ppt_h"/>
                                              </p:val>
                                            </p:tav>
                                          </p:tavLst>
                                        </p:anim>
                                        <p:animEffect transition="in" filter="fade">
                                          <p:cBhvr>
                                            <p:cTn id="123" dur="500"/>
                                            <p:tgtEl>
                                              <p:spTgt spid="20"/>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9"/>
                                            </p:tgtEl>
                                            <p:attrNameLst>
                                              <p:attrName>style.visibility</p:attrName>
                                            </p:attrNameLst>
                                          </p:cBhvr>
                                          <p:to>
                                            <p:strVal val="visible"/>
                                          </p:to>
                                        </p:set>
                                        <p:anim calcmode="lin" valueType="num">
                                          <p:cBhvr>
                                            <p:cTn id="126" dur="500" fill="hold"/>
                                            <p:tgtEl>
                                              <p:spTgt spid="19"/>
                                            </p:tgtEl>
                                            <p:attrNameLst>
                                              <p:attrName>ppt_w</p:attrName>
                                            </p:attrNameLst>
                                          </p:cBhvr>
                                          <p:tavLst>
                                            <p:tav tm="0">
                                              <p:val>
                                                <p:fltVal val="0"/>
                                              </p:val>
                                            </p:tav>
                                            <p:tav tm="100000">
                                              <p:val>
                                                <p:strVal val="#ppt_w"/>
                                              </p:val>
                                            </p:tav>
                                          </p:tavLst>
                                        </p:anim>
                                        <p:anim calcmode="lin" valueType="num">
                                          <p:cBhvr>
                                            <p:cTn id="127" dur="500" fill="hold"/>
                                            <p:tgtEl>
                                              <p:spTgt spid="19"/>
                                            </p:tgtEl>
                                            <p:attrNameLst>
                                              <p:attrName>ppt_h</p:attrName>
                                            </p:attrNameLst>
                                          </p:cBhvr>
                                          <p:tavLst>
                                            <p:tav tm="0">
                                              <p:val>
                                                <p:fltVal val="0"/>
                                              </p:val>
                                            </p:tav>
                                            <p:tav tm="100000">
                                              <p:val>
                                                <p:strVal val="#ppt_h"/>
                                              </p:val>
                                            </p:tav>
                                          </p:tavLst>
                                        </p:anim>
                                        <p:animEffect transition="in" filter="fade">
                                          <p:cBhvr>
                                            <p:cTn id="128" dur="500"/>
                                            <p:tgtEl>
                                              <p:spTgt spid="19"/>
                                            </p:tgtEl>
                                          </p:cBhvr>
                                        </p:animEffect>
                                      </p:childTnLst>
                                    </p:cTn>
                                  </p:par>
                                </p:childTnLst>
                              </p:cTn>
                            </p:par>
                            <p:par>
                              <p:cTn id="129" fill="hold">
                                <p:stCondLst>
                                  <p:cond delay="11000"/>
                                </p:stCondLst>
                                <p:childTnLst>
                                  <p:par>
                                    <p:cTn id="130" presetID="53" presetClass="entr" presetSubtype="16" fill="hold" grpId="0" nodeType="afterEffect">
                                      <p:stCondLst>
                                        <p:cond delay="0"/>
                                      </p:stCondLst>
                                      <p:childTnLst>
                                        <p:set>
                                          <p:cBhvr>
                                            <p:cTn id="131" dur="1" fill="hold">
                                              <p:stCondLst>
                                                <p:cond delay="0"/>
                                              </p:stCondLst>
                                            </p:cTn>
                                            <p:tgtEl>
                                              <p:spTgt spid="53"/>
                                            </p:tgtEl>
                                            <p:attrNameLst>
                                              <p:attrName>style.visibility</p:attrName>
                                            </p:attrNameLst>
                                          </p:cBhvr>
                                          <p:to>
                                            <p:strVal val="visible"/>
                                          </p:to>
                                        </p:set>
                                        <p:anim calcmode="lin" valueType="num">
                                          <p:cBhvr>
                                            <p:cTn id="132" dur="500" fill="hold"/>
                                            <p:tgtEl>
                                              <p:spTgt spid="53"/>
                                            </p:tgtEl>
                                            <p:attrNameLst>
                                              <p:attrName>ppt_w</p:attrName>
                                            </p:attrNameLst>
                                          </p:cBhvr>
                                          <p:tavLst>
                                            <p:tav tm="0">
                                              <p:val>
                                                <p:fltVal val="0"/>
                                              </p:val>
                                            </p:tav>
                                            <p:tav tm="100000">
                                              <p:val>
                                                <p:strVal val="#ppt_w"/>
                                              </p:val>
                                            </p:tav>
                                          </p:tavLst>
                                        </p:anim>
                                        <p:anim calcmode="lin" valueType="num">
                                          <p:cBhvr>
                                            <p:cTn id="133" dur="500" fill="hold"/>
                                            <p:tgtEl>
                                              <p:spTgt spid="53"/>
                                            </p:tgtEl>
                                            <p:attrNameLst>
                                              <p:attrName>ppt_h</p:attrName>
                                            </p:attrNameLst>
                                          </p:cBhvr>
                                          <p:tavLst>
                                            <p:tav tm="0">
                                              <p:val>
                                                <p:fltVal val="0"/>
                                              </p:val>
                                            </p:tav>
                                            <p:tav tm="100000">
                                              <p:val>
                                                <p:strVal val="#ppt_h"/>
                                              </p:val>
                                            </p:tav>
                                          </p:tavLst>
                                        </p:anim>
                                        <p:animEffect transition="in" filter="fade">
                                          <p:cBhvr>
                                            <p:cTn id="134" dur="500"/>
                                            <p:tgtEl>
                                              <p:spTgt spid="53"/>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 calcmode="lin" valueType="num">
                                          <p:cBhvr>
                                            <p:cTn id="137" dur="500" fill="hold"/>
                                            <p:tgtEl>
                                              <p:spTgt spid="52"/>
                                            </p:tgtEl>
                                            <p:attrNameLst>
                                              <p:attrName>ppt_w</p:attrName>
                                            </p:attrNameLst>
                                          </p:cBhvr>
                                          <p:tavLst>
                                            <p:tav tm="0">
                                              <p:val>
                                                <p:fltVal val="0"/>
                                              </p:val>
                                            </p:tav>
                                            <p:tav tm="100000">
                                              <p:val>
                                                <p:strVal val="#ppt_w"/>
                                              </p:val>
                                            </p:tav>
                                          </p:tavLst>
                                        </p:anim>
                                        <p:anim calcmode="lin" valueType="num">
                                          <p:cBhvr>
                                            <p:cTn id="138" dur="500" fill="hold"/>
                                            <p:tgtEl>
                                              <p:spTgt spid="52"/>
                                            </p:tgtEl>
                                            <p:attrNameLst>
                                              <p:attrName>ppt_h</p:attrName>
                                            </p:attrNameLst>
                                          </p:cBhvr>
                                          <p:tavLst>
                                            <p:tav tm="0">
                                              <p:val>
                                                <p:fltVal val="0"/>
                                              </p:val>
                                            </p:tav>
                                            <p:tav tm="100000">
                                              <p:val>
                                                <p:strVal val="#ppt_h"/>
                                              </p:val>
                                            </p:tav>
                                          </p:tavLst>
                                        </p:anim>
                                        <p:animEffect transition="in" filter="fade">
                                          <p:cBhvr>
                                            <p:cTn id="139" dur="500"/>
                                            <p:tgtEl>
                                              <p:spTgt spid="52"/>
                                            </p:tgtEl>
                                          </p:cBhvr>
                                        </p:animEffect>
                                      </p:childTnLst>
                                    </p:cTn>
                                  </p:par>
                                </p:childTnLst>
                              </p:cTn>
                            </p:par>
                            <p:par>
                              <p:cTn id="140" fill="hold">
                                <p:stCondLst>
                                  <p:cond delay="11500"/>
                                </p:stCondLst>
                                <p:childTnLst>
                                  <p:par>
                                    <p:cTn id="141" presetID="10" presetClass="entr" presetSubtype="0" fill="hold" grpId="0" nodeType="afterEffect">
                                      <p:stCondLst>
                                        <p:cond delay="0"/>
                                      </p:stCondLst>
                                      <p:childTnLst>
                                        <p:set>
                                          <p:cBhvr>
                                            <p:cTn id="142" dur="1" fill="hold">
                                              <p:stCondLst>
                                                <p:cond delay="0"/>
                                              </p:stCondLst>
                                            </p:cTn>
                                            <p:tgtEl>
                                              <p:spTgt spid="29"/>
                                            </p:tgtEl>
                                            <p:attrNameLst>
                                              <p:attrName>style.visibility</p:attrName>
                                            </p:attrNameLst>
                                          </p:cBhvr>
                                          <p:to>
                                            <p:strVal val="visible"/>
                                          </p:to>
                                        </p:set>
                                        <p:animEffect transition="in" filter="fade">
                                          <p:cBhvr>
                                            <p:cTn id="143" dur="500"/>
                                            <p:tgtEl>
                                              <p:spTgt spid="2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30"/>
                                            </p:tgtEl>
                                            <p:attrNameLst>
                                              <p:attrName>style.visibility</p:attrName>
                                            </p:attrNameLst>
                                          </p:cBhvr>
                                          <p:to>
                                            <p:strVal val="visible"/>
                                          </p:to>
                                        </p:set>
                                        <p:animEffect transition="in" filter="fade">
                                          <p:cBhvr>
                                            <p:cTn id="146" dur="500"/>
                                            <p:tgtEl>
                                              <p:spTgt spid="30"/>
                                            </p:tgtEl>
                                          </p:cBhvr>
                                        </p:animEffect>
                                      </p:childTnLst>
                                    </p:cTn>
                                  </p:par>
                                </p:childTnLst>
                              </p:cTn>
                            </p:par>
                            <p:par>
                              <p:cTn id="147" fill="hold">
                                <p:stCondLst>
                                  <p:cond delay="12000"/>
                                </p:stCondLst>
                                <p:childTnLst>
                                  <p:par>
                                    <p:cTn id="148" presetID="22" presetClass="entr" presetSubtype="4" fill="hold" nodeType="afterEffect">
                                      <p:stCondLst>
                                        <p:cond delay="0"/>
                                      </p:stCondLst>
                                      <p:childTnLst>
                                        <p:set>
                                          <p:cBhvr>
                                            <p:cTn id="149" dur="1" fill="hold">
                                              <p:stCondLst>
                                                <p:cond delay="0"/>
                                              </p:stCondLst>
                                            </p:cTn>
                                            <p:tgtEl>
                                              <p:spTgt spid="9"/>
                                            </p:tgtEl>
                                            <p:attrNameLst>
                                              <p:attrName>style.visibility</p:attrName>
                                            </p:attrNameLst>
                                          </p:cBhvr>
                                          <p:to>
                                            <p:strVal val="visible"/>
                                          </p:to>
                                        </p:set>
                                        <p:animEffect transition="in" filter="wipe(down)">
                                          <p:cBhvr>
                                            <p:cTn id="150" dur="500"/>
                                            <p:tgtEl>
                                              <p:spTgt spid="9"/>
                                            </p:tgtEl>
                                          </p:cBhvr>
                                        </p:animEffect>
                                      </p:childTnLst>
                                    </p:cTn>
                                  </p:par>
                                  <p:par>
                                    <p:cTn id="151" presetID="22" presetClass="entr" presetSubtype="1" fill="hold" nodeType="withEffect">
                                      <p:stCondLst>
                                        <p:cond delay="0"/>
                                      </p:stCondLst>
                                      <p:childTnLst>
                                        <p:set>
                                          <p:cBhvr>
                                            <p:cTn id="152" dur="1" fill="hold">
                                              <p:stCondLst>
                                                <p:cond delay="0"/>
                                              </p:stCondLst>
                                            </p:cTn>
                                            <p:tgtEl>
                                              <p:spTgt spid="10"/>
                                            </p:tgtEl>
                                            <p:attrNameLst>
                                              <p:attrName>style.visibility</p:attrName>
                                            </p:attrNameLst>
                                          </p:cBhvr>
                                          <p:to>
                                            <p:strVal val="visible"/>
                                          </p:to>
                                        </p:set>
                                        <p:animEffect transition="in" filter="wipe(up)">
                                          <p:cBhvr>
                                            <p:cTn id="153" dur="500"/>
                                            <p:tgtEl>
                                              <p:spTgt spid="10"/>
                                            </p:tgtEl>
                                          </p:cBhvr>
                                        </p:animEffect>
                                      </p:childTnLst>
                                    </p:cTn>
                                  </p:par>
                                </p:childTnLst>
                              </p:cTn>
                            </p:par>
                            <p:par>
                              <p:cTn id="154" fill="hold">
                                <p:stCondLst>
                                  <p:cond delay="12500"/>
                                </p:stCondLst>
                                <p:childTnLst>
                                  <p:par>
                                    <p:cTn id="155" presetID="53" presetClass="entr" presetSubtype="16" fill="hold" grpId="0" nodeType="afterEffect">
                                      <p:stCondLst>
                                        <p:cond delay="0"/>
                                      </p:stCondLst>
                                      <p:childTnLst>
                                        <p:set>
                                          <p:cBhvr>
                                            <p:cTn id="156" dur="1" fill="hold">
                                              <p:stCondLst>
                                                <p:cond delay="0"/>
                                              </p:stCondLst>
                                            </p:cTn>
                                            <p:tgtEl>
                                              <p:spTgt spid="22"/>
                                            </p:tgtEl>
                                            <p:attrNameLst>
                                              <p:attrName>style.visibility</p:attrName>
                                            </p:attrNameLst>
                                          </p:cBhvr>
                                          <p:to>
                                            <p:strVal val="visible"/>
                                          </p:to>
                                        </p:set>
                                        <p:anim calcmode="lin" valueType="num">
                                          <p:cBhvr>
                                            <p:cTn id="157" dur="500" fill="hold"/>
                                            <p:tgtEl>
                                              <p:spTgt spid="22"/>
                                            </p:tgtEl>
                                            <p:attrNameLst>
                                              <p:attrName>ppt_w</p:attrName>
                                            </p:attrNameLst>
                                          </p:cBhvr>
                                          <p:tavLst>
                                            <p:tav tm="0">
                                              <p:val>
                                                <p:fltVal val="0"/>
                                              </p:val>
                                            </p:tav>
                                            <p:tav tm="100000">
                                              <p:val>
                                                <p:strVal val="#ppt_w"/>
                                              </p:val>
                                            </p:tav>
                                          </p:tavLst>
                                        </p:anim>
                                        <p:anim calcmode="lin" valueType="num">
                                          <p:cBhvr>
                                            <p:cTn id="158" dur="500" fill="hold"/>
                                            <p:tgtEl>
                                              <p:spTgt spid="22"/>
                                            </p:tgtEl>
                                            <p:attrNameLst>
                                              <p:attrName>ppt_h</p:attrName>
                                            </p:attrNameLst>
                                          </p:cBhvr>
                                          <p:tavLst>
                                            <p:tav tm="0">
                                              <p:val>
                                                <p:fltVal val="0"/>
                                              </p:val>
                                            </p:tav>
                                            <p:tav tm="100000">
                                              <p:val>
                                                <p:strVal val="#ppt_h"/>
                                              </p:val>
                                            </p:tav>
                                          </p:tavLst>
                                        </p:anim>
                                        <p:animEffect transition="in" filter="fade">
                                          <p:cBhvr>
                                            <p:cTn id="159" dur="500"/>
                                            <p:tgtEl>
                                              <p:spTgt spid="22"/>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21"/>
                                            </p:tgtEl>
                                            <p:attrNameLst>
                                              <p:attrName>style.visibility</p:attrName>
                                            </p:attrNameLst>
                                          </p:cBhvr>
                                          <p:to>
                                            <p:strVal val="visible"/>
                                          </p:to>
                                        </p:set>
                                        <p:anim calcmode="lin" valueType="num">
                                          <p:cBhvr>
                                            <p:cTn id="162" dur="500" fill="hold"/>
                                            <p:tgtEl>
                                              <p:spTgt spid="21"/>
                                            </p:tgtEl>
                                            <p:attrNameLst>
                                              <p:attrName>ppt_w</p:attrName>
                                            </p:attrNameLst>
                                          </p:cBhvr>
                                          <p:tavLst>
                                            <p:tav tm="0">
                                              <p:val>
                                                <p:fltVal val="0"/>
                                              </p:val>
                                            </p:tav>
                                            <p:tav tm="100000">
                                              <p:val>
                                                <p:strVal val="#ppt_w"/>
                                              </p:val>
                                            </p:tav>
                                          </p:tavLst>
                                        </p:anim>
                                        <p:anim calcmode="lin" valueType="num">
                                          <p:cBhvr>
                                            <p:cTn id="163" dur="500" fill="hold"/>
                                            <p:tgtEl>
                                              <p:spTgt spid="21"/>
                                            </p:tgtEl>
                                            <p:attrNameLst>
                                              <p:attrName>ppt_h</p:attrName>
                                            </p:attrNameLst>
                                          </p:cBhvr>
                                          <p:tavLst>
                                            <p:tav tm="0">
                                              <p:val>
                                                <p:fltVal val="0"/>
                                              </p:val>
                                            </p:tav>
                                            <p:tav tm="100000">
                                              <p:val>
                                                <p:strVal val="#ppt_h"/>
                                              </p:val>
                                            </p:tav>
                                          </p:tavLst>
                                        </p:anim>
                                        <p:animEffect transition="in" filter="fade">
                                          <p:cBhvr>
                                            <p:cTn id="164" dur="500"/>
                                            <p:tgtEl>
                                              <p:spTgt spid="21"/>
                                            </p:tgtEl>
                                          </p:cBhvr>
                                        </p:animEffect>
                                      </p:childTnLst>
                                    </p:cTn>
                                  </p:par>
                                </p:childTnLst>
                              </p:cTn>
                            </p:par>
                            <p:par>
                              <p:cTn id="165" fill="hold">
                                <p:stCondLst>
                                  <p:cond delay="13000"/>
                                </p:stCondLst>
                                <p:childTnLst>
                                  <p:par>
                                    <p:cTn id="166" presetID="53" presetClass="entr" presetSubtype="16" fill="hold" grpId="0" nodeType="afterEffect">
                                      <p:stCondLst>
                                        <p:cond delay="0"/>
                                      </p:stCondLst>
                                      <p:childTnLst>
                                        <p:set>
                                          <p:cBhvr>
                                            <p:cTn id="167" dur="1" fill="hold">
                                              <p:stCondLst>
                                                <p:cond delay="0"/>
                                              </p:stCondLst>
                                            </p:cTn>
                                            <p:tgtEl>
                                              <p:spTgt spid="50"/>
                                            </p:tgtEl>
                                            <p:attrNameLst>
                                              <p:attrName>style.visibility</p:attrName>
                                            </p:attrNameLst>
                                          </p:cBhvr>
                                          <p:to>
                                            <p:strVal val="visible"/>
                                          </p:to>
                                        </p:set>
                                        <p:anim calcmode="lin" valueType="num">
                                          <p:cBhvr>
                                            <p:cTn id="168" dur="500" fill="hold"/>
                                            <p:tgtEl>
                                              <p:spTgt spid="50"/>
                                            </p:tgtEl>
                                            <p:attrNameLst>
                                              <p:attrName>ppt_w</p:attrName>
                                            </p:attrNameLst>
                                          </p:cBhvr>
                                          <p:tavLst>
                                            <p:tav tm="0">
                                              <p:val>
                                                <p:fltVal val="0"/>
                                              </p:val>
                                            </p:tav>
                                            <p:tav tm="100000">
                                              <p:val>
                                                <p:strVal val="#ppt_w"/>
                                              </p:val>
                                            </p:tav>
                                          </p:tavLst>
                                        </p:anim>
                                        <p:anim calcmode="lin" valueType="num">
                                          <p:cBhvr>
                                            <p:cTn id="169" dur="500" fill="hold"/>
                                            <p:tgtEl>
                                              <p:spTgt spid="50"/>
                                            </p:tgtEl>
                                            <p:attrNameLst>
                                              <p:attrName>ppt_h</p:attrName>
                                            </p:attrNameLst>
                                          </p:cBhvr>
                                          <p:tavLst>
                                            <p:tav tm="0">
                                              <p:val>
                                                <p:fltVal val="0"/>
                                              </p:val>
                                            </p:tav>
                                            <p:tav tm="100000">
                                              <p:val>
                                                <p:strVal val="#ppt_h"/>
                                              </p:val>
                                            </p:tav>
                                          </p:tavLst>
                                        </p:anim>
                                        <p:animEffect transition="in" filter="fade">
                                          <p:cBhvr>
                                            <p:cTn id="170" dur="500"/>
                                            <p:tgtEl>
                                              <p:spTgt spid="50"/>
                                            </p:tgtEl>
                                          </p:cBhvr>
                                        </p:animEffect>
                                      </p:childTnLst>
                                    </p:cTn>
                                  </p:par>
                                  <p:par>
                                    <p:cTn id="171" presetID="53" presetClass="entr" presetSubtype="16" fill="hold" grpId="0" nodeType="withEffect">
                                      <p:stCondLst>
                                        <p:cond delay="0"/>
                                      </p:stCondLst>
                                      <p:childTnLst>
                                        <p:set>
                                          <p:cBhvr>
                                            <p:cTn id="172" dur="1" fill="hold">
                                              <p:stCondLst>
                                                <p:cond delay="0"/>
                                              </p:stCondLst>
                                            </p:cTn>
                                            <p:tgtEl>
                                              <p:spTgt spid="51"/>
                                            </p:tgtEl>
                                            <p:attrNameLst>
                                              <p:attrName>style.visibility</p:attrName>
                                            </p:attrNameLst>
                                          </p:cBhvr>
                                          <p:to>
                                            <p:strVal val="visible"/>
                                          </p:to>
                                        </p:set>
                                        <p:anim calcmode="lin" valueType="num">
                                          <p:cBhvr>
                                            <p:cTn id="173" dur="500" fill="hold"/>
                                            <p:tgtEl>
                                              <p:spTgt spid="51"/>
                                            </p:tgtEl>
                                            <p:attrNameLst>
                                              <p:attrName>ppt_w</p:attrName>
                                            </p:attrNameLst>
                                          </p:cBhvr>
                                          <p:tavLst>
                                            <p:tav tm="0">
                                              <p:val>
                                                <p:fltVal val="0"/>
                                              </p:val>
                                            </p:tav>
                                            <p:tav tm="100000">
                                              <p:val>
                                                <p:strVal val="#ppt_w"/>
                                              </p:val>
                                            </p:tav>
                                          </p:tavLst>
                                        </p:anim>
                                        <p:anim calcmode="lin" valueType="num">
                                          <p:cBhvr>
                                            <p:cTn id="174" dur="500" fill="hold"/>
                                            <p:tgtEl>
                                              <p:spTgt spid="51"/>
                                            </p:tgtEl>
                                            <p:attrNameLst>
                                              <p:attrName>ppt_h</p:attrName>
                                            </p:attrNameLst>
                                          </p:cBhvr>
                                          <p:tavLst>
                                            <p:tav tm="0">
                                              <p:val>
                                                <p:fltVal val="0"/>
                                              </p:val>
                                            </p:tav>
                                            <p:tav tm="100000">
                                              <p:val>
                                                <p:strVal val="#ppt_h"/>
                                              </p:val>
                                            </p:tav>
                                          </p:tavLst>
                                        </p:anim>
                                        <p:animEffect transition="in" filter="fade">
                                          <p:cBhvr>
                                            <p:cTn id="175" dur="500"/>
                                            <p:tgtEl>
                                              <p:spTgt spid="51"/>
                                            </p:tgtEl>
                                          </p:cBhvr>
                                        </p:animEffect>
                                      </p:childTnLst>
                                    </p:cTn>
                                  </p:par>
                                </p:childTnLst>
                              </p:cTn>
                            </p:par>
                            <p:par>
                              <p:cTn id="176" fill="hold">
                                <p:stCondLst>
                                  <p:cond delay="13500"/>
                                </p:stCondLst>
                                <p:childTnLst>
                                  <p:par>
                                    <p:cTn id="177" presetID="10" presetClass="entr" presetSubtype="0" fill="hold" grpId="0" nodeType="afterEffect">
                                      <p:stCondLst>
                                        <p:cond delay="0"/>
                                      </p:stCondLst>
                                      <p:childTnLst>
                                        <p:set>
                                          <p:cBhvr>
                                            <p:cTn id="178" dur="1" fill="hold">
                                              <p:stCondLst>
                                                <p:cond delay="0"/>
                                              </p:stCondLst>
                                            </p:cTn>
                                            <p:tgtEl>
                                              <p:spTgt spid="31"/>
                                            </p:tgtEl>
                                            <p:attrNameLst>
                                              <p:attrName>style.visibility</p:attrName>
                                            </p:attrNameLst>
                                          </p:cBhvr>
                                          <p:to>
                                            <p:strVal val="visible"/>
                                          </p:to>
                                        </p:set>
                                        <p:animEffect transition="in" filter="fade">
                                          <p:cBhvr>
                                            <p:cTn id="179" dur="500"/>
                                            <p:tgtEl>
                                              <p:spTgt spid="3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32"/>
                                            </p:tgtEl>
                                            <p:attrNameLst>
                                              <p:attrName>style.visibility</p:attrName>
                                            </p:attrNameLst>
                                          </p:cBhvr>
                                          <p:to>
                                            <p:strVal val="visible"/>
                                          </p:to>
                                        </p:set>
                                        <p:animEffect transition="in" filter="fade">
                                          <p:cBhvr>
                                            <p:cTn id="182" dur="500"/>
                                            <p:tgtEl>
                                              <p:spTgt spid="32"/>
                                            </p:tgtEl>
                                          </p:cBhvr>
                                        </p:animEffect>
                                      </p:childTnLst>
                                    </p:cTn>
                                  </p:par>
                                </p:childTnLst>
                              </p:cTn>
                            </p:par>
                            <p:par>
                              <p:cTn id="183" fill="hold">
                                <p:stCondLst>
                                  <p:cond delay="14000"/>
                                </p:stCondLst>
                                <p:childTnLst>
                                  <p:par>
                                    <p:cTn id="184" presetID="22" presetClass="entr" presetSubtype="4" fill="hold" nodeType="afterEffect">
                                      <p:stCondLst>
                                        <p:cond delay="0"/>
                                      </p:stCondLst>
                                      <p:childTnLst>
                                        <p:set>
                                          <p:cBhvr>
                                            <p:cTn id="185" dur="1" fill="hold">
                                              <p:stCondLst>
                                                <p:cond delay="0"/>
                                              </p:stCondLst>
                                            </p:cTn>
                                            <p:tgtEl>
                                              <p:spTgt spid="11"/>
                                            </p:tgtEl>
                                            <p:attrNameLst>
                                              <p:attrName>style.visibility</p:attrName>
                                            </p:attrNameLst>
                                          </p:cBhvr>
                                          <p:to>
                                            <p:strVal val="visible"/>
                                          </p:to>
                                        </p:set>
                                        <p:animEffect transition="in" filter="wipe(down)">
                                          <p:cBhvr>
                                            <p:cTn id="186" dur="500"/>
                                            <p:tgtEl>
                                              <p:spTgt spid="11"/>
                                            </p:tgtEl>
                                          </p:cBhvr>
                                        </p:animEffect>
                                      </p:childTnLst>
                                    </p:cTn>
                                  </p:par>
                                  <p:par>
                                    <p:cTn id="187" presetID="22" presetClass="entr" presetSubtype="1" fill="hold" nodeType="withEffect">
                                      <p:stCondLst>
                                        <p:cond delay="0"/>
                                      </p:stCondLst>
                                      <p:childTnLst>
                                        <p:set>
                                          <p:cBhvr>
                                            <p:cTn id="188" dur="1" fill="hold">
                                              <p:stCondLst>
                                                <p:cond delay="0"/>
                                              </p:stCondLst>
                                            </p:cTn>
                                            <p:tgtEl>
                                              <p:spTgt spid="12"/>
                                            </p:tgtEl>
                                            <p:attrNameLst>
                                              <p:attrName>style.visibility</p:attrName>
                                            </p:attrNameLst>
                                          </p:cBhvr>
                                          <p:to>
                                            <p:strVal val="visible"/>
                                          </p:to>
                                        </p:set>
                                        <p:animEffect transition="in" filter="wipe(up)">
                                          <p:cBhvr>
                                            <p:cTn id="189" dur="500"/>
                                            <p:tgtEl>
                                              <p:spTgt spid="12"/>
                                            </p:tgtEl>
                                          </p:cBhvr>
                                        </p:animEffect>
                                      </p:childTnLst>
                                    </p:cTn>
                                  </p:par>
                                </p:childTnLst>
                              </p:cTn>
                            </p:par>
                            <p:par>
                              <p:cTn id="190" fill="hold">
                                <p:stCondLst>
                                  <p:cond delay="14500"/>
                                </p:stCondLst>
                                <p:childTnLst>
                                  <p:par>
                                    <p:cTn id="191" presetID="53" presetClass="entr" presetSubtype="16" fill="hold" grpId="0" nodeType="afterEffect">
                                      <p:stCondLst>
                                        <p:cond delay="0"/>
                                      </p:stCondLst>
                                      <p:childTnLst>
                                        <p:set>
                                          <p:cBhvr>
                                            <p:cTn id="192" dur="1" fill="hold">
                                              <p:stCondLst>
                                                <p:cond delay="0"/>
                                              </p:stCondLst>
                                            </p:cTn>
                                            <p:tgtEl>
                                              <p:spTgt spid="24"/>
                                            </p:tgtEl>
                                            <p:attrNameLst>
                                              <p:attrName>style.visibility</p:attrName>
                                            </p:attrNameLst>
                                          </p:cBhvr>
                                          <p:to>
                                            <p:strVal val="visible"/>
                                          </p:to>
                                        </p:set>
                                        <p:anim calcmode="lin" valueType="num">
                                          <p:cBhvr>
                                            <p:cTn id="193" dur="500" fill="hold"/>
                                            <p:tgtEl>
                                              <p:spTgt spid="24"/>
                                            </p:tgtEl>
                                            <p:attrNameLst>
                                              <p:attrName>ppt_w</p:attrName>
                                            </p:attrNameLst>
                                          </p:cBhvr>
                                          <p:tavLst>
                                            <p:tav tm="0">
                                              <p:val>
                                                <p:fltVal val="0"/>
                                              </p:val>
                                            </p:tav>
                                            <p:tav tm="100000">
                                              <p:val>
                                                <p:strVal val="#ppt_w"/>
                                              </p:val>
                                            </p:tav>
                                          </p:tavLst>
                                        </p:anim>
                                        <p:anim calcmode="lin" valueType="num">
                                          <p:cBhvr>
                                            <p:cTn id="194" dur="500" fill="hold"/>
                                            <p:tgtEl>
                                              <p:spTgt spid="24"/>
                                            </p:tgtEl>
                                            <p:attrNameLst>
                                              <p:attrName>ppt_h</p:attrName>
                                            </p:attrNameLst>
                                          </p:cBhvr>
                                          <p:tavLst>
                                            <p:tav tm="0">
                                              <p:val>
                                                <p:fltVal val="0"/>
                                              </p:val>
                                            </p:tav>
                                            <p:tav tm="100000">
                                              <p:val>
                                                <p:strVal val="#ppt_h"/>
                                              </p:val>
                                            </p:tav>
                                          </p:tavLst>
                                        </p:anim>
                                        <p:animEffect transition="in" filter="fade">
                                          <p:cBhvr>
                                            <p:cTn id="195" dur="500"/>
                                            <p:tgtEl>
                                              <p:spTgt spid="24"/>
                                            </p:tgtEl>
                                          </p:cBhvr>
                                        </p:animEffect>
                                      </p:childTnLst>
                                    </p:cTn>
                                  </p:par>
                                  <p:par>
                                    <p:cTn id="196" presetID="53" presetClass="entr" presetSubtype="16" fill="hold" grpId="0" nodeType="withEffect">
                                      <p:stCondLst>
                                        <p:cond delay="0"/>
                                      </p:stCondLst>
                                      <p:childTnLst>
                                        <p:set>
                                          <p:cBhvr>
                                            <p:cTn id="197" dur="1" fill="hold">
                                              <p:stCondLst>
                                                <p:cond delay="0"/>
                                              </p:stCondLst>
                                            </p:cTn>
                                            <p:tgtEl>
                                              <p:spTgt spid="23"/>
                                            </p:tgtEl>
                                            <p:attrNameLst>
                                              <p:attrName>style.visibility</p:attrName>
                                            </p:attrNameLst>
                                          </p:cBhvr>
                                          <p:to>
                                            <p:strVal val="visible"/>
                                          </p:to>
                                        </p:set>
                                        <p:anim calcmode="lin" valueType="num">
                                          <p:cBhvr>
                                            <p:cTn id="198" dur="500" fill="hold"/>
                                            <p:tgtEl>
                                              <p:spTgt spid="23"/>
                                            </p:tgtEl>
                                            <p:attrNameLst>
                                              <p:attrName>ppt_w</p:attrName>
                                            </p:attrNameLst>
                                          </p:cBhvr>
                                          <p:tavLst>
                                            <p:tav tm="0">
                                              <p:val>
                                                <p:fltVal val="0"/>
                                              </p:val>
                                            </p:tav>
                                            <p:tav tm="100000">
                                              <p:val>
                                                <p:strVal val="#ppt_w"/>
                                              </p:val>
                                            </p:tav>
                                          </p:tavLst>
                                        </p:anim>
                                        <p:anim calcmode="lin" valueType="num">
                                          <p:cBhvr>
                                            <p:cTn id="199" dur="500" fill="hold"/>
                                            <p:tgtEl>
                                              <p:spTgt spid="23"/>
                                            </p:tgtEl>
                                            <p:attrNameLst>
                                              <p:attrName>ppt_h</p:attrName>
                                            </p:attrNameLst>
                                          </p:cBhvr>
                                          <p:tavLst>
                                            <p:tav tm="0">
                                              <p:val>
                                                <p:fltVal val="0"/>
                                              </p:val>
                                            </p:tav>
                                            <p:tav tm="100000">
                                              <p:val>
                                                <p:strVal val="#ppt_h"/>
                                              </p:val>
                                            </p:tav>
                                          </p:tavLst>
                                        </p:anim>
                                        <p:animEffect transition="in" filter="fade">
                                          <p:cBhvr>
                                            <p:cTn id="200" dur="500"/>
                                            <p:tgtEl>
                                              <p:spTgt spid="23"/>
                                            </p:tgtEl>
                                          </p:cBhvr>
                                        </p:animEffect>
                                      </p:childTnLst>
                                    </p:cTn>
                                  </p:par>
                                </p:childTnLst>
                              </p:cTn>
                            </p:par>
                            <p:par>
                              <p:cTn id="201" fill="hold">
                                <p:stCondLst>
                                  <p:cond delay="15000"/>
                                </p:stCondLst>
                                <p:childTnLst>
                                  <p:par>
                                    <p:cTn id="202" presetID="53" presetClass="entr" presetSubtype="16" fill="hold" grpId="0" nodeType="afterEffect">
                                      <p:stCondLst>
                                        <p:cond delay="0"/>
                                      </p:stCondLst>
                                      <p:childTnLst>
                                        <p:set>
                                          <p:cBhvr>
                                            <p:cTn id="203" dur="1" fill="hold">
                                              <p:stCondLst>
                                                <p:cond delay="0"/>
                                              </p:stCondLst>
                                            </p:cTn>
                                            <p:tgtEl>
                                              <p:spTgt spid="48"/>
                                            </p:tgtEl>
                                            <p:attrNameLst>
                                              <p:attrName>style.visibility</p:attrName>
                                            </p:attrNameLst>
                                          </p:cBhvr>
                                          <p:to>
                                            <p:strVal val="visible"/>
                                          </p:to>
                                        </p:set>
                                        <p:anim calcmode="lin" valueType="num">
                                          <p:cBhvr>
                                            <p:cTn id="204" dur="500" fill="hold"/>
                                            <p:tgtEl>
                                              <p:spTgt spid="48"/>
                                            </p:tgtEl>
                                            <p:attrNameLst>
                                              <p:attrName>ppt_w</p:attrName>
                                            </p:attrNameLst>
                                          </p:cBhvr>
                                          <p:tavLst>
                                            <p:tav tm="0">
                                              <p:val>
                                                <p:fltVal val="0"/>
                                              </p:val>
                                            </p:tav>
                                            <p:tav tm="100000">
                                              <p:val>
                                                <p:strVal val="#ppt_w"/>
                                              </p:val>
                                            </p:tav>
                                          </p:tavLst>
                                        </p:anim>
                                        <p:anim calcmode="lin" valueType="num">
                                          <p:cBhvr>
                                            <p:cTn id="205" dur="500" fill="hold"/>
                                            <p:tgtEl>
                                              <p:spTgt spid="48"/>
                                            </p:tgtEl>
                                            <p:attrNameLst>
                                              <p:attrName>ppt_h</p:attrName>
                                            </p:attrNameLst>
                                          </p:cBhvr>
                                          <p:tavLst>
                                            <p:tav tm="0">
                                              <p:val>
                                                <p:fltVal val="0"/>
                                              </p:val>
                                            </p:tav>
                                            <p:tav tm="100000">
                                              <p:val>
                                                <p:strVal val="#ppt_h"/>
                                              </p:val>
                                            </p:tav>
                                          </p:tavLst>
                                        </p:anim>
                                        <p:animEffect transition="in" filter="fade">
                                          <p:cBhvr>
                                            <p:cTn id="206" dur="500"/>
                                            <p:tgtEl>
                                              <p:spTgt spid="48"/>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49"/>
                                            </p:tgtEl>
                                            <p:attrNameLst>
                                              <p:attrName>style.visibility</p:attrName>
                                            </p:attrNameLst>
                                          </p:cBhvr>
                                          <p:to>
                                            <p:strVal val="visible"/>
                                          </p:to>
                                        </p:set>
                                        <p:anim calcmode="lin" valueType="num">
                                          <p:cBhvr>
                                            <p:cTn id="209" dur="500" fill="hold"/>
                                            <p:tgtEl>
                                              <p:spTgt spid="49"/>
                                            </p:tgtEl>
                                            <p:attrNameLst>
                                              <p:attrName>ppt_w</p:attrName>
                                            </p:attrNameLst>
                                          </p:cBhvr>
                                          <p:tavLst>
                                            <p:tav tm="0">
                                              <p:val>
                                                <p:fltVal val="0"/>
                                              </p:val>
                                            </p:tav>
                                            <p:tav tm="100000">
                                              <p:val>
                                                <p:strVal val="#ppt_w"/>
                                              </p:val>
                                            </p:tav>
                                          </p:tavLst>
                                        </p:anim>
                                        <p:anim calcmode="lin" valueType="num">
                                          <p:cBhvr>
                                            <p:cTn id="210" dur="500" fill="hold"/>
                                            <p:tgtEl>
                                              <p:spTgt spid="49"/>
                                            </p:tgtEl>
                                            <p:attrNameLst>
                                              <p:attrName>ppt_h</p:attrName>
                                            </p:attrNameLst>
                                          </p:cBhvr>
                                          <p:tavLst>
                                            <p:tav tm="0">
                                              <p:val>
                                                <p:fltVal val="0"/>
                                              </p:val>
                                            </p:tav>
                                            <p:tav tm="100000">
                                              <p:val>
                                                <p:strVal val="#ppt_h"/>
                                              </p:val>
                                            </p:tav>
                                          </p:tavLst>
                                        </p:anim>
                                        <p:animEffect transition="in" filter="fade">
                                          <p:cBhvr>
                                            <p:cTn id="211" dur="500"/>
                                            <p:tgtEl>
                                              <p:spTgt spid="49"/>
                                            </p:tgtEl>
                                          </p:cBhvr>
                                        </p:animEffect>
                                      </p:childTnLst>
                                    </p:cTn>
                                  </p:par>
                                </p:childTnLst>
                              </p:cTn>
                            </p:par>
                            <p:par>
                              <p:cTn id="212" fill="hold">
                                <p:stCondLst>
                                  <p:cond delay="15500"/>
                                </p:stCondLst>
                                <p:childTnLst>
                                  <p:par>
                                    <p:cTn id="213" presetID="10" presetClass="entr" presetSubtype="0" fill="hold" grpId="0" nodeType="afterEffect">
                                      <p:stCondLst>
                                        <p:cond delay="0"/>
                                      </p:stCondLst>
                                      <p:childTnLst>
                                        <p:set>
                                          <p:cBhvr>
                                            <p:cTn id="214" dur="1" fill="hold">
                                              <p:stCondLst>
                                                <p:cond delay="0"/>
                                              </p:stCondLst>
                                            </p:cTn>
                                            <p:tgtEl>
                                              <p:spTgt spid="33"/>
                                            </p:tgtEl>
                                            <p:attrNameLst>
                                              <p:attrName>style.visibility</p:attrName>
                                            </p:attrNameLst>
                                          </p:cBhvr>
                                          <p:to>
                                            <p:strVal val="visible"/>
                                          </p:to>
                                        </p:set>
                                        <p:animEffect transition="in" filter="fade">
                                          <p:cBhvr>
                                            <p:cTn id="215" dur="500"/>
                                            <p:tgtEl>
                                              <p:spTgt spid="33"/>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34"/>
                                            </p:tgtEl>
                                            <p:attrNameLst>
                                              <p:attrName>style.visibility</p:attrName>
                                            </p:attrNameLst>
                                          </p:cBhvr>
                                          <p:to>
                                            <p:strVal val="visible"/>
                                          </p:to>
                                        </p:set>
                                        <p:animEffect transition="in" filter="fade">
                                          <p:cBhvr>
                                            <p:cTn id="218" dur="500"/>
                                            <p:tgtEl>
                                              <p:spTgt spid="34"/>
                                            </p:tgtEl>
                                          </p:cBhvr>
                                        </p:animEffect>
                                      </p:childTnLst>
                                    </p:cTn>
                                  </p:par>
                                </p:childTnLst>
                              </p:cTn>
                            </p:par>
                            <p:par>
                              <p:cTn id="219" fill="hold">
                                <p:stCondLst>
                                  <p:cond delay="16000"/>
                                </p:stCondLst>
                                <p:childTnLst>
                                  <p:par>
                                    <p:cTn id="220" presetID="22" presetClass="entr" presetSubtype="4" fill="hold" nodeType="afterEffect">
                                      <p:stCondLst>
                                        <p:cond delay="0"/>
                                      </p:stCondLst>
                                      <p:childTnLst>
                                        <p:set>
                                          <p:cBhvr>
                                            <p:cTn id="221" dur="1" fill="hold">
                                              <p:stCondLst>
                                                <p:cond delay="0"/>
                                              </p:stCondLst>
                                            </p:cTn>
                                            <p:tgtEl>
                                              <p:spTgt spid="13"/>
                                            </p:tgtEl>
                                            <p:attrNameLst>
                                              <p:attrName>style.visibility</p:attrName>
                                            </p:attrNameLst>
                                          </p:cBhvr>
                                          <p:to>
                                            <p:strVal val="visible"/>
                                          </p:to>
                                        </p:set>
                                        <p:animEffect transition="in" filter="wipe(down)">
                                          <p:cBhvr>
                                            <p:cTn id="222" dur="500"/>
                                            <p:tgtEl>
                                              <p:spTgt spid="13"/>
                                            </p:tgtEl>
                                          </p:cBhvr>
                                        </p:animEffect>
                                      </p:childTnLst>
                                    </p:cTn>
                                  </p:par>
                                  <p:par>
                                    <p:cTn id="223" presetID="22" presetClass="entr" presetSubtype="1" fill="hold" nodeType="withEffect">
                                      <p:stCondLst>
                                        <p:cond delay="0"/>
                                      </p:stCondLst>
                                      <p:childTnLst>
                                        <p:set>
                                          <p:cBhvr>
                                            <p:cTn id="224" dur="1" fill="hold">
                                              <p:stCondLst>
                                                <p:cond delay="0"/>
                                              </p:stCondLst>
                                            </p:cTn>
                                            <p:tgtEl>
                                              <p:spTgt spid="14"/>
                                            </p:tgtEl>
                                            <p:attrNameLst>
                                              <p:attrName>style.visibility</p:attrName>
                                            </p:attrNameLst>
                                          </p:cBhvr>
                                          <p:to>
                                            <p:strVal val="visible"/>
                                          </p:to>
                                        </p:set>
                                        <p:animEffect transition="in" filter="wipe(up)">
                                          <p:cBhvr>
                                            <p:cTn id="225" dur="500"/>
                                            <p:tgtEl>
                                              <p:spTgt spid="14"/>
                                            </p:tgtEl>
                                          </p:cBhvr>
                                        </p:animEffect>
                                      </p:childTnLst>
                                    </p:cTn>
                                  </p:par>
                                </p:childTnLst>
                              </p:cTn>
                            </p:par>
                            <p:par>
                              <p:cTn id="226" fill="hold">
                                <p:stCondLst>
                                  <p:cond delay="16500"/>
                                </p:stCondLst>
                                <p:childTnLst>
                                  <p:par>
                                    <p:cTn id="227" presetID="53" presetClass="entr" presetSubtype="16" fill="hold" grpId="0" nodeType="afterEffect">
                                      <p:stCondLst>
                                        <p:cond delay="0"/>
                                      </p:stCondLst>
                                      <p:childTnLst>
                                        <p:set>
                                          <p:cBhvr>
                                            <p:cTn id="228" dur="1" fill="hold">
                                              <p:stCondLst>
                                                <p:cond delay="0"/>
                                              </p:stCondLst>
                                            </p:cTn>
                                            <p:tgtEl>
                                              <p:spTgt spid="26"/>
                                            </p:tgtEl>
                                            <p:attrNameLst>
                                              <p:attrName>style.visibility</p:attrName>
                                            </p:attrNameLst>
                                          </p:cBhvr>
                                          <p:to>
                                            <p:strVal val="visible"/>
                                          </p:to>
                                        </p:set>
                                        <p:anim calcmode="lin" valueType="num">
                                          <p:cBhvr>
                                            <p:cTn id="229" dur="500" fill="hold"/>
                                            <p:tgtEl>
                                              <p:spTgt spid="26"/>
                                            </p:tgtEl>
                                            <p:attrNameLst>
                                              <p:attrName>ppt_w</p:attrName>
                                            </p:attrNameLst>
                                          </p:cBhvr>
                                          <p:tavLst>
                                            <p:tav tm="0">
                                              <p:val>
                                                <p:fltVal val="0"/>
                                              </p:val>
                                            </p:tav>
                                            <p:tav tm="100000">
                                              <p:val>
                                                <p:strVal val="#ppt_w"/>
                                              </p:val>
                                            </p:tav>
                                          </p:tavLst>
                                        </p:anim>
                                        <p:anim calcmode="lin" valueType="num">
                                          <p:cBhvr>
                                            <p:cTn id="230" dur="500" fill="hold"/>
                                            <p:tgtEl>
                                              <p:spTgt spid="26"/>
                                            </p:tgtEl>
                                            <p:attrNameLst>
                                              <p:attrName>ppt_h</p:attrName>
                                            </p:attrNameLst>
                                          </p:cBhvr>
                                          <p:tavLst>
                                            <p:tav tm="0">
                                              <p:val>
                                                <p:fltVal val="0"/>
                                              </p:val>
                                            </p:tav>
                                            <p:tav tm="100000">
                                              <p:val>
                                                <p:strVal val="#ppt_h"/>
                                              </p:val>
                                            </p:tav>
                                          </p:tavLst>
                                        </p:anim>
                                        <p:animEffect transition="in" filter="fade">
                                          <p:cBhvr>
                                            <p:cTn id="231" dur="500"/>
                                            <p:tgtEl>
                                              <p:spTgt spid="26"/>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25"/>
                                            </p:tgtEl>
                                            <p:attrNameLst>
                                              <p:attrName>style.visibility</p:attrName>
                                            </p:attrNameLst>
                                          </p:cBhvr>
                                          <p:to>
                                            <p:strVal val="visible"/>
                                          </p:to>
                                        </p:set>
                                        <p:anim calcmode="lin" valueType="num">
                                          <p:cBhvr>
                                            <p:cTn id="234" dur="500" fill="hold"/>
                                            <p:tgtEl>
                                              <p:spTgt spid="25"/>
                                            </p:tgtEl>
                                            <p:attrNameLst>
                                              <p:attrName>ppt_w</p:attrName>
                                            </p:attrNameLst>
                                          </p:cBhvr>
                                          <p:tavLst>
                                            <p:tav tm="0">
                                              <p:val>
                                                <p:fltVal val="0"/>
                                              </p:val>
                                            </p:tav>
                                            <p:tav tm="100000">
                                              <p:val>
                                                <p:strVal val="#ppt_w"/>
                                              </p:val>
                                            </p:tav>
                                          </p:tavLst>
                                        </p:anim>
                                        <p:anim calcmode="lin" valueType="num">
                                          <p:cBhvr>
                                            <p:cTn id="235" dur="500" fill="hold"/>
                                            <p:tgtEl>
                                              <p:spTgt spid="25"/>
                                            </p:tgtEl>
                                            <p:attrNameLst>
                                              <p:attrName>ppt_h</p:attrName>
                                            </p:attrNameLst>
                                          </p:cBhvr>
                                          <p:tavLst>
                                            <p:tav tm="0">
                                              <p:val>
                                                <p:fltVal val="0"/>
                                              </p:val>
                                            </p:tav>
                                            <p:tav tm="100000">
                                              <p:val>
                                                <p:strVal val="#ppt_h"/>
                                              </p:val>
                                            </p:tav>
                                          </p:tavLst>
                                        </p:anim>
                                        <p:animEffect transition="in" filter="fade">
                                          <p:cBhvr>
                                            <p:cTn id="236" dur="500"/>
                                            <p:tgtEl>
                                              <p:spTgt spid="25"/>
                                            </p:tgtEl>
                                          </p:cBhvr>
                                        </p:animEffect>
                                      </p:childTnLst>
                                    </p:cTn>
                                  </p:par>
                                </p:childTnLst>
                              </p:cTn>
                            </p:par>
                            <p:par>
                              <p:cTn id="237" fill="hold">
                                <p:stCondLst>
                                  <p:cond delay="17000"/>
                                </p:stCondLst>
                                <p:childTnLst>
                                  <p:par>
                                    <p:cTn id="238" presetID="53" presetClass="entr" presetSubtype="16" fill="hold" grpId="0" nodeType="afterEffect">
                                      <p:stCondLst>
                                        <p:cond delay="0"/>
                                      </p:stCondLst>
                                      <p:childTnLst>
                                        <p:set>
                                          <p:cBhvr>
                                            <p:cTn id="239" dur="1" fill="hold">
                                              <p:stCondLst>
                                                <p:cond delay="0"/>
                                              </p:stCondLst>
                                            </p:cTn>
                                            <p:tgtEl>
                                              <p:spTgt spid="57"/>
                                            </p:tgtEl>
                                            <p:attrNameLst>
                                              <p:attrName>style.visibility</p:attrName>
                                            </p:attrNameLst>
                                          </p:cBhvr>
                                          <p:to>
                                            <p:strVal val="visible"/>
                                          </p:to>
                                        </p:set>
                                        <p:anim calcmode="lin" valueType="num">
                                          <p:cBhvr>
                                            <p:cTn id="240" dur="500" fill="hold"/>
                                            <p:tgtEl>
                                              <p:spTgt spid="57"/>
                                            </p:tgtEl>
                                            <p:attrNameLst>
                                              <p:attrName>ppt_w</p:attrName>
                                            </p:attrNameLst>
                                          </p:cBhvr>
                                          <p:tavLst>
                                            <p:tav tm="0">
                                              <p:val>
                                                <p:fltVal val="0"/>
                                              </p:val>
                                            </p:tav>
                                            <p:tav tm="100000">
                                              <p:val>
                                                <p:strVal val="#ppt_w"/>
                                              </p:val>
                                            </p:tav>
                                          </p:tavLst>
                                        </p:anim>
                                        <p:anim calcmode="lin" valueType="num">
                                          <p:cBhvr>
                                            <p:cTn id="241" dur="500" fill="hold"/>
                                            <p:tgtEl>
                                              <p:spTgt spid="57"/>
                                            </p:tgtEl>
                                            <p:attrNameLst>
                                              <p:attrName>ppt_h</p:attrName>
                                            </p:attrNameLst>
                                          </p:cBhvr>
                                          <p:tavLst>
                                            <p:tav tm="0">
                                              <p:val>
                                                <p:fltVal val="0"/>
                                              </p:val>
                                            </p:tav>
                                            <p:tav tm="100000">
                                              <p:val>
                                                <p:strVal val="#ppt_h"/>
                                              </p:val>
                                            </p:tav>
                                          </p:tavLst>
                                        </p:anim>
                                        <p:animEffect transition="in" filter="fade">
                                          <p:cBhvr>
                                            <p:cTn id="242" dur="500"/>
                                            <p:tgtEl>
                                              <p:spTgt spid="57"/>
                                            </p:tgtEl>
                                          </p:cBhvr>
                                        </p:animEffect>
                                      </p:childTnLst>
                                    </p:cTn>
                                  </p:par>
                                  <p:par>
                                    <p:cTn id="243" presetID="53" presetClass="entr" presetSubtype="16" fill="hold" grpId="0" nodeType="withEffect">
                                      <p:stCondLst>
                                        <p:cond delay="0"/>
                                      </p:stCondLst>
                                      <p:childTnLst>
                                        <p:set>
                                          <p:cBhvr>
                                            <p:cTn id="244" dur="1" fill="hold">
                                              <p:stCondLst>
                                                <p:cond delay="0"/>
                                              </p:stCondLst>
                                            </p:cTn>
                                            <p:tgtEl>
                                              <p:spTgt spid="56"/>
                                            </p:tgtEl>
                                            <p:attrNameLst>
                                              <p:attrName>style.visibility</p:attrName>
                                            </p:attrNameLst>
                                          </p:cBhvr>
                                          <p:to>
                                            <p:strVal val="visible"/>
                                          </p:to>
                                        </p:set>
                                        <p:anim calcmode="lin" valueType="num">
                                          <p:cBhvr>
                                            <p:cTn id="245" dur="500" fill="hold"/>
                                            <p:tgtEl>
                                              <p:spTgt spid="56"/>
                                            </p:tgtEl>
                                            <p:attrNameLst>
                                              <p:attrName>ppt_w</p:attrName>
                                            </p:attrNameLst>
                                          </p:cBhvr>
                                          <p:tavLst>
                                            <p:tav tm="0">
                                              <p:val>
                                                <p:fltVal val="0"/>
                                              </p:val>
                                            </p:tav>
                                            <p:tav tm="100000">
                                              <p:val>
                                                <p:strVal val="#ppt_w"/>
                                              </p:val>
                                            </p:tav>
                                          </p:tavLst>
                                        </p:anim>
                                        <p:anim calcmode="lin" valueType="num">
                                          <p:cBhvr>
                                            <p:cTn id="246" dur="500" fill="hold"/>
                                            <p:tgtEl>
                                              <p:spTgt spid="56"/>
                                            </p:tgtEl>
                                            <p:attrNameLst>
                                              <p:attrName>ppt_h</p:attrName>
                                            </p:attrNameLst>
                                          </p:cBhvr>
                                          <p:tavLst>
                                            <p:tav tm="0">
                                              <p:val>
                                                <p:fltVal val="0"/>
                                              </p:val>
                                            </p:tav>
                                            <p:tav tm="100000">
                                              <p:val>
                                                <p:strVal val="#ppt_h"/>
                                              </p:val>
                                            </p:tav>
                                          </p:tavLst>
                                        </p:anim>
                                        <p:animEffect transition="in" filter="fade">
                                          <p:cBhvr>
                                            <p:cTn id="247" dur="500"/>
                                            <p:tgtEl>
                                              <p:spTgt spid="56"/>
                                            </p:tgtEl>
                                          </p:cBhvr>
                                        </p:animEffect>
                                      </p:childTnLst>
                                    </p:cTn>
                                  </p:par>
                                </p:childTnLst>
                              </p:cTn>
                            </p:par>
                            <p:par>
                              <p:cTn id="248" fill="hold">
                                <p:stCondLst>
                                  <p:cond delay="17500"/>
                                </p:stCondLst>
                                <p:childTnLst>
                                  <p:par>
                                    <p:cTn id="249" presetID="10" presetClass="entr" presetSubtype="0" fill="hold" grpId="0" nodeType="afterEffect">
                                      <p:stCondLst>
                                        <p:cond delay="0"/>
                                      </p:stCondLst>
                                      <p:childTnLst>
                                        <p:set>
                                          <p:cBhvr>
                                            <p:cTn id="250" dur="1" fill="hold">
                                              <p:stCondLst>
                                                <p:cond delay="0"/>
                                              </p:stCondLst>
                                            </p:cTn>
                                            <p:tgtEl>
                                              <p:spTgt spid="35"/>
                                            </p:tgtEl>
                                            <p:attrNameLst>
                                              <p:attrName>style.visibility</p:attrName>
                                            </p:attrNameLst>
                                          </p:cBhvr>
                                          <p:to>
                                            <p:strVal val="visible"/>
                                          </p:to>
                                        </p:set>
                                        <p:animEffect transition="in" filter="fade">
                                          <p:cBhvr>
                                            <p:cTn id="251" dur="500"/>
                                            <p:tgtEl>
                                              <p:spTgt spid="35"/>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36"/>
                                            </p:tgtEl>
                                            <p:attrNameLst>
                                              <p:attrName>style.visibility</p:attrName>
                                            </p:attrNameLst>
                                          </p:cBhvr>
                                          <p:to>
                                            <p:strVal val="visible"/>
                                          </p:to>
                                        </p:set>
                                        <p:animEffect transition="in" filter="fade">
                                          <p:cBhvr>
                                            <p:cTn id="25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0-#ppt_w/2"/>
                                              </p:val>
                                            </p:tav>
                                            <p:tav tm="100000">
                                              <p:val>
                                                <p:strVal val="#ppt_x"/>
                                              </p:val>
                                            </p:tav>
                                          </p:tavLst>
                                        </p:anim>
                                        <p:anim calcmode="lin" valueType="num">
                                          <p:cBhvr additive="base">
                                            <p:cTn id="18" dur="500" fill="hold"/>
                                            <p:tgtEl>
                                              <p:spTgt spid="1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0-#ppt_w/2"/>
                                              </p:val>
                                            </p:tav>
                                            <p:tav tm="100000">
                                              <p:val>
                                                <p:strVal val="#ppt_x"/>
                                              </p:val>
                                            </p:tav>
                                          </p:tavLst>
                                        </p:anim>
                                        <p:anim calcmode="lin" valueType="num">
                                          <p:cBhvr additive="base">
                                            <p:cTn id="23" dur="500" fill="hold"/>
                                            <p:tgtEl>
                                              <p:spTgt spid="17"/>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0-#ppt_w/2"/>
                                              </p:val>
                                            </p:tav>
                                            <p:tav tm="100000">
                                              <p:val>
                                                <p:strVal val="#ppt_x"/>
                                              </p:val>
                                            </p:tav>
                                          </p:tavLst>
                                        </p:anim>
                                        <p:anim calcmode="lin" valueType="num">
                                          <p:cBhvr additive="base">
                                            <p:cTn id="28" dur="500" fill="hold"/>
                                            <p:tgtEl>
                                              <p:spTgt spid="4"/>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500"/>
                                </p:stCondLst>
                                <p:childTnLst>
                                  <p:par>
                                    <p:cTn id="38" presetID="22" presetClass="entr" presetSubtype="8" fill="hold"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4500"/>
                                </p:stCondLst>
                                <p:childTnLst>
                                  <p:par>
                                    <p:cTn id="46" presetID="22" presetClass="entr" presetSubtype="8" fill="hold" nodeType="after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left)">
                                          <p:cBhvr>
                                            <p:cTn id="48" dur="500"/>
                                            <p:tgtEl>
                                              <p:spTgt spid="45"/>
                                            </p:tgtEl>
                                          </p:cBhvr>
                                        </p:animEffect>
                                      </p:childTnLst>
                                    </p:cTn>
                                  </p:par>
                                </p:childTnLst>
                              </p:cTn>
                            </p:par>
                            <p:par>
                              <p:cTn id="49" fill="hold">
                                <p:stCondLst>
                                  <p:cond delay="5000"/>
                                </p:stCondLst>
                                <p:childTnLst>
                                  <p:par>
                                    <p:cTn id="50" presetID="22" presetClass="entr" presetSubtype="8" fill="hold" grpId="0" nodeType="after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wipe(left)">
                                          <p:cBhvr>
                                            <p:cTn id="56" dur="500"/>
                                            <p:tgtEl>
                                              <p:spTgt spid="46"/>
                                            </p:tgtEl>
                                          </p:cBhvr>
                                        </p:animEffect>
                                      </p:childTnLst>
                                    </p:cTn>
                                  </p:par>
                                </p:childTnLst>
                              </p:cTn>
                            </p:par>
                            <p:par>
                              <p:cTn id="57" fill="hold">
                                <p:stCondLst>
                                  <p:cond delay="6000"/>
                                </p:stCondLst>
                                <p:childTnLst>
                                  <p:par>
                                    <p:cTn id="58" presetID="22" presetClass="entr" presetSubtype="8" fill="hold" grpId="0" nodeType="after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wipe(left)">
                                          <p:cBhvr>
                                            <p:cTn id="60" dur="500"/>
                                            <p:tgtEl>
                                              <p:spTgt spid="40"/>
                                            </p:tgtEl>
                                          </p:cBhvr>
                                        </p:animEffect>
                                      </p:childTnLst>
                                    </p:cTn>
                                  </p:par>
                                </p:childTnLst>
                              </p:cTn>
                            </p:par>
                            <p:par>
                              <p:cTn id="61" fill="hold">
                                <p:stCondLst>
                                  <p:cond delay="6500"/>
                                </p:stCondLst>
                                <p:childTnLst>
                                  <p:par>
                                    <p:cTn id="62" presetID="22" presetClass="entr" presetSubtype="8" fill="hold"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4" dur="500"/>
                                            <p:tgtEl>
                                              <p:spTgt spid="47"/>
                                            </p:tgtEl>
                                          </p:cBhvr>
                                        </p:animEffect>
                                      </p:childTnLst>
                                    </p:cTn>
                                  </p:par>
                                </p:childTnLst>
                              </p:cTn>
                            </p:par>
                            <p:par>
                              <p:cTn id="65" fill="hold">
                                <p:stCondLst>
                                  <p:cond delay="7000"/>
                                </p:stCondLst>
                                <p:childTnLst>
                                  <p:par>
                                    <p:cTn id="66" presetID="22" presetClass="entr" presetSubtype="8" fill="hold" grpId="0" nodeType="after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left)">
                                          <p:cBhvr>
                                            <p:cTn id="68" dur="500"/>
                                            <p:tgtEl>
                                              <p:spTgt spid="41"/>
                                            </p:tgtEl>
                                          </p:cBhvr>
                                        </p:animEffect>
                                      </p:childTnLst>
                                    </p:cTn>
                                  </p:par>
                                </p:childTnLst>
                              </p:cTn>
                            </p:par>
                            <p:par>
                              <p:cTn id="69" fill="hold">
                                <p:stCondLst>
                                  <p:cond delay="7500"/>
                                </p:stCondLst>
                                <p:childTnLst>
                                  <p:par>
                                    <p:cTn id="70" presetID="53" presetClass="entr" presetSubtype="16" fill="hold" grpId="0" nodeType="after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p:cTn id="72" dur="500" fill="hold"/>
                                            <p:tgtEl>
                                              <p:spTgt spid="42"/>
                                            </p:tgtEl>
                                            <p:attrNameLst>
                                              <p:attrName>ppt_w</p:attrName>
                                            </p:attrNameLst>
                                          </p:cBhvr>
                                          <p:tavLst>
                                            <p:tav tm="0">
                                              <p:val>
                                                <p:fltVal val="0"/>
                                              </p:val>
                                            </p:tav>
                                            <p:tav tm="100000">
                                              <p:val>
                                                <p:strVal val="#ppt_w"/>
                                              </p:val>
                                            </p:tav>
                                          </p:tavLst>
                                        </p:anim>
                                        <p:anim calcmode="lin" valueType="num">
                                          <p:cBhvr>
                                            <p:cTn id="73" dur="500" fill="hold"/>
                                            <p:tgtEl>
                                              <p:spTgt spid="42"/>
                                            </p:tgtEl>
                                            <p:attrNameLst>
                                              <p:attrName>ppt_h</p:attrName>
                                            </p:attrNameLst>
                                          </p:cBhvr>
                                          <p:tavLst>
                                            <p:tav tm="0">
                                              <p:val>
                                                <p:fltVal val="0"/>
                                              </p:val>
                                            </p:tav>
                                            <p:tav tm="100000">
                                              <p:val>
                                                <p:strVal val="#ppt_h"/>
                                              </p:val>
                                            </p:tav>
                                          </p:tavLst>
                                        </p:anim>
                                        <p:animEffect transition="in" filter="fade">
                                          <p:cBhvr>
                                            <p:cTn id="74" dur="500"/>
                                            <p:tgtEl>
                                              <p:spTgt spid="42"/>
                                            </p:tgtEl>
                                          </p:cBhvr>
                                        </p:animEffect>
                                      </p:childTnLst>
                                    </p:cTn>
                                  </p:par>
                                </p:childTnLst>
                              </p:cTn>
                            </p:par>
                            <p:par>
                              <p:cTn id="75" fill="hold">
                                <p:stCondLst>
                                  <p:cond delay="8000"/>
                                </p:stCondLst>
                                <p:childTnLst>
                                  <p:par>
                                    <p:cTn id="76" presetID="22" presetClass="entr" presetSubtype="4" fill="hold" nodeType="after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down)">
                                          <p:cBhvr>
                                            <p:cTn id="78" dur="500"/>
                                            <p:tgtEl>
                                              <p:spTgt spid="5"/>
                                            </p:tgtEl>
                                          </p:cBhvr>
                                        </p:animEffect>
                                      </p:childTnLst>
                                    </p:cTn>
                                  </p:par>
                                  <p:par>
                                    <p:cTn id="79" presetID="22" presetClass="entr" presetSubtype="1" fill="hold"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up)">
                                          <p:cBhvr>
                                            <p:cTn id="81" dur="500"/>
                                            <p:tgtEl>
                                              <p:spTgt spid="6"/>
                                            </p:tgtEl>
                                          </p:cBhvr>
                                        </p:animEffect>
                                      </p:childTnLst>
                                    </p:cTn>
                                  </p:par>
                                </p:childTnLst>
                              </p:cTn>
                            </p:par>
                            <p:par>
                              <p:cTn id="82" fill="hold">
                                <p:stCondLst>
                                  <p:cond delay="8500"/>
                                </p:stCondLst>
                                <p:childTnLst>
                                  <p:par>
                                    <p:cTn id="83" presetID="53" presetClass="entr" presetSubtype="16" fill="hold" grpId="0" nodeType="after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p:cTn id="85" dur="500" fill="hold"/>
                                            <p:tgtEl>
                                              <p:spTgt spid="16"/>
                                            </p:tgtEl>
                                            <p:attrNameLst>
                                              <p:attrName>ppt_w</p:attrName>
                                            </p:attrNameLst>
                                          </p:cBhvr>
                                          <p:tavLst>
                                            <p:tav tm="0">
                                              <p:val>
                                                <p:fltVal val="0"/>
                                              </p:val>
                                            </p:tav>
                                            <p:tav tm="100000">
                                              <p:val>
                                                <p:strVal val="#ppt_w"/>
                                              </p:val>
                                            </p:tav>
                                          </p:tavLst>
                                        </p:anim>
                                        <p:anim calcmode="lin" valueType="num">
                                          <p:cBhvr>
                                            <p:cTn id="86" dur="500" fill="hold"/>
                                            <p:tgtEl>
                                              <p:spTgt spid="16"/>
                                            </p:tgtEl>
                                            <p:attrNameLst>
                                              <p:attrName>ppt_h</p:attrName>
                                            </p:attrNameLst>
                                          </p:cBhvr>
                                          <p:tavLst>
                                            <p:tav tm="0">
                                              <p:val>
                                                <p:fltVal val="0"/>
                                              </p:val>
                                            </p:tav>
                                            <p:tav tm="100000">
                                              <p:val>
                                                <p:strVal val="#ppt_h"/>
                                              </p:val>
                                            </p:tav>
                                          </p:tavLst>
                                        </p:anim>
                                        <p:animEffect transition="in" filter="fade">
                                          <p:cBhvr>
                                            <p:cTn id="87" dur="500"/>
                                            <p:tgtEl>
                                              <p:spTgt spid="16"/>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15"/>
                                            </p:tgtEl>
                                            <p:attrNameLst>
                                              <p:attrName>style.visibility</p:attrName>
                                            </p:attrNameLst>
                                          </p:cBhvr>
                                          <p:to>
                                            <p:strVal val="visible"/>
                                          </p:to>
                                        </p:set>
                                        <p:anim calcmode="lin" valueType="num">
                                          <p:cBhvr>
                                            <p:cTn id="90" dur="500" fill="hold"/>
                                            <p:tgtEl>
                                              <p:spTgt spid="15"/>
                                            </p:tgtEl>
                                            <p:attrNameLst>
                                              <p:attrName>ppt_w</p:attrName>
                                            </p:attrNameLst>
                                          </p:cBhvr>
                                          <p:tavLst>
                                            <p:tav tm="0">
                                              <p:val>
                                                <p:fltVal val="0"/>
                                              </p:val>
                                            </p:tav>
                                            <p:tav tm="100000">
                                              <p:val>
                                                <p:strVal val="#ppt_w"/>
                                              </p:val>
                                            </p:tav>
                                          </p:tavLst>
                                        </p:anim>
                                        <p:anim calcmode="lin" valueType="num">
                                          <p:cBhvr>
                                            <p:cTn id="91" dur="500" fill="hold"/>
                                            <p:tgtEl>
                                              <p:spTgt spid="15"/>
                                            </p:tgtEl>
                                            <p:attrNameLst>
                                              <p:attrName>ppt_h</p:attrName>
                                            </p:attrNameLst>
                                          </p:cBhvr>
                                          <p:tavLst>
                                            <p:tav tm="0">
                                              <p:val>
                                                <p:fltVal val="0"/>
                                              </p:val>
                                            </p:tav>
                                            <p:tav tm="100000">
                                              <p:val>
                                                <p:strVal val="#ppt_h"/>
                                              </p:val>
                                            </p:tav>
                                          </p:tavLst>
                                        </p:anim>
                                        <p:animEffect transition="in" filter="fade">
                                          <p:cBhvr>
                                            <p:cTn id="92" dur="500"/>
                                            <p:tgtEl>
                                              <p:spTgt spid="15"/>
                                            </p:tgtEl>
                                          </p:cBhvr>
                                        </p:animEffect>
                                      </p:childTnLst>
                                    </p:cTn>
                                  </p:par>
                                </p:childTnLst>
                              </p:cTn>
                            </p:par>
                            <p:par>
                              <p:cTn id="93" fill="hold">
                                <p:stCondLst>
                                  <p:cond delay="9000"/>
                                </p:stCondLst>
                                <p:childTnLst>
                                  <p:par>
                                    <p:cTn id="94" presetID="53" presetClass="entr" presetSubtype="16" fill="hold" grpId="0" nodeType="afterEffect">
                                      <p:stCondLst>
                                        <p:cond delay="0"/>
                                      </p:stCondLst>
                                      <p:childTnLst>
                                        <p:set>
                                          <p:cBhvr>
                                            <p:cTn id="95" dur="1" fill="hold">
                                              <p:stCondLst>
                                                <p:cond delay="0"/>
                                              </p:stCondLst>
                                            </p:cTn>
                                            <p:tgtEl>
                                              <p:spTgt spid="55"/>
                                            </p:tgtEl>
                                            <p:attrNameLst>
                                              <p:attrName>style.visibility</p:attrName>
                                            </p:attrNameLst>
                                          </p:cBhvr>
                                          <p:to>
                                            <p:strVal val="visible"/>
                                          </p:to>
                                        </p:set>
                                        <p:anim calcmode="lin" valueType="num">
                                          <p:cBhvr>
                                            <p:cTn id="96" dur="500" fill="hold"/>
                                            <p:tgtEl>
                                              <p:spTgt spid="55"/>
                                            </p:tgtEl>
                                            <p:attrNameLst>
                                              <p:attrName>ppt_w</p:attrName>
                                            </p:attrNameLst>
                                          </p:cBhvr>
                                          <p:tavLst>
                                            <p:tav tm="0">
                                              <p:val>
                                                <p:fltVal val="0"/>
                                              </p:val>
                                            </p:tav>
                                            <p:tav tm="100000">
                                              <p:val>
                                                <p:strVal val="#ppt_w"/>
                                              </p:val>
                                            </p:tav>
                                          </p:tavLst>
                                        </p:anim>
                                        <p:anim calcmode="lin" valueType="num">
                                          <p:cBhvr>
                                            <p:cTn id="97" dur="500" fill="hold"/>
                                            <p:tgtEl>
                                              <p:spTgt spid="55"/>
                                            </p:tgtEl>
                                            <p:attrNameLst>
                                              <p:attrName>ppt_h</p:attrName>
                                            </p:attrNameLst>
                                          </p:cBhvr>
                                          <p:tavLst>
                                            <p:tav tm="0">
                                              <p:val>
                                                <p:fltVal val="0"/>
                                              </p:val>
                                            </p:tav>
                                            <p:tav tm="100000">
                                              <p:val>
                                                <p:strVal val="#ppt_h"/>
                                              </p:val>
                                            </p:tav>
                                          </p:tavLst>
                                        </p:anim>
                                        <p:animEffect transition="in" filter="fade">
                                          <p:cBhvr>
                                            <p:cTn id="98" dur="500"/>
                                            <p:tgtEl>
                                              <p:spTgt spid="55"/>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 calcmode="lin" valueType="num">
                                          <p:cBhvr>
                                            <p:cTn id="101" dur="500" fill="hold"/>
                                            <p:tgtEl>
                                              <p:spTgt spid="54"/>
                                            </p:tgtEl>
                                            <p:attrNameLst>
                                              <p:attrName>ppt_w</p:attrName>
                                            </p:attrNameLst>
                                          </p:cBhvr>
                                          <p:tavLst>
                                            <p:tav tm="0">
                                              <p:val>
                                                <p:fltVal val="0"/>
                                              </p:val>
                                            </p:tav>
                                            <p:tav tm="100000">
                                              <p:val>
                                                <p:strVal val="#ppt_w"/>
                                              </p:val>
                                            </p:tav>
                                          </p:tavLst>
                                        </p:anim>
                                        <p:anim calcmode="lin" valueType="num">
                                          <p:cBhvr>
                                            <p:cTn id="102" dur="500" fill="hold"/>
                                            <p:tgtEl>
                                              <p:spTgt spid="54"/>
                                            </p:tgtEl>
                                            <p:attrNameLst>
                                              <p:attrName>ppt_h</p:attrName>
                                            </p:attrNameLst>
                                          </p:cBhvr>
                                          <p:tavLst>
                                            <p:tav tm="0">
                                              <p:val>
                                                <p:fltVal val="0"/>
                                              </p:val>
                                            </p:tav>
                                            <p:tav tm="100000">
                                              <p:val>
                                                <p:strVal val="#ppt_h"/>
                                              </p:val>
                                            </p:tav>
                                          </p:tavLst>
                                        </p:anim>
                                        <p:animEffect transition="in" filter="fade">
                                          <p:cBhvr>
                                            <p:cTn id="103" dur="500"/>
                                            <p:tgtEl>
                                              <p:spTgt spid="54"/>
                                            </p:tgtEl>
                                          </p:cBhvr>
                                        </p:animEffect>
                                      </p:childTnLst>
                                    </p:cTn>
                                  </p:par>
                                </p:childTnLst>
                              </p:cTn>
                            </p:par>
                            <p:par>
                              <p:cTn id="104" fill="hold">
                                <p:stCondLst>
                                  <p:cond delay="9500"/>
                                </p:stCondLst>
                                <p:childTnLst>
                                  <p:par>
                                    <p:cTn id="105" presetID="10" presetClass="entr" presetSubtype="0" fill="hold" grpId="0" nodeType="after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childTnLst>
                              </p:cTn>
                            </p:par>
                            <p:par>
                              <p:cTn id="111" fill="hold">
                                <p:stCondLst>
                                  <p:cond delay="10000"/>
                                </p:stCondLst>
                                <p:childTnLst>
                                  <p:par>
                                    <p:cTn id="112" presetID="22" presetClass="entr" presetSubtype="4" fill="hold" nodeType="afterEffect">
                                      <p:stCondLst>
                                        <p:cond delay="0"/>
                                      </p:stCondLst>
                                      <p:childTnLst>
                                        <p:set>
                                          <p:cBhvr>
                                            <p:cTn id="113" dur="1" fill="hold">
                                              <p:stCondLst>
                                                <p:cond delay="0"/>
                                              </p:stCondLst>
                                            </p:cTn>
                                            <p:tgtEl>
                                              <p:spTgt spid="7"/>
                                            </p:tgtEl>
                                            <p:attrNameLst>
                                              <p:attrName>style.visibility</p:attrName>
                                            </p:attrNameLst>
                                          </p:cBhvr>
                                          <p:to>
                                            <p:strVal val="visible"/>
                                          </p:to>
                                        </p:set>
                                        <p:animEffect transition="in" filter="wipe(down)">
                                          <p:cBhvr>
                                            <p:cTn id="114" dur="500"/>
                                            <p:tgtEl>
                                              <p:spTgt spid="7"/>
                                            </p:tgtEl>
                                          </p:cBhvr>
                                        </p:animEffect>
                                      </p:childTnLst>
                                    </p:cTn>
                                  </p:par>
                                  <p:par>
                                    <p:cTn id="115" presetID="22" presetClass="entr" presetSubtype="1" fill="hold" nodeType="with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up)">
                                          <p:cBhvr>
                                            <p:cTn id="117" dur="500"/>
                                            <p:tgtEl>
                                              <p:spTgt spid="8"/>
                                            </p:tgtEl>
                                          </p:cBhvr>
                                        </p:animEffect>
                                      </p:childTnLst>
                                    </p:cTn>
                                  </p:par>
                                </p:childTnLst>
                              </p:cTn>
                            </p:par>
                            <p:par>
                              <p:cTn id="118" fill="hold">
                                <p:stCondLst>
                                  <p:cond delay="10500"/>
                                </p:stCondLst>
                                <p:childTnLst>
                                  <p:par>
                                    <p:cTn id="119" presetID="53" presetClass="entr" presetSubtype="16" fill="hold" grpId="0" nodeType="afterEffect">
                                      <p:stCondLst>
                                        <p:cond delay="0"/>
                                      </p:stCondLst>
                                      <p:childTnLst>
                                        <p:set>
                                          <p:cBhvr>
                                            <p:cTn id="120" dur="1" fill="hold">
                                              <p:stCondLst>
                                                <p:cond delay="0"/>
                                              </p:stCondLst>
                                            </p:cTn>
                                            <p:tgtEl>
                                              <p:spTgt spid="20"/>
                                            </p:tgtEl>
                                            <p:attrNameLst>
                                              <p:attrName>style.visibility</p:attrName>
                                            </p:attrNameLst>
                                          </p:cBhvr>
                                          <p:to>
                                            <p:strVal val="visible"/>
                                          </p:to>
                                        </p:set>
                                        <p:anim calcmode="lin" valueType="num">
                                          <p:cBhvr>
                                            <p:cTn id="121" dur="500" fill="hold"/>
                                            <p:tgtEl>
                                              <p:spTgt spid="20"/>
                                            </p:tgtEl>
                                            <p:attrNameLst>
                                              <p:attrName>ppt_w</p:attrName>
                                            </p:attrNameLst>
                                          </p:cBhvr>
                                          <p:tavLst>
                                            <p:tav tm="0">
                                              <p:val>
                                                <p:fltVal val="0"/>
                                              </p:val>
                                            </p:tav>
                                            <p:tav tm="100000">
                                              <p:val>
                                                <p:strVal val="#ppt_w"/>
                                              </p:val>
                                            </p:tav>
                                          </p:tavLst>
                                        </p:anim>
                                        <p:anim calcmode="lin" valueType="num">
                                          <p:cBhvr>
                                            <p:cTn id="122" dur="500" fill="hold"/>
                                            <p:tgtEl>
                                              <p:spTgt spid="20"/>
                                            </p:tgtEl>
                                            <p:attrNameLst>
                                              <p:attrName>ppt_h</p:attrName>
                                            </p:attrNameLst>
                                          </p:cBhvr>
                                          <p:tavLst>
                                            <p:tav tm="0">
                                              <p:val>
                                                <p:fltVal val="0"/>
                                              </p:val>
                                            </p:tav>
                                            <p:tav tm="100000">
                                              <p:val>
                                                <p:strVal val="#ppt_h"/>
                                              </p:val>
                                            </p:tav>
                                          </p:tavLst>
                                        </p:anim>
                                        <p:animEffect transition="in" filter="fade">
                                          <p:cBhvr>
                                            <p:cTn id="123" dur="500"/>
                                            <p:tgtEl>
                                              <p:spTgt spid="20"/>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9"/>
                                            </p:tgtEl>
                                            <p:attrNameLst>
                                              <p:attrName>style.visibility</p:attrName>
                                            </p:attrNameLst>
                                          </p:cBhvr>
                                          <p:to>
                                            <p:strVal val="visible"/>
                                          </p:to>
                                        </p:set>
                                        <p:anim calcmode="lin" valueType="num">
                                          <p:cBhvr>
                                            <p:cTn id="126" dur="500" fill="hold"/>
                                            <p:tgtEl>
                                              <p:spTgt spid="19"/>
                                            </p:tgtEl>
                                            <p:attrNameLst>
                                              <p:attrName>ppt_w</p:attrName>
                                            </p:attrNameLst>
                                          </p:cBhvr>
                                          <p:tavLst>
                                            <p:tav tm="0">
                                              <p:val>
                                                <p:fltVal val="0"/>
                                              </p:val>
                                            </p:tav>
                                            <p:tav tm="100000">
                                              <p:val>
                                                <p:strVal val="#ppt_w"/>
                                              </p:val>
                                            </p:tav>
                                          </p:tavLst>
                                        </p:anim>
                                        <p:anim calcmode="lin" valueType="num">
                                          <p:cBhvr>
                                            <p:cTn id="127" dur="500" fill="hold"/>
                                            <p:tgtEl>
                                              <p:spTgt spid="19"/>
                                            </p:tgtEl>
                                            <p:attrNameLst>
                                              <p:attrName>ppt_h</p:attrName>
                                            </p:attrNameLst>
                                          </p:cBhvr>
                                          <p:tavLst>
                                            <p:tav tm="0">
                                              <p:val>
                                                <p:fltVal val="0"/>
                                              </p:val>
                                            </p:tav>
                                            <p:tav tm="100000">
                                              <p:val>
                                                <p:strVal val="#ppt_h"/>
                                              </p:val>
                                            </p:tav>
                                          </p:tavLst>
                                        </p:anim>
                                        <p:animEffect transition="in" filter="fade">
                                          <p:cBhvr>
                                            <p:cTn id="128" dur="500"/>
                                            <p:tgtEl>
                                              <p:spTgt spid="19"/>
                                            </p:tgtEl>
                                          </p:cBhvr>
                                        </p:animEffect>
                                      </p:childTnLst>
                                    </p:cTn>
                                  </p:par>
                                </p:childTnLst>
                              </p:cTn>
                            </p:par>
                            <p:par>
                              <p:cTn id="129" fill="hold">
                                <p:stCondLst>
                                  <p:cond delay="11000"/>
                                </p:stCondLst>
                                <p:childTnLst>
                                  <p:par>
                                    <p:cTn id="130" presetID="53" presetClass="entr" presetSubtype="16" fill="hold" grpId="0" nodeType="afterEffect">
                                      <p:stCondLst>
                                        <p:cond delay="0"/>
                                      </p:stCondLst>
                                      <p:childTnLst>
                                        <p:set>
                                          <p:cBhvr>
                                            <p:cTn id="131" dur="1" fill="hold">
                                              <p:stCondLst>
                                                <p:cond delay="0"/>
                                              </p:stCondLst>
                                            </p:cTn>
                                            <p:tgtEl>
                                              <p:spTgt spid="53"/>
                                            </p:tgtEl>
                                            <p:attrNameLst>
                                              <p:attrName>style.visibility</p:attrName>
                                            </p:attrNameLst>
                                          </p:cBhvr>
                                          <p:to>
                                            <p:strVal val="visible"/>
                                          </p:to>
                                        </p:set>
                                        <p:anim calcmode="lin" valueType="num">
                                          <p:cBhvr>
                                            <p:cTn id="132" dur="500" fill="hold"/>
                                            <p:tgtEl>
                                              <p:spTgt spid="53"/>
                                            </p:tgtEl>
                                            <p:attrNameLst>
                                              <p:attrName>ppt_w</p:attrName>
                                            </p:attrNameLst>
                                          </p:cBhvr>
                                          <p:tavLst>
                                            <p:tav tm="0">
                                              <p:val>
                                                <p:fltVal val="0"/>
                                              </p:val>
                                            </p:tav>
                                            <p:tav tm="100000">
                                              <p:val>
                                                <p:strVal val="#ppt_w"/>
                                              </p:val>
                                            </p:tav>
                                          </p:tavLst>
                                        </p:anim>
                                        <p:anim calcmode="lin" valueType="num">
                                          <p:cBhvr>
                                            <p:cTn id="133" dur="500" fill="hold"/>
                                            <p:tgtEl>
                                              <p:spTgt spid="53"/>
                                            </p:tgtEl>
                                            <p:attrNameLst>
                                              <p:attrName>ppt_h</p:attrName>
                                            </p:attrNameLst>
                                          </p:cBhvr>
                                          <p:tavLst>
                                            <p:tav tm="0">
                                              <p:val>
                                                <p:fltVal val="0"/>
                                              </p:val>
                                            </p:tav>
                                            <p:tav tm="100000">
                                              <p:val>
                                                <p:strVal val="#ppt_h"/>
                                              </p:val>
                                            </p:tav>
                                          </p:tavLst>
                                        </p:anim>
                                        <p:animEffect transition="in" filter="fade">
                                          <p:cBhvr>
                                            <p:cTn id="134" dur="500"/>
                                            <p:tgtEl>
                                              <p:spTgt spid="53"/>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 calcmode="lin" valueType="num">
                                          <p:cBhvr>
                                            <p:cTn id="137" dur="500" fill="hold"/>
                                            <p:tgtEl>
                                              <p:spTgt spid="52"/>
                                            </p:tgtEl>
                                            <p:attrNameLst>
                                              <p:attrName>ppt_w</p:attrName>
                                            </p:attrNameLst>
                                          </p:cBhvr>
                                          <p:tavLst>
                                            <p:tav tm="0">
                                              <p:val>
                                                <p:fltVal val="0"/>
                                              </p:val>
                                            </p:tav>
                                            <p:tav tm="100000">
                                              <p:val>
                                                <p:strVal val="#ppt_w"/>
                                              </p:val>
                                            </p:tav>
                                          </p:tavLst>
                                        </p:anim>
                                        <p:anim calcmode="lin" valueType="num">
                                          <p:cBhvr>
                                            <p:cTn id="138" dur="500" fill="hold"/>
                                            <p:tgtEl>
                                              <p:spTgt spid="52"/>
                                            </p:tgtEl>
                                            <p:attrNameLst>
                                              <p:attrName>ppt_h</p:attrName>
                                            </p:attrNameLst>
                                          </p:cBhvr>
                                          <p:tavLst>
                                            <p:tav tm="0">
                                              <p:val>
                                                <p:fltVal val="0"/>
                                              </p:val>
                                            </p:tav>
                                            <p:tav tm="100000">
                                              <p:val>
                                                <p:strVal val="#ppt_h"/>
                                              </p:val>
                                            </p:tav>
                                          </p:tavLst>
                                        </p:anim>
                                        <p:animEffect transition="in" filter="fade">
                                          <p:cBhvr>
                                            <p:cTn id="139" dur="500"/>
                                            <p:tgtEl>
                                              <p:spTgt spid="52"/>
                                            </p:tgtEl>
                                          </p:cBhvr>
                                        </p:animEffect>
                                      </p:childTnLst>
                                    </p:cTn>
                                  </p:par>
                                </p:childTnLst>
                              </p:cTn>
                            </p:par>
                            <p:par>
                              <p:cTn id="140" fill="hold">
                                <p:stCondLst>
                                  <p:cond delay="11500"/>
                                </p:stCondLst>
                                <p:childTnLst>
                                  <p:par>
                                    <p:cTn id="141" presetID="10" presetClass="entr" presetSubtype="0" fill="hold" grpId="0" nodeType="afterEffect">
                                      <p:stCondLst>
                                        <p:cond delay="0"/>
                                      </p:stCondLst>
                                      <p:childTnLst>
                                        <p:set>
                                          <p:cBhvr>
                                            <p:cTn id="142" dur="1" fill="hold">
                                              <p:stCondLst>
                                                <p:cond delay="0"/>
                                              </p:stCondLst>
                                            </p:cTn>
                                            <p:tgtEl>
                                              <p:spTgt spid="29"/>
                                            </p:tgtEl>
                                            <p:attrNameLst>
                                              <p:attrName>style.visibility</p:attrName>
                                            </p:attrNameLst>
                                          </p:cBhvr>
                                          <p:to>
                                            <p:strVal val="visible"/>
                                          </p:to>
                                        </p:set>
                                        <p:animEffect transition="in" filter="fade">
                                          <p:cBhvr>
                                            <p:cTn id="143" dur="500"/>
                                            <p:tgtEl>
                                              <p:spTgt spid="2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30"/>
                                            </p:tgtEl>
                                            <p:attrNameLst>
                                              <p:attrName>style.visibility</p:attrName>
                                            </p:attrNameLst>
                                          </p:cBhvr>
                                          <p:to>
                                            <p:strVal val="visible"/>
                                          </p:to>
                                        </p:set>
                                        <p:animEffect transition="in" filter="fade">
                                          <p:cBhvr>
                                            <p:cTn id="146" dur="500"/>
                                            <p:tgtEl>
                                              <p:spTgt spid="30"/>
                                            </p:tgtEl>
                                          </p:cBhvr>
                                        </p:animEffect>
                                      </p:childTnLst>
                                    </p:cTn>
                                  </p:par>
                                </p:childTnLst>
                              </p:cTn>
                            </p:par>
                            <p:par>
                              <p:cTn id="147" fill="hold">
                                <p:stCondLst>
                                  <p:cond delay="12000"/>
                                </p:stCondLst>
                                <p:childTnLst>
                                  <p:par>
                                    <p:cTn id="148" presetID="22" presetClass="entr" presetSubtype="4" fill="hold" nodeType="afterEffect">
                                      <p:stCondLst>
                                        <p:cond delay="0"/>
                                      </p:stCondLst>
                                      <p:childTnLst>
                                        <p:set>
                                          <p:cBhvr>
                                            <p:cTn id="149" dur="1" fill="hold">
                                              <p:stCondLst>
                                                <p:cond delay="0"/>
                                              </p:stCondLst>
                                            </p:cTn>
                                            <p:tgtEl>
                                              <p:spTgt spid="9"/>
                                            </p:tgtEl>
                                            <p:attrNameLst>
                                              <p:attrName>style.visibility</p:attrName>
                                            </p:attrNameLst>
                                          </p:cBhvr>
                                          <p:to>
                                            <p:strVal val="visible"/>
                                          </p:to>
                                        </p:set>
                                        <p:animEffect transition="in" filter="wipe(down)">
                                          <p:cBhvr>
                                            <p:cTn id="150" dur="500"/>
                                            <p:tgtEl>
                                              <p:spTgt spid="9"/>
                                            </p:tgtEl>
                                          </p:cBhvr>
                                        </p:animEffect>
                                      </p:childTnLst>
                                    </p:cTn>
                                  </p:par>
                                  <p:par>
                                    <p:cTn id="151" presetID="22" presetClass="entr" presetSubtype="1" fill="hold" nodeType="withEffect">
                                      <p:stCondLst>
                                        <p:cond delay="0"/>
                                      </p:stCondLst>
                                      <p:childTnLst>
                                        <p:set>
                                          <p:cBhvr>
                                            <p:cTn id="152" dur="1" fill="hold">
                                              <p:stCondLst>
                                                <p:cond delay="0"/>
                                              </p:stCondLst>
                                            </p:cTn>
                                            <p:tgtEl>
                                              <p:spTgt spid="10"/>
                                            </p:tgtEl>
                                            <p:attrNameLst>
                                              <p:attrName>style.visibility</p:attrName>
                                            </p:attrNameLst>
                                          </p:cBhvr>
                                          <p:to>
                                            <p:strVal val="visible"/>
                                          </p:to>
                                        </p:set>
                                        <p:animEffect transition="in" filter="wipe(up)">
                                          <p:cBhvr>
                                            <p:cTn id="153" dur="500"/>
                                            <p:tgtEl>
                                              <p:spTgt spid="10"/>
                                            </p:tgtEl>
                                          </p:cBhvr>
                                        </p:animEffect>
                                      </p:childTnLst>
                                    </p:cTn>
                                  </p:par>
                                </p:childTnLst>
                              </p:cTn>
                            </p:par>
                            <p:par>
                              <p:cTn id="154" fill="hold">
                                <p:stCondLst>
                                  <p:cond delay="12500"/>
                                </p:stCondLst>
                                <p:childTnLst>
                                  <p:par>
                                    <p:cTn id="155" presetID="53" presetClass="entr" presetSubtype="16" fill="hold" grpId="0" nodeType="afterEffect">
                                      <p:stCondLst>
                                        <p:cond delay="0"/>
                                      </p:stCondLst>
                                      <p:childTnLst>
                                        <p:set>
                                          <p:cBhvr>
                                            <p:cTn id="156" dur="1" fill="hold">
                                              <p:stCondLst>
                                                <p:cond delay="0"/>
                                              </p:stCondLst>
                                            </p:cTn>
                                            <p:tgtEl>
                                              <p:spTgt spid="22"/>
                                            </p:tgtEl>
                                            <p:attrNameLst>
                                              <p:attrName>style.visibility</p:attrName>
                                            </p:attrNameLst>
                                          </p:cBhvr>
                                          <p:to>
                                            <p:strVal val="visible"/>
                                          </p:to>
                                        </p:set>
                                        <p:anim calcmode="lin" valueType="num">
                                          <p:cBhvr>
                                            <p:cTn id="157" dur="500" fill="hold"/>
                                            <p:tgtEl>
                                              <p:spTgt spid="22"/>
                                            </p:tgtEl>
                                            <p:attrNameLst>
                                              <p:attrName>ppt_w</p:attrName>
                                            </p:attrNameLst>
                                          </p:cBhvr>
                                          <p:tavLst>
                                            <p:tav tm="0">
                                              <p:val>
                                                <p:fltVal val="0"/>
                                              </p:val>
                                            </p:tav>
                                            <p:tav tm="100000">
                                              <p:val>
                                                <p:strVal val="#ppt_w"/>
                                              </p:val>
                                            </p:tav>
                                          </p:tavLst>
                                        </p:anim>
                                        <p:anim calcmode="lin" valueType="num">
                                          <p:cBhvr>
                                            <p:cTn id="158" dur="500" fill="hold"/>
                                            <p:tgtEl>
                                              <p:spTgt spid="22"/>
                                            </p:tgtEl>
                                            <p:attrNameLst>
                                              <p:attrName>ppt_h</p:attrName>
                                            </p:attrNameLst>
                                          </p:cBhvr>
                                          <p:tavLst>
                                            <p:tav tm="0">
                                              <p:val>
                                                <p:fltVal val="0"/>
                                              </p:val>
                                            </p:tav>
                                            <p:tav tm="100000">
                                              <p:val>
                                                <p:strVal val="#ppt_h"/>
                                              </p:val>
                                            </p:tav>
                                          </p:tavLst>
                                        </p:anim>
                                        <p:animEffect transition="in" filter="fade">
                                          <p:cBhvr>
                                            <p:cTn id="159" dur="500"/>
                                            <p:tgtEl>
                                              <p:spTgt spid="22"/>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21"/>
                                            </p:tgtEl>
                                            <p:attrNameLst>
                                              <p:attrName>style.visibility</p:attrName>
                                            </p:attrNameLst>
                                          </p:cBhvr>
                                          <p:to>
                                            <p:strVal val="visible"/>
                                          </p:to>
                                        </p:set>
                                        <p:anim calcmode="lin" valueType="num">
                                          <p:cBhvr>
                                            <p:cTn id="162" dur="500" fill="hold"/>
                                            <p:tgtEl>
                                              <p:spTgt spid="21"/>
                                            </p:tgtEl>
                                            <p:attrNameLst>
                                              <p:attrName>ppt_w</p:attrName>
                                            </p:attrNameLst>
                                          </p:cBhvr>
                                          <p:tavLst>
                                            <p:tav tm="0">
                                              <p:val>
                                                <p:fltVal val="0"/>
                                              </p:val>
                                            </p:tav>
                                            <p:tav tm="100000">
                                              <p:val>
                                                <p:strVal val="#ppt_w"/>
                                              </p:val>
                                            </p:tav>
                                          </p:tavLst>
                                        </p:anim>
                                        <p:anim calcmode="lin" valueType="num">
                                          <p:cBhvr>
                                            <p:cTn id="163" dur="500" fill="hold"/>
                                            <p:tgtEl>
                                              <p:spTgt spid="21"/>
                                            </p:tgtEl>
                                            <p:attrNameLst>
                                              <p:attrName>ppt_h</p:attrName>
                                            </p:attrNameLst>
                                          </p:cBhvr>
                                          <p:tavLst>
                                            <p:tav tm="0">
                                              <p:val>
                                                <p:fltVal val="0"/>
                                              </p:val>
                                            </p:tav>
                                            <p:tav tm="100000">
                                              <p:val>
                                                <p:strVal val="#ppt_h"/>
                                              </p:val>
                                            </p:tav>
                                          </p:tavLst>
                                        </p:anim>
                                        <p:animEffect transition="in" filter="fade">
                                          <p:cBhvr>
                                            <p:cTn id="164" dur="500"/>
                                            <p:tgtEl>
                                              <p:spTgt spid="21"/>
                                            </p:tgtEl>
                                          </p:cBhvr>
                                        </p:animEffect>
                                      </p:childTnLst>
                                    </p:cTn>
                                  </p:par>
                                </p:childTnLst>
                              </p:cTn>
                            </p:par>
                            <p:par>
                              <p:cTn id="165" fill="hold">
                                <p:stCondLst>
                                  <p:cond delay="13000"/>
                                </p:stCondLst>
                                <p:childTnLst>
                                  <p:par>
                                    <p:cTn id="166" presetID="53" presetClass="entr" presetSubtype="16" fill="hold" grpId="0" nodeType="afterEffect">
                                      <p:stCondLst>
                                        <p:cond delay="0"/>
                                      </p:stCondLst>
                                      <p:childTnLst>
                                        <p:set>
                                          <p:cBhvr>
                                            <p:cTn id="167" dur="1" fill="hold">
                                              <p:stCondLst>
                                                <p:cond delay="0"/>
                                              </p:stCondLst>
                                            </p:cTn>
                                            <p:tgtEl>
                                              <p:spTgt spid="50"/>
                                            </p:tgtEl>
                                            <p:attrNameLst>
                                              <p:attrName>style.visibility</p:attrName>
                                            </p:attrNameLst>
                                          </p:cBhvr>
                                          <p:to>
                                            <p:strVal val="visible"/>
                                          </p:to>
                                        </p:set>
                                        <p:anim calcmode="lin" valueType="num">
                                          <p:cBhvr>
                                            <p:cTn id="168" dur="500" fill="hold"/>
                                            <p:tgtEl>
                                              <p:spTgt spid="50"/>
                                            </p:tgtEl>
                                            <p:attrNameLst>
                                              <p:attrName>ppt_w</p:attrName>
                                            </p:attrNameLst>
                                          </p:cBhvr>
                                          <p:tavLst>
                                            <p:tav tm="0">
                                              <p:val>
                                                <p:fltVal val="0"/>
                                              </p:val>
                                            </p:tav>
                                            <p:tav tm="100000">
                                              <p:val>
                                                <p:strVal val="#ppt_w"/>
                                              </p:val>
                                            </p:tav>
                                          </p:tavLst>
                                        </p:anim>
                                        <p:anim calcmode="lin" valueType="num">
                                          <p:cBhvr>
                                            <p:cTn id="169" dur="500" fill="hold"/>
                                            <p:tgtEl>
                                              <p:spTgt spid="50"/>
                                            </p:tgtEl>
                                            <p:attrNameLst>
                                              <p:attrName>ppt_h</p:attrName>
                                            </p:attrNameLst>
                                          </p:cBhvr>
                                          <p:tavLst>
                                            <p:tav tm="0">
                                              <p:val>
                                                <p:fltVal val="0"/>
                                              </p:val>
                                            </p:tav>
                                            <p:tav tm="100000">
                                              <p:val>
                                                <p:strVal val="#ppt_h"/>
                                              </p:val>
                                            </p:tav>
                                          </p:tavLst>
                                        </p:anim>
                                        <p:animEffect transition="in" filter="fade">
                                          <p:cBhvr>
                                            <p:cTn id="170" dur="500"/>
                                            <p:tgtEl>
                                              <p:spTgt spid="50"/>
                                            </p:tgtEl>
                                          </p:cBhvr>
                                        </p:animEffect>
                                      </p:childTnLst>
                                    </p:cTn>
                                  </p:par>
                                  <p:par>
                                    <p:cTn id="171" presetID="53" presetClass="entr" presetSubtype="16" fill="hold" grpId="0" nodeType="withEffect">
                                      <p:stCondLst>
                                        <p:cond delay="0"/>
                                      </p:stCondLst>
                                      <p:childTnLst>
                                        <p:set>
                                          <p:cBhvr>
                                            <p:cTn id="172" dur="1" fill="hold">
                                              <p:stCondLst>
                                                <p:cond delay="0"/>
                                              </p:stCondLst>
                                            </p:cTn>
                                            <p:tgtEl>
                                              <p:spTgt spid="51"/>
                                            </p:tgtEl>
                                            <p:attrNameLst>
                                              <p:attrName>style.visibility</p:attrName>
                                            </p:attrNameLst>
                                          </p:cBhvr>
                                          <p:to>
                                            <p:strVal val="visible"/>
                                          </p:to>
                                        </p:set>
                                        <p:anim calcmode="lin" valueType="num">
                                          <p:cBhvr>
                                            <p:cTn id="173" dur="500" fill="hold"/>
                                            <p:tgtEl>
                                              <p:spTgt spid="51"/>
                                            </p:tgtEl>
                                            <p:attrNameLst>
                                              <p:attrName>ppt_w</p:attrName>
                                            </p:attrNameLst>
                                          </p:cBhvr>
                                          <p:tavLst>
                                            <p:tav tm="0">
                                              <p:val>
                                                <p:fltVal val="0"/>
                                              </p:val>
                                            </p:tav>
                                            <p:tav tm="100000">
                                              <p:val>
                                                <p:strVal val="#ppt_w"/>
                                              </p:val>
                                            </p:tav>
                                          </p:tavLst>
                                        </p:anim>
                                        <p:anim calcmode="lin" valueType="num">
                                          <p:cBhvr>
                                            <p:cTn id="174" dur="500" fill="hold"/>
                                            <p:tgtEl>
                                              <p:spTgt spid="51"/>
                                            </p:tgtEl>
                                            <p:attrNameLst>
                                              <p:attrName>ppt_h</p:attrName>
                                            </p:attrNameLst>
                                          </p:cBhvr>
                                          <p:tavLst>
                                            <p:tav tm="0">
                                              <p:val>
                                                <p:fltVal val="0"/>
                                              </p:val>
                                            </p:tav>
                                            <p:tav tm="100000">
                                              <p:val>
                                                <p:strVal val="#ppt_h"/>
                                              </p:val>
                                            </p:tav>
                                          </p:tavLst>
                                        </p:anim>
                                        <p:animEffect transition="in" filter="fade">
                                          <p:cBhvr>
                                            <p:cTn id="175" dur="500"/>
                                            <p:tgtEl>
                                              <p:spTgt spid="51"/>
                                            </p:tgtEl>
                                          </p:cBhvr>
                                        </p:animEffect>
                                      </p:childTnLst>
                                    </p:cTn>
                                  </p:par>
                                </p:childTnLst>
                              </p:cTn>
                            </p:par>
                            <p:par>
                              <p:cTn id="176" fill="hold">
                                <p:stCondLst>
                                  <p:cond delay="13500"/>
                                </p:stCondLst>
                                <p:childTnLst>
                                  <p:par>
                                    <p:cTn id="177" presetID="10" presetClass="entr" presetSubtype="0" fill="hold" grpId="0" nodeType="afterEffect">
                                      <p:stCondLst>
                                        <p:cond delay="0"/>
                                      </p:stCondLst>
                                      <p:childTnLst>
                                        <p:set>
                                          <p:cBhvr>
                                            <p:cTn id="178" dur="1" fill="hold">
                                              <p:stCondLst>
                                                <p:cond delay="0"/>
                                              </p:stCondLst>
                                            </p:cTn>
                                            <p:tgtEl>
                                              <p:spTgt spid="31"/>
                                            </p:tgtEl>
                                            <p:attrNameLst>
                                              <p:attrName>style.visibility</p:attrName>
                                            </p:attrNameLst>
                                          </p:cBhvr>
                                          <p:to>
                                            <p:strVal val="visible"/>
                                          </p:to>
                                        </p:set>
                                        <p:animEffect transition="in" filter="fade">
                                          <p:cBhvr>
                                            <p:cTn id="179" dur="500"/>
                                            <p:tgtEl>
                                              <p:spTgt spid="3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32"/>
                                            </p:tgtEl>
                                            <p:attrNameLst>
                                              <p:attrName>style.visibility</p:attrName>
                                            </p:attrNameLst>
                                          </p:cBhvr>
                                          <p:to>
                                            <p:strVal val="visible"/>
                                          </p:to>
                                        </p:set>
                                        <p:animEffect transition="in" filter="fade">
                                          <p:cBhvr>
                                            <p:cTn id="182" dur="500"/>
                                            <p:tgtEl>
                                              <p:spTgt spid="32"/>
                                            </p:tgtEl>
                                          </p:cBhvr>
                                        </p:animEffect>
                                      </p:childTnLst>
                                    </p:cTn>
                                  </p:par>
                                </p:childTnLst>
                              </p:cTn>
                            </p:par>
                            <p:par>
                              <p:cTn id="183" fill="hold">
                                <p:stCondLst>
                                  <p:cond delay="14000"/>
                                </p:stCondLst>
                                <p:childTnLst>
                                  <p:par>
                                    <p:cTn id="184" presetID="22" presetClass="entr" presetSubtype="4" fill="hold" nodeType="afterEffect">
                                      <p:stCondLst>
                                        <p:cond delay="0"/>
                                      </p:stCondLst>
                                      <p:childTnLst>
                                        <p:set>
                                          <p:cBhvr>
                                            <p:cTn id="185" dur="1" fill="hold">
                                              <p:stCondLst>
                                                <p:cond delay="0"/>
                                              </p:stCondLst>
                                            </p:cTn>
                                            <p:tgtEl>
                                              <p:spTgt spid="11"/>
                                            </p:tgtEl>
                                            <p:attrNameLst>
                                              <p:attrName>style.visibility</p:attrName>
                                            </p:attrNameLst>
                                          </p:cBhvr>
                                          <p:to>
                                            <p:strVal val="visible"/>
                                          </p:to>
                                        </p:set>
                                        <p:animEffect transition="in" filter="wipe(down)">
                                          <p:cBhvr>
                                            <p:cTn id="186" dur="500"/>
                                            <p:tgtEl>
                                              <p:spTgt spid="11"/>
                                            </p:tgtEl>
                                          </p:cBhvr>
                                        </p:animEffect>
                                      </p:childTnLst>
                                    </p:cTn>
                                  </p:par>
                                  <p:par>
                                    <p:cTn id="187" presetID="22" presetClass="entr" presetSubtype="1" fill="hold" nodeType="withEffect">
                                      <p:stCondLst>
                                        <p:cond delay="0"/>
                                      </p:stCondLst>
                                      <p:childTnLst>
                                        <p:set>
                                          <p:cBhvr>
                                            <p:cTn id="188" dur="1" fill="hold">
                                              <p:stCondLst>
                                                <p:cond delay="0"/>
                                              </p:stCondLst>
                                            </p:cTn>
                                            <p:tgtEl>
                                              <p:spTgt spid="12"/>
                                            </p:tgtEl>
                                            <p:attrNameLst>
                                              <p:attrName>style.visibility</p:attrName>
                                            </p:attrNameLst>
                                          </p:cBhvr>
                                          <p:to>
                                            <p:strVal val="visible"/>
                                          </p:to>
                                        </p:set>
                                        <p:animEffect transition="in" filter="wipe(up)">
                                          <p:cBhvr>
                                            <p:cTn id="189" dur="500"/>
                                            <p:tgtEl>
                                              <p:spTgt spid="12"/>
                                            </p:tgtEl>
                                          </p:cBhvr>
                                        </p:animEffect>
                                      </p:childTnLst>
                                    </p:cTn>
                                  </p:par>
                                </p:childTnLst>
                              </p:cTn>
                            </p:par>
                            <p:par>
                              <p:cTn id="190" fill="hold">
                                <p:stCondLst>
                                  <p:cond delay="14500"/>
                                </p:stCondLst>
                                <p:childTnLst>
                                  <p:par>
                                    <p:cTn id="191" presetID="53" presetClass="entr" presetSubtype="16" fill="hold" grpId="0" nodeType="afterEffect">
                                      <p:stCondLst>
                                        <p:cond delay="0"/>
                                      </p:stCondLst>
                                      <p:childTnLst>
                                        <p:set>
                                          <p:cBhvr>
                                            <p:cTn id="192" dur="1" fill="hold">
                                              <p:stCondLst>
                                                <p:cond delay="0"/>
                                              </p:stCondLst>
                                            </p:cTn>
                                            <p:tgtEl>
                                              <p:spTgt spid="24"/>
                                            </p:tgtEl>
                                            <p:attrNameLst>
                                              <p:attrName>style.visibility</p:attrName>
                                            </p:attrNameLst>
                                          </p:cBhvr>
                                          <p:to>
                                            <p:strVal val="visible"/>
                                          </p:to>
                                        </p:set>
                                        <p:anim calcmode="lin" valueType="num">
                                          <p:cBhvr>
                                            <p:cTn id="193" dur="500" fill="hold"/>
                                            <p:tgtEl>
                                              <p:spTgt spid="24"/>
                                            </p:tgtEl>
                                            <p:attrNameLst>
                                              <p:attrName>ppt_w</p:attrName>
                                            </p:attrNameLst>
                                          </p:cBhvr>
                                          <p:tavLst>
                                            <p:tav tm="0">
                                              <p:val>
                                                <p:fltVal val="0"/>
                                              </p:val>
                                            </p:tav>
                                            <p:tav tm="100000">
                                              <p:val>
                                                <p:strVal val="#ppt_w"/>
                                              </p:val>
                                            </p:tav>
                                          </p:tavLst>
                                        </p:anim>
                                        <p:anim calcmode="lin" valueType="num">
                                          <p:cBhvr>
                                            <p:cTn id="194" dur="500" fill="hold"/>
                                            <p:tgtEl>
                                              <p:spTgt spid="24"/>
                                            </p:tgtEl>
                                            <p:attrNameLst>
                                              <p:attrName>ppt_h</p:attrName>
                                            </p:attrNameLst>
                                          </p:cBhvr>
                                          <p:tavLst>
                                            <p:tav tm="0">
                                              <p:val>
                                                <p:fltVal val="0"/>
                                              </p:val>
                                            </p:tav>
                                            <p:tav tm="100000">
                                              <p:val>
                                                <p:strVal val="#ppt_h"/>
                                              </p:val>
                                            </p:tav>
                                          </p:tavLst>
                                        </p:anim>
                                        <p:animEffect transition="in" filter="fade">
                                          <p:cBhvr>
                                            <p:cTn id="195" dur="500"/>
                                            <p:tgtEl>
                                              <p:spTgt spid="24"/>
                                            </p:tgtEl>
                                          </p:cBhvr>
                                        </p:animEffect>
                                      </p:childTnLst>
                                    </p:cTn>
                                  </p:par>
                                  <p:par>
                                    <p:cTn id="196" presetID="53" presetClass="entr" presetSubtype="16" fill="hold" grpId="0" nodeType="withEffect">
                                      <p:stCondLst>
                                        <p:cond delay="0"/>
                                      </p:stCondLst>
                                      <p:childTnLst>
                                        <p:set>
                                          <p:cBhvr>
                                            <p:cTn id="197" dur="1" fill="hold">
                                              <p:stCondLst>
                                                <p:cond delay="0"/>
                                              </p:stCondLst>
                                            </p:cTn>
                                            <p:tgtEl>
                                              <p:spTgt spid="23"/>
                                            </p:tgtEl>
                                            <p:attrNameLst>
                                              <p:attrName>style.visibility</p:attrName>
                                            </p:attrNameLst>
                                          </p:cBhvr>
                                          <p:to>
                                            <p:strVal val="visible"/>
                                          </p:to>
                                        </p:set>
                                        <p:anim calcmode="lin" valueType="num">
                                          <p:cBhvr>
                                            <p:cTn id="198" dur="500" fill="hold"/>
                                            <p:tgtEl>
                                              <p:spTgt spid="23"/>
                                            </p:tgtEl>
                                            <p:attrNameLst>
                                              <p:attrName>ppt_w</p:attrName>
                                            </p:attrNameLst>
                                          </p:cBhvr>
                                          <p:tavLst>
                                            <p:tav tm="0">
                                              <p:val>
                                                <p:fltVal val="0"/>
                                              </p:val>
                                            </p:tav>
                                            <p:tav tm="100000">
                                              <p:val>
                                                <p:strVal val="#ppt_w"/>
                                              </p:val>
                                            </p:tav>
                                          </p:tavLst>
                                        </p:anim>
                                        <p:anim calcmode="lin" valueType="num">
                                          <p:cBhvr>
                                            <p:cTn id="199" dur="500" fill="hold"/>
                                            <p:tgtEl>
                                              <p:spTgt spid="23"/>
                                            </p:tgtEl>
                                            <p:attrNameLst>
                                              <p:attrName>ppt_h</p:attrName>
                                            </p:attrNameLst>
                                          </p:cBhvr>
                                          <p:tavLst>
                                            <p:tav tm="0">
                                              <p:val>
                                                <p:fltVal val="0"/>
                                              </p:val>
                                            </p:tav>
                                            <p:tav tm="100000">
                                              <p:val>
                                                <p:strVal val="#ppt_h"/>
                                              </p:val>
                                            </p:tav>
                                          </p:tavLst>
                                        </p:anim>
                                        <p:animEffect transition="in" filter="fade">
                                          <p:cBhvr>
                                            <p:cTn id="200" dur="500"/>
                                            <p:tgtEl>
                                              <p:spTgt spid="23"/>
                                            </p:tgtEl>
                                          </p:cBhvr>
                                        </p:animEffect>
                                      </p:childTnLst>
                                    </p:cTn>
                                  </p:par>
                                </p:childTnLst>
                              </p:cTn>
                            </p:par>
                            <p:par>
                              <p:cTn id="201" fill="hold">
                                <p:stCondLst>
                                  <p:cond delay="15000"/>
                                </p:stCondLst>
                                <p:childTnLst>
                                  <p:par>
                                    <p:cTn id="202" presetID="53" presetClass="entr" presetSubtype="16" fill="hold" grpId="0" nodeType="afterEffect">
                                      <p:stCondLst>
                                        <p:cond delay="0"/>
                                      </p:stCondLst>
                                      <p:childTnLst>
                                        <p:set>
                                          <p:cBhvr>
                                            <p:cTn id="203" dur="1" fill="hold">
                                              <p:stCondLst>
                                                <p:cond delay="0"/>
                                              </p:stCondLst>
                                            </p:cTn>
                                            <p:tgtEl>
                                              <p:spTgt spid="48"/>
                                            </p:tgtEl>
                                            <p:attrNameLst>
                                              <p:attrName>style.visibility</p:attrName>
                                            </p:attrNameLst>
                                          </p:cBhvr>
                                          <p:to>
                                            <p:strVal val="visible"/>
                                          </p:to>
                                        </p:set>
                                        <p:anim calcmode="lin" valueType="num">
                                          <p:cBhvr>
                                            <p:cTn id="204" dur="500" fill="hold"/>
                                            <p:tgtEl>
                                              <p:spTgt spid="48"/>
                                            </p:tgtEl>
                                            <p:attrNameLst>
                                              <p:attrName>ppt_w</p:attrName>
                                            </p:attrNameLst>
                                          </p:cBhvr>
                                          <p:tavLst>
                                            <p:tav tm="0">
                                              <p:val>
                                                <p:fltVal val="0"/>
                                              </p:val>
                                            </p:tav>
                                            <p:tav tm="100000">
                                              <p:val>
                                                <p:strVal val="#ppt_w"/>
                                              </p:val>
                                            </p:tav>
                                          </p:tavLst>
                                        </p:anim>
                                        <p:anim calcmode="lin" valueType="num">
                                          <p:cBhvr>
                                            <p:cTn id="205" dur="500" fill="hold"/>
                                            <p:tgtEl>
                                              <p:spTgt spid="48"/>
                                            </p:tgtEl>
                                            <p:attrNameLst>
                                              <p:attrName>ppt_h</p:attrName>
                                            </p:attrNameLst>
                                          </p:cBhvr>
                                          <p:tavLst>
                                            <p:tav tm="0">
                                              <p:val>
                                                <p:fltVal val="0"/>
                                              </p:val>
                                            </p:tav>
                                            <p:tav tm="100000">
                                              <p:val>
                                                <p:strVal val="#ppt_h"/>
                                              </p:val>
                                            </p:tav>
                                          </p:tavLst>
                                        </p:anim>
                                        <p:animEffect transition="in" filter="fade">
                                          <p:cBhvr>
                                            <p:cTn id="206" dur="500"/>
                                            <p:tgtEl>
                                              <p:spTgt spid="48"/>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49"/>
                                            </p:tgtEl>
                                            <p:attrNameLst>
                                              <p:attrName>style.visibility</p:attrName>
                                            </p:attrNameLst>
                                          </p:cBhvr>
                                          <p:to>
                                            <p:strVal val="visible"/>
                                          </p:to>
                                        </p:set>
                                        <p:anim calcmode="lin" valueType="num">
                                          <p:cBhvr>
                                            <p:cTn id="209" dur="500" fill="hold"/>
                                            <p:tgtEl>
                                              <p:spTgt spid="49"/>
                                            </p:tgtEl>
                                            <p:attrNameLst>
                                              <p:attrName>ppt_w</p:attrName>
                                            </p:attrNameLst>
                                          </p:cBhvr>
                                          <p:tavLst>
                                            <p:tav tm="0">
                                              <p:val>
                                                <p:fltVal val="0"/>
                                              </p:val>
                                            </p:tav>
                                            <p:tav tm="100000">
                                              <p:val>
                                                <p:strVal val="#ppt_w"/>
                                              </p:val>
                                            </p:tav>
                                          </p:tavLst>
                                        </p:anim>
                                        <p:anim calcmode="lin" valueType="num">
                                          <p:cBhvr>
                                            <p:cTn id="210" dur="500" fill="hold"/>
                                            <p:tgtEl>
                                              <p:spTgt spid="49"/>
                                            </p:tgtEl>
                                            <p:attrNameLst>
                                              <p:attrName>ppt_h</p:attrName>
                                            </p:attrNameLst>
                                          </p:cBhvr>
                                          <p:tavLst>
                                            <p:tav tm="0">
                                              <p:val>
                                                <p:fltVal val="0"/>
                                              </p:val>
                                            </p:tav>
                                            <p:tav tm="100000">
                                              <p:val>
                                                <p:strVal val="#ppt_h"/>
                                              </p:val>
                                            </p:tav>
                                          </p:tavLst>
                                        </p:anim>
                                        <p:animEffect transition="in" filter="fade">
                                          <p:cBhvr>
                                            <p:cTn id="211" dur="500"/>
                                            <p:tgtEl>
                                              <p:spTgt spid="49"/>
                                            </p:tgtEl>
                                          </p:cBhvr>
                                        </p:animEffect>
                                      </p:childTnLst>
                                    </p:cTn>
                                  </p:par>
                                </p:childTnLst>
                              </p:cTn>
                            </p:par>
                            <p:par>
                              <p:cTn id="212" fill="hold">
                                <p:stCondLst>
                                  <p:cond delay="15500"/>
                                </p:stCondLst>
                                <p:childTnLst>
                                  <p:par>
                                    <p:cTn id="213" presetID="10" presetClass="entr" presetSubtype="0" fill="hold" grpId="0" nodeType="afterEffect">
                                      <p:stCondLst>
                                        <p:cond delay="0"/>
                                      </p:stCondLst>
                                      <p:childTnLst>
                                        <p:set>
                                          <p:cBhvr>
                                            <p:cTn id="214" dur="1" fill="hold">
                                              <p:stCondLst>
                                                <p:cond delay="0"/>
                                              </p:stCondLst>
                                            </p:cTn>
                                            <p:tgtEl>
                                              <p:spTgt spid="33"/>
                                            </p:tgtEl>
                                            <p:attrNameLst>
                                              <p:attrName>style.visibility</p:attrName>
                                            </p:attrNameLst>
                                          </p:cBhvr>
                                          <p:to>
                                            <p:strVal val="visible"/>
                                          </p:to>
                                        </p:set>
                                        <p:animEffect transition="in" filter="fade">
                                          <p:cBhvr>
                                            <p:cTn id="215" dur="500"/>
                                            <p:tgtEl>
                                              <p:spTgt spid="33"/>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34"/>
                                            </p:tgtEl>
                                            <p:attrNameLst>
                                              <p:attrName>style.visibility</p:attrName>
                                            </p:attrNameLst>
                                          </p:cBhvr>
                                          <p:to>
                                            <p:strVal val="visible"/>
                                          </p:to>
                                        </p:set>
                                        <p:animEffect transition="in" filter="fade">
                                          <p:cBhvr>
                                            <p:cTn id="218" dur="500"/>
                                            <p:tgtEl>
                                              <p:spTgt spid="34"/>
                                            </p:tgtEl>
                                          </p:cBhvr>
                                        </p:animEffect>
                                      </p:childTnLst>
                                    </p:cTn>
                                  </p:par>
                                </p:childTnLst>
                              </p:cTn>
                            </p:par>
                            <p:par>
                              <p:cTn id="219" fill="hold">
                                <p:stCondLst>
                                  <p:cond delay="16000"/>
                                </p:stCondLst>
                                <p:childTnLst>
                                  <p:par>
                                    <p:cTn id="220" presetID="22" presetClass="entr" presetSubtype="4" fill="hold" nodeType="afterEffect">
                                      <p:stCondLst>
                                        <p:cond delay="0"/>
                                      </p:stCondLst>
                                      <p:childTnLst>
                                        <p:set>
                                          <p:cBhvr>
                                            <p:cTn id="221" dur="1" fill="hold">
                                              <p:stCondLst>
                                                <p:cond delay="0"/>
                                              </p:stCondLst>
                                            </p:cTn>
                                            <p:tgtEl>
                                              <p:spTgt spid="13"/>
                                            </p:tgtEl>
                                            <p:attrNameLst>
                                              <p:attrName>style.visibility</p:attrName>
                                            </p:attrNameLst>
                                          </p:cBhvr>
                                          <p:to>
                                            <p:strVal val="visible"/>
                                          </p:to>
                                        </p:set>
                                        <p:animEffect transition="in" filter="wipe(down)">
                                          <p:cBhvr>
                                            <p:cTn id="222" dur="500"/>
                                            <p:tgtEl>
                                              <p:spTgt spid="13"/>
                                            </p:tgtEl>
                                          </p:cBhvr>
                                        </p:animEffect>
                                      </p:childTnLst>
                                    </p:cTn>
                                  </p:par>
                                  <p:par>
                                    <p:cTn id="223" presetID="22" presetClass="entr" presetSubtype="1" fill="hold" nodeType="withEffect">
                                      <p:stCondLst>
                                        <p:cond delay="0"/>
                                      </p:stCondLst>
                                      <p:childTnLst>
                                        <p:set>
                                          <p:cBhvr>
                                            <p:cTn id="224" dur="1" fill="hold">
                                              <p:stCondLst>
                                                <p:cond delay="0"/>
                                              </p:stCondLst>
                                            </p:cTn>
                                            <p:tgtEl>
                                              <p:spTgt spid="14"/>
                                            </p:tgtEl>
                                            <p:attrNameLst>
                                              <p:attrName>style.visibility</p:attrName>
                                            </p:attrNameLst>
                                          </p:cBhvr>
                                          <p:to>
                                            <p:strVal val="visible"/>
                                          </p:to>
                                        </p:set>
                                        <p:animEffect transition="in" filter="wipe(up)">
                                          <p:cBhvr>
                                            <p:cTn id="225" dur="500"/>
                                            <p:tgtEl>
                                              <p:spTgt spid="14"/>
                                            </p:tgtEl>
                                          </p:cBhvr>
                                        </p:animEffect>
                                      </p:childTnLst>
                                    </p:cTn>
                                  </p:par>
                                </p:childTnLst>
                              </p:cTn>
                            </p:par>
                            <p:par>
                              <p:cTn id="226" fill="hold">
                                <p:stCondLst>
                                  <p:cond delay="16500"/>
                                </p:stCondLst>
                                <p:childTnLst>
                                  <p:par>
                                    <p:cTn id="227" presetID="53" presetClass="entr" presetSubtype="16" fill="hold" grpId="0" nodeType="afterEffect">
                                      <p:stCondLst>
                                        <p:cond delay="0"/>
                                      </p:stCondLst>
                                      <p:childTnLst>
                                        <p:set>
                                          <p:cBhvr>
                                            <p:cTn id="228" dur="1" fill="hold">
                                              <p:stCondLst>
                                                <p:cond delay="0"/>
                                              </p:stCondLst>
                                            </p:cTn>
                                            <p:tgtEl>
                                              <p:spTgt spid="26"/>
                                            </p:tgtEl>
                                            <p:attrNameLst>
                                              <p:attrName>style.visibility</p:attrName>
                                            </p:attrNameLst>
                                          </p:cBhvr>
                                          <p:to>
                                            <p:strVal val="visible"/>
                                          </p:to>
                                        </p:set>
                                        <p:anim calcmode="lin" valueType="num">
                                          <p:cBhvr>
                                            <p:cTn id="229" dur="500" fill="hold"/>
                                            <p:tgtEl>
                                              <p:spTgt spid="26"/>
                                            </p:tgtEl>
                                            <p:attrNameLst>
                                              <p:attrName>ppt_w</p:attrName>
                                            </p:attrNameLst>
                                          </p:cBhvr>
                                          <p:tavLst>
                                            <p:tav tm="0">
                                              <p:val>
                                                <p:fltVal val="0"/>
                                              </p:val>
                                            </p:tav>
                                            <p:tav tm="100000">
                                              <p:val>
                                                <p:strVal val="#ppt_w"/>
                                              </p:val>
                                            </p:tav>
                                          </p:tavLst>
                                        </p:anim>
                                        <p:anim calcmode="lin" valueType="num">
                                          <p:cBhvr>
                                            <p:cTn id="230" dur="500" fill="hold"/>
                                            <p:tgtEl>
                                              <p:spTgt spid="26"/>
                                            </p:tgtEl>
                                            <p:attrNameLst>
                                              <p:attrName>ppt_h</p:attrName>
                                            </p:attrNameLst>
                                          </p:cBhvr>
                                          <p:tavLst>
                                            <p:tav tm="0">
                                              <p:val>
                                                <p:fltVal val="0"/>
                                              </p:val>
                                            </p:tav>
                                            <p:tav tm="100000">
                                              <p:val>
                                                <p:strVal val="#ppt_h"/>
                                              </p:val>
                                            </p:tav>
                                          </p:tavLst>
                                        </p:anim>
                                        <p:animEffect transition="in" filter="fade">
                                          <p:cBhvr>
                                            <p:cTn id="231" dur="500"/>
                                            <p:tgtEl>
                                              <p:spTgt spid="26"/>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25"/>
                                            </p:tgtEl>
                                            <p:attrNameLst>
                                              <p:attrName>style.visibility</p:attrName>
                                            </p:attrNameLst>
                                          </p:cBhvr>
                                          <p:to>
                                            <p:strVal val="visible"/>
                                          </p:to>
                                        </p:set>
                                        <p:anim calcmode="lin" valueType="num">
                                          <p:cBhvr>
                                            <p:cTn id="234" dur="500" fill="hold"/>
                                            <p:tgtEl>
                                              <p:spTgt spid="25"/>
                                            </p:tgtEl>
                                            <p:attrNameLst>
                                              <p:attrName>ppt_w</p:attrName>
                                            </p:attrNameLst>
                                          </p:cBhvr>
                                          <p:tavLst>
                                            <p:tav tm="0">
                                              <p:val>
                                                <p:fltVal val="0"/>
                                              </p:val>
                                            </p:tav>
                                            <p:tav tm="100000">
                                              <p:val>
                                                <p:strVal val="#ppt_w"/>
                                              </p:val>
                                            </p:tav>
                                          </p:tavLst>
                                        </p:anim>
                                        <p:anim calcmode="lin" valueType="num">
                                          <p:cBhvr>
                                            <p:cTn id="235" dur="500" fill="hold"/>
                                            <p:tgtEl>
                                              <p:spTgt spid="25"/>
                                            </p:tgtEl>
                                            <p:attrNameLst>
                                              <p:attrName>ppt_h</p:attrName>
                                            </p:attrNameLst>
                                          </p:cBhvr>
                                          <p:tavLst>
                                            <p:tav tm="0">
                                              <p:val>
                                                <p:fltVal val="0"/>
                                              </p:val>
                                            </p:tav>
                                            <p:tav tm="100000">
                                              <p:val>
                                                <p:strVal val="#ppt_h"/>
                                              </p:val>
                                            </p:tav>
                                          </p:tavLst>
                                        </p:anim>
                                        <p:animEffect transition="in" filter="fade">
                                          <p:cBhvr>
                                            <p:cTn id="236" dur="500"/>
                                            <p:tgtEl>
                                              <p:spTgt spid="25"/>
                                            </p:tgtEl>
                                          </p:cBhvr>
                                        </p:animEffect>
                                      </p:childTnLst>
                                    </p:cTn>
                                  </p:par>
                                </p:childTnLst>
                              </p:cTn>
                            </p:par>
                            <p:par>
                              <p:cTn id="237" fill="hold">
                                <p:stCondLst>
                                  <p:cond delay="17000"/>
                                </p:stCondLst>
                                <p:childTnLst>
                                  <p:par>
                                    <p:cTn id="238" presetID="53" presetClass="entr" presetSubtype="16" fill="hold" grpId="0" nodeType="afterEffect">
                                      <p:stCondLst>
                                        <p:cond delay="0"/>
                                      </p:stCondLst>
                                      <p:childTnLst>
                                        <p:set>
                                          <p:cBhvr>
                                            <p:cTn id="239" dur="1" fill="hold">
                                              <p:stCondLst>
                                                <p:cond delay="0"/>
                                              </p:stCondLst>
                                            </p:cTn>
                                            <p:tgtEl>
                                              <p:spTgt spid="57"/>
                                            </p:tgtEl>
                                            <p:attrNameLst>
                                              <p:attrName>style.visibility</p:attrName>
                                            </p:attrNameLst>
                                          </p:cBhvr>
                                          <p:to>
                                            <p:strVal val="visible"/>
                                          </p:to>
                                        </p:set>
                                        <p:anim calcmode="lin" valueType="num">
                                          <p:cBhvr>
                                            <p:cTn id="240" dur="500" fill="hold"/>
                                            <p:tgtEl>
                                              <p:spTgt spid="57"/>
                                            </p:tgtEl>
                                            <p:attrNameLst>
                                              <p:attrName>ppt_w</p:attrName>
                                            </p:attrNameLst>
                                          </p:cBhvr>
                                          <p:tavLst>
                                            <p:tav tm="0">
                                              <p:val>
                                                <p:fltVal val="0"/>
                                              </p:val>
                                            </p:tav>
                                            <p:tav tm="100000">
                                              <p:val>
                                                <p:strVal val="#ppt_w"/>
                                              </p:val>
                                            </p:tav>
                                          </p:tavLst>
                                        </p:anim>
                                        <p:anim calcmode="lin" valueType="num">
                                          <p:cBhvr>
                                            <p:cTn id="241" dur="500" fill="hold"/>
                                            <p:tgtEl>
                                              <p:spTgt spid="57"/>
                                            </p:tgtEl>
                                            <p:attrNameLst>
                                              <p:attrName>ppt_h</p:attrName>
                                            </p:attrNameLst>
                                          </p:cBhvr>
                                          <p:tavLst>
                                            <p:tav tm="0">
                                              <p:val>
                                                <p:fltVal val="0"/>
                                              </p:val>
                                            </p:tav>
                                            <p:tav tm="100000">
                                              <p:val>
                                                <p:strVal val="#ppt_h"/>
                                              </p:val>
                                            </p:tav>
                                          </p:tavLst>
                                        </p:anim>
                                        <p:animEffect transition="in" filter="fade">
                                          <p:cBhvr>
                                            <p:cTn id="242" dur="500"/>
                                            <p:tgtEl>
                                              <p:spTgt spid="57"/>
                                            </p:tgtEl>
                                          </p:cBhvr>
                                        </p:animEffect>
                                      </p:childTnLst>
                                    </p:cTn>
                                  </p:par>
                                  <p:par>
                                    <p:cTn id="243" presetID="53" presetClass="entr" presetSubtype="16" fill="hold" grpId="0" nodeType="withEffect">
                                      <p:stCondLst>
                                        <p:cond delay="0"/>
                                      </p:stCondLst>
                                      <p:childTnLst>
                                        <p:set>
                                          <p:cBhvr>
                                            <p:cTn id="244" dur="1" fill="hold">
                                              <p:stCondLst>
                                                <p:cond delay="0"/>
                                              </p:stCondLst>
                                            </p:cTn>
                                            <p:tgtEl>
                                              <p:spTgt spid="56"/>
                                            </p:tgtEl>
                                            <p:attrNameLst>
                                              <p:attrName>style.visibility</p:attrName>
                                            </p:attrNameLst>
                                          </p:cBhvr>
                                          <p:to>
                                            <p:strVal val="visible"/>
                                          </p:to>
                                        </p:set>
                                        <p:anim calcmode="lin" valueType="num">
                                          <p:cBhvr>
                                            <p:cTn id="245" dur="500" fill="hold"/>
                                            <p:tgtEl>
                                              <p:spTgt spid="56"/>
                                            </p:tgtEl>
                                            <p:attrNameLst>
                                              <p:attrName>ppt_w</p:attrName>
                                            </p:attrNameLst>
                                          </p:cBhvr>
                                          <p:tavLst>
                                            <p:tav tm="0">
                                              <p:val>
                                                <p:fltVal val="0"/>
                                              </p:val>
                                            </p:tav>
                                            <p:tav tm="100000">
                                              <p:val>
                                                <p:strVal val="#ppt_w"/>
                                              </p:val>
                                            </p:tav>
                                          </p:tavLst>
                                        </p:anim>
                                        <p:anim calcmode="lin" valueType="num">
                                          <p:cBhvr>
                                            <p:cTn id="246" dur="500" fill="hold"/>
                                            <p:tgtEl>
                                              <p:spTgt spid="56"/>
                                            </p:tgtEl>
                                            <p:attrNameLst>
                                              <p:attrName>ppt_h</p:attrName>
                                            </p:attrNameLst>
                                          </p:cBhvr>
                                          <p:tavLst>
                                            <p:tav tm="0">
                                              <p:val>
                                                <p:fltVal val="0"/>
                                              </p:val>
                                            </p:tav>
                                            <p:tav tm="100000">
                                              <p:val>
                                                <p:strVal val="#ppt_h"/>
                                              </p:val>
                                            </p:tav>
                                          </p:tavLst>
                                        </p:anim>
                                        <p:animEffect transition="in" filter="fade">
                                          <p:cBhvr>
                                            <p:cTn id="247" dur="500"/>
                                            <p:tgtEl>
                                              <p:spTgt spid="56"/>
                                            </p:tgtEl>
                                          </p:cBhvr>
                                        </p:animEffect>
                                      </p:childTnLst>
                                    </p:cTn>
                                  </p:par>
                                </p:childTnLst>
                              </p:cTn>
                            </p:par>
                            <p:par>
                              <p:cTn id="248" fill="hold">
                                <p:stCondLst>
                                  <p:cond delay="17500"/>
                                </p:stCondLst>
                                <p:childTnLst>
                                  <p:par>
                                    <p:cTn id="249" presetID="10" presetClass="entr" presetSubtype="0" fill="hold" grpId="0" nodeType="afterEffect">
                                      <p:stCondLst>
                                        <p:cond delay="0"/>
                                      </p:stCondLst>
                                      <p:childTnLst>
                                        <p:set>
                                          <p:cBhvr>
                                            <p:cTn id="250" dur="1" fill="hold">
                                              <p:stCondLst>
                                                <p:cond delay="0"/>
                                              </p:stCondLst>
                                            </p:cTn>
                                            <p:tgtEl>
                                              <p:spTgt spid="35"/>
                                            </p:tgtEl>
                                            <p:attrNameLst>
                                              <p:attrName>style.visibility</p:attrName>
                                            </p:attrNameLst>
                                          </p:cBhvr>
                                          <p:to>
                                            <p:strVal val="visible"/>
                                          </p:to>
                                        </p:set>
                                        <p:animEffect transition="in" filter="fade">
                                          <p:cBhvr>
                                            <p:cTn id="251" dur="500"/>
                                            <p:tgtEl>
                                              <p:spTgt spid="35"/>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36"/>
                                            </p:tgtEl>
                                            <p:attrNameLst>
                                              <p:attrName>style.visibility</p:attrName>
                                            </p:attrNameLst>
                                          </p:cBhvr>
                                          <p:to>
                                            <p:strVal val="visible"/>
                                          </p:to>
                                        </p:set>
                                        <p:animEffect transition="in" filter="fade">
                                          <p:cBhvr>
                                            <p:cTn id="25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39"/>
          <p:cNvSpPr/>
          <p:nvPr/>
        </p:nvSpPr>
        <p:spPr>
          <a:xfrm>
            <a:off x="1865538" y="203088"/>
            <a:ext cx="1620957" cy="523220"/>
          </a:xfrm>
          <a:prstGeom prst="rect">
            <a:avLst/>
          </a:prstGeom>
          <a:noFill/>
        </p:spPr>
        <p:txBody>
          <a:bodyPr wrap="none" rtlCol="0">
            <a:spAutoFit/>
          </a:bodyPr>
          <a:lstStyle/>
          <a:p>
            <a:r>
              <a:rPr lang="zh-CN" altLang="en-US" sz="2800" b="1" dirty="0">
                <a:solidFill>
                  <a:srgbClr val="595959"/>
                </a:solidFill>
              </a:rPr>
              <a:t>三项递进</a:t>
            </a:r>
            <a:endParaRPr lang="zh-CN" altLang="zh-CN" sz="2800" b="1" dirty="0">
              <a:solidFill>
                <a:srgbClr val="595959"/>
              </a:solidFill>
            </a:endParaRPr>
          </a:p>
        </p:txBody>
      </p:sp>
      <p:sp>
        <p:nvSpPr>
          <p:cNvPr id="27" name="文本框 26"/>
          <p:cNvSpPr txBox="1"/>
          <p:nvPr/>
        </p:nvSpPr>
        <p:spPr>
          <a:xfrm>
            <a:off x="1865538" y="644992"/>
            <a:ext cx="3784365" cy="307777"/>
          </a:xfrm>
          <a:prstGeom prst="rect">
            <a:avLst/>
          </a:prstGeom>
          <a:noFill/>
        </p:spPr>
        <p:txBody>
          <a:bodyPr wrap="square" rtlCol="0">
            <a:spAutoFit/>
          </a:bodyPr>
          <a:lstStyle/>
          <a:p>
            <a:r>
              <a:rPr lang="zh-CN" altLang="en-US" sz="1400" dirty="0">
                <a:solidFill>
                  <a:srgbClr val="595959"/>
                </a:solidFill>
              </a:rPr>
              <a:t>单击此处添加副标题</a:t>
            </a:r>
          </a:p>
        </p:txBody>
      </p:sp>
      <p:sp>
        <p:nvSpPr>
          <p:cNvPr id="30" name="AutoShape 4"/>
          <p:cNvSpPr>
            <a:spLocks/>
          </p:cNvSpPr>
          <p:nvPr/>
        </p:nvSpPr>
        <p:spPr bwMode="auto">
          <a:xfrm>
            <a:off x="7368705" y="2271476"/>
            <a:ext cx="3562535" cy="2469828"/>
          </a:xfrm>
          <a:prstGeom prst="rightArrow">
            <a:avLst>
              <a:gd name="adj1" fmla="val 100000"/>
              <a:gd name="adj2" fmla="val 27547"/>
            </a:avLst>
          </a:prstGeom>
          <a:solidFill>
            <a:srgbClr val="F8841D"/>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1" name="AutoShape 3"/>
          <p:cNvSpPr>
            <a:spLocks/>
          </p:cNvSpPr>
          <p:nvPr/>
        </p:nvSpPr>
        <p:spPr bwMode="auto">
          <a:xfrm>
            <a:off x="4243324" y="2270286"/>
            <a:ext cx="3835695" cy="2472209"/>
          </a:xfrm>
          <a:prstGeom prst="rightArrow">
            <a:avLst>
              <a:gd name="adj1" fmla="val 100000"/>
              <a:gd name="adj2" fmla="val 27518"/>
            </a:avLst>
          </a:prstGeom>
          <a:solidFill>
            <a:srgbClr val="9BBB40"/>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3" name="AutoShape 4"/>
          <p:cNvSpPr>
            <a:spLocks/>
          </p:cNvSpPr>
          <p:nvPr/>
        </p:nvSpPr>
        <p:spPr bwMode="auto">
          <a:xfrm>
            <a:off x="1487691" y="2271476"/>
            <a:ext cx="3460299" cy="2469828"/>
          </a:xfrm>
          <a:prstGeom prst="rightArrow">
            <a:avLst>
              <a:gd name="adj1" fmla="val 100000"/>
              <a:gd name="adj2" fmla="val 27547"/>
            </a:avLst>
          </a:prstGeom>
          <a:solidFill>
            <a:srgbClr val="5EC6D3"/>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5" name="Oval 2"/>
          <p:cNvSpPr/>
          <p:nvPr/>
        </p:nvSpPr>
        <p:spPr>
          <a:xfrm>
            <a:off x="4394820" y="3118695"/>
            <a:ext cx="776186" cy="776186"/>
          </a:xfrm>
          <a:prstGeom prst="ellipse">
            <a:avLst/>
          </a:prstGeom>
          <a:solidFill>
            <a:srgbClr val="9BBB40"/>
          </a:solidFill>
          <a:ln w="76200" cmpd="sng">
            <a:solidFill>
              <a:srgbClr val="546E7A"/>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gn="ctr"/>
            <a:endParaRPr lang="zh-CN" altLang="zh-CN" sz="2150">
              <a:solidFill>
                <a:srgbClr val="FFFFFF"/>
              </a:solidFill>
            </a:endParaRPr>
          </a:p>
        </p:txBody>
      </p:sp>
      <p:sp>
        <p:nvSpPr>
          <p:cNvPr id="46" name="Oval 14"/>
          <p:cNvSpPr/>
          <p:nvPr/>
        </p:nvSpPr>
        <p:spPr>
          <a:xfrm>
            <a:off x="7496120" y="3118695"/>
            <a:ext cx="776186" cy="776186"/>
          </a:xfrm>
          <a:prstGeom prst="ellipse">
            <a:avLst/>
          </a:prstGeom>
          <a:solidFill>
            <a:srgbClr val="F8841D"/>
          </a:solidFill>
          <a:ln w="76200" cmpd="sng">
            <a:solidFill>
              <a:srgbClr val="546E7A"/>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gn="ctr"/>
            <a:endParaRPr lang="zh-CN" altLang="zh-CN" sz="2150">
              <a:solidFill>
                <a:srgbClr val="FFFFFF"/>
              </a:solidFill>
            </a:endParaRPr>
          </a:p>
        </p:txBody>
      </p:sp>
      <p:grpSp>
        <p:nvGrpSpPr>
          <p:cNvPr id="53" name="Group 67"/>
          <p:cNvGrpSpPr>
            <a:grpSpLocks noChangeAspect="1"/>
          </p:cNvGrpSpPr>
          <p:nvPr/>
        </p:nvGrpSpPr>
        <p:grpSpPr>
          <a:xfrm>
            <a:off x="4519498" y="3390614"/>
            <a:ext cx="540000" cy="190788"/>
            <a:chOff x="1441430" y="4357700"/>
            <a:chExt cx="503238" cy="177800"/>
          </a:xfrm>
          <a:solidFill>
            <a:schemeClr val="bg1"/>
          </a:solidFill>
        </p:grpSpPr>
        <p:sp>
          <p:nvSpPr>
            <p:cNvPr id="54" name="Freeform 19"/>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55" name="Freeform 20"/>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56" name="Freeform 21"/>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grpSp>
      <p:sp>
        <p:nvSpPr>
          <p:cNvPr id="57" name="文本框 56"/>
          <p:cNvSpPr txBox="1"/>
          <p:nvPr/>
        </p:nvSpPr>
        <p:spPr>
          <a:xfrm>
            <a:off x="4139317" y="1058393"/>
            <a:ext cx="3913366" cy="504241"/>
          </a:xfrm>
          <a:prstGeom prst="rect">
            <a:avLst/>
          </a:prstGeom>
          <a:noFill/>
        </p:spPr>
        <p:txBody>
          <a:bodyPr wrap="square" rtlCol="0">
            <a:spAutoFit/>
          </a:bodyPr>
          <a:lstStyle/>
          <a:p>
            <a:pPr algn="ctr">
              <a:lnSpc>
                <a:spcPct val="120000"/>
              </a:lnSpc>
            </a:pPr>
            <a:r>
              <a:rPr lang="zh-CN" altLang="en-US" sz="2400" b="1" dirty="0">
                <a:solidFill>
                  <a:srgbClr val="595959"/>
                </a:solidFill>
              </a:rPr>
              <a:t>单击此处添加标题</a:t>
            </a:r>
            <a:endParaRPr lang="en-US" altLang="zh-CN" sz="2400" b="1" dirty="0">
              <a:solidFill>
                <a:srgbClr val="595959"/>
              </a:solidFill>
            </a:endParaRPr>
          </a:p>
        </p:txBody>
      </p:sp>
      <p:sp>
        <p:nvSpPr>
          <p:cNvPr id="71" name="Rectangle 58"/>
          <p:cNvSpPr/>
          <p:nvPr/>
        </p:nvSpPr>
        <p:spPr>
          <a:xfrm>
            <a:off x="3614043" y="1478661"/>
            <a:ext cx="4963915" cy="368371"/>
          </a:xfrm>
          <a:prstGeom prst="rect">
            <a:avLst/>
          </a:prstGeom>
        </p:spPr>
        <p:txBody>
          <a:bodyPr wrap="square">
            <a:spAutoFit/>
          </a:bodyPr>
          <a:lstStyle/>
          <a:p>
            <a:pPr algn="ctr">
              <a:lnSpc>
                <a:spcPct val="123000"/>
              </a:lnSpc>
              <a:spcBef>
                <a:spcPts val="600"/>
              </a:spcBef>
            </a:pPr>
            <a:r>
              <a:rPr lang="zh-CN" altLang="en-US" sz="1600" dirty="0">
                <a:solidFill>
                  <a:srgbClr val="595959"/>
                </a:solidFill>
                <a:latin typeface="+mn-ea"/>
              </a:rPr>
              <a:t>单击此处添加副标题，感谢您选择了布衣公子作品</a:t>
            </a:r>
          </a:p>
        </p:txBody>
      </p:sp>
      <p:sp>
        <p:nvSpPr>
          <p:cNvPr id="72" name="矩形 71"/>
          <p:cNvSpPr/>
          <p:nvPr/>
        </p:nvSpPr>
        <p:spPr>
          <a:xfrm>
            <a:off x="1120462" y="5552526"/>
            <a:ext cx="9982915" cy="732508"/>
          </a:xfrm>
          <a:prstGeom prst="rect">
            <a:avLst/>
          </a:prstGeom>
          <a:noFill/>
        </p:spPr>
        <p:txBody>
          <a:bodyPr wrap="square">
            <a:spAutoFit/>
          </a:bodyPr>
          <a:lstStyle/>
          <a:p>
            <a:pPr algn="just">
              <a:lnSpc>
                <a:spcPct val="130000"/>
              </a:lnSpc>
            </a:pPr>
            <a:r>
              <a:rPr lang="zh-CN" altLang="en-US" sz="1600" dirty="0">
                <a:solidFill>
                  <a:srgbClr val="595959"/>
                </a:solidFill>
              </a:rPr>
              <a:t>单击添加文字内容，言简意赅不罗嗦。单击添加文字内容，言简意赅不罗嗦。单击添加文字内容，言简意赅不罗嗦。单击添加文字内容，言简意赅不罗嗦。单击添加文字内容，言简意赅不罗嗦。单击添加文字内容。</a:t>
            </a:r>
          </a:p>
        </p:txBody>
      </p:sp>
      <p:cxnSp>
        <p:nvCxnSpPr>
          <p:cNvPr id="73" name="直接连接符 72"/>
          <p:cNvCxnSpPr/>
          <p:nvPr/>
        </p:nvCxnSpPr>
        <p:spPr>
          <a:xfrm>
            <a:off x="709448" y="5407572"/>
            <a:ext cx="10989612" cy="0"/>
          </a:xfrm>
          <a:prstGeom prst="line">
            <a:avLst/>
          </a:prstGeom>
          <a:ln w="28575">
            <a:solidFill>
              <a:srgbClr val="5EC6D3"/>
            </a:solidFill>
            <a:prstDash val="dash"/>
          </a:ln>
        </p:spPr>
        <p:style>
          <a:lnRef idx="1">
            <a:schemeClr val="accent1"/>
          </a:lnRef>
          <a:fillRef idx="0">
            <a:schemeClr val="accent1"/>
          </a:fillRef>
          <a:effectRef idx="0">
            <a:schemeClr val="accent1"/>
          </a:effectRef>
          <a:fontRef idx="minor">
            <a:schemeClr val="tx1"/>
          </a:fontRef>
        </p:style>
      </p:cxnSp>
      <p:grpSp>
        <p:nvGrpSpPr>
          <p:cNvPr id="74" name="Group 67"/>
          <p:cNvGrpSpPr>
            <a:grpSpLocks noChangeAspect="1"/>
          </p:cNvGrpSpPr>
          <p:nvPr/>
        </p:nvGrpSpPr>
        <p:grpSpPr>
          <a:xfrm>
            <a:off x="7614213" y="3390614"/>
            <a:ext cx="540000" cy="190788"/>
            <a:chOff x="1441430" y="4357700"/>
            <a:chExt cx="503238" cy="177800"/>
          </a:xfrm>
          <a:solidFill>
            <a:schemeClr val="bg1"/>
          </a:solidFill>
        </p:grpSpPr>
        <p:sp>
          <p:nvSpPr>
            <p:cNvPr id="75" name="Freeform 19"/>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76" name="Freeform 20"/>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77" name="Freeform 21"/>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grpSp>
      <p:sp>
        <p:nvSpPr>
          <p:cNvPr id="78" name="矩形 6"/>
          <p:cNvSpPr>
            <a:spLocks noChangeArrowheads="1"/>
          </p:cNvSpPr>
          <p:nvPr/>
        </p:nvSpPr>
        <p:spPr bwMode="auto">
          <a:xfrm>
            <a:off x="1692250" y="3162225"/>
            <a:ext cx="2481799"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79" name="矩形 78"/>
          <p:cNvSpPr/>
          <p:nvPr/>
        </p:nvSpPr>
        <p:spPr>
          <a:xfrm>
            <a:off x="1692250"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80" name="矩形 6"/>
          <p:cNvSpPr>
            <a:spLocks noChangeArrowheads="1"/>
          </p:cNvSpPr>
          <p:nvPr/>
        </p:nvSpPr>
        <p:spPr bwMode="auto">
          <a:xfrm>
            <a:off x="5153585" y="3162225"/>
            <a:ext cx="2287669" cy="134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81" name="矩形 80"/>
          <p:cNvSpPr/>
          <p:nvPr/>
        </p:nvSpPr>
        <p:spPr>
          <a:xfrm>
            <a:off x="5153585"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82" name="矩形 6"/>
          <p:cNvSpPr>
            <a:spLocks noChangeArrowheads="1"/>
          </p:cNvSpPr>
          <p:nvPr/>
        </p:nvSpPr>
        <p:spPr bwMode="auto">
          <a:xfrm>
            <a:off x="8279689" y="3162225"/>
            <a:ext cx="2308840" cy="134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83" name="矩形 82"/>
          <p:cNvSpPr/>
          <p:nvPr/>
        </p:nvSpPr>
        <p:spPr>
          <a:xfrm>
            <a:off x="8279688"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2" name="文本框 1"/>
          <p:cNvSpPr txBox="1"/>
          <p:nvPr/>
        </p:nvSpPr>
        <p:spPr>
          <a:xfrm>
            <a:off x="5059498" y="435006"/>
            <a:ext cx="1598754" cy="253916"/>
          </a:xfrm>
          <a:prstGeom prst="rect">
            <a:avLst/>
          </a:prstGeom>
          <a:noFill/>
        </p:spPr>
        <p:txBody>
          <a:bodyPr wrap="square" rtlCol="0">
            <a:spAutoFit/>
          </a:bodyPr>
          <a:lstStyle/>
          <a:p>
            <a:r>
              <a:rPr lang="en-US" altLang="zh-CN" sz="1050" dirty="0">
                <a:solidFill>
                  <a:srgbClr val="F3F3F3"/>
                </a:solidFill>
              </a:rPr>
              <a:t>https://www.ypppt.com/</a:t>
            </a:r>
            <a:endParaRPr lang="zh-CN" altLang="en-US" sz="1050" dirty="0">
              <a:solidFill>
                <a:srgbClr val="F3F3F3"/>
              </a:solidFill>
            </a:endParaRPr>
          </a:p>
        </p:txBody>
      </p:sp>
    </p:spTree>
    <p:extLst>
      <p:ext uri="{BB962C8B-B14F-4D97-AF65-F5344CB8AC3E}">
        <p14:creationId xmlns:p14="http://schemas.microsoft.com/office/powerpoint/2010/main" val="2296115778"/>
      </p:ext>
    </p:extLst>
  </p:cSld>
  <p:clrMapOvr>
    <a:masterClrMapping/>
  </p:clrMapOvr>
  <mc:AlternateContent xmlns:mc="http://schemas.openxmlformats.org/markup-compatibility/2006" xmlns:p14="http://schemas.microsoft.com/office/powerpoint/2010/main">
    <mc:Choice Requires="p14">
      <p:transition spd="med">
        <p14:pan/>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7"/>
          <p:cNvSpPr>
            <a:spLocks/>
          </p:cNvSpPr>
          <p:nvPr/>
        </p:nvSpPr>
        <p:spPr bwMode="auto">
          <a:xfrm>
            <a:off x="5032453" y="1846398"/>
            <a:ext cx="2139117" cy="2137821"/>
          </a:xfrm>
          <a:custGeom>
            <a:avLst/>
            <a:gdLst>
              <a:gd name="T0" fmla="*/ 414 w 828"/>
              <a:gd name="T1" fmla="*/ 0 h 827"/>
              <a:gd name="T2" fmla="*/ 0 w 828"/>
              <a:gd name="T3" fmla="*/ 413 h 827"/>
              <a:gd name="T4" fmla="*/ 412 w 828"/>
              <a:gd name="T5" fmla="*/ 827 h 827"/>
              <a:gd name="T6" fmla="*/ 414 w 828"/>
              <a:gd name="T7" fmla="*/ 827 h 827"/>
              <a:gd name="T8" fmla="*/ 416 w 828"/>
              <a:gd name="T9" fmla="*/ 827 h 827"/>
              <a:gd name="T10" fmla="*/ 464 w 828"/>
              <a:gd name="T11" fmla="*/ 824 h 827"/>
              <a:gd name="T12" fmla="*/ 825 w 828"/>
              <a:gd name="T13" fmla="*/ 462 h 827"/>
              <a:gd name="T14" fmla="*/ 828 w 828"/>
              <a:gd name="T15" fmla="*/ 413 h 827"/>
              <a:gd name="T16" fmla="*/ 828 w 828"/>
              <a:gd name="T17" fmla="*/ 413 h 827"/>
              <a:gd name="T18" fmla="*/ 414 w 828"/>
              <a:gd name="T19" fmla="*/ 0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8" h="827">
                <a:moveTo>
                  <a:pt x="414" y="0"/>
                </a:moveTo>
                <a:cubicBezTo>
                  <a:pt x="186" y="0"/>
                  <a:pt x="0" y="185"/>
                  <a:pt x="0" y="413"/>
                </a:cubicBezTo>
                <a:cubicBezTo>
                  <a:pt x="218" y="436"/>
                  <a:pt x="391" y="609"/>
                  <a:pt x="412" y="827"/>
                </a:cubicBezTo>
                <a:cubicBezTo>
                  <a:pt x="412" y="827"/>
                  <a:pt x="413" y="827"/>
                  <a:pt x="414" y="827"/>
                </a:cubicBezTo>
                <a:cubicBezTo>
                  <a:pt x="415" y="827"/>
                  <a:pt x="415" y="827"/>
                  <a:pt x="416" y="827"/>
                </a:cubicBezTo>
                <a:cubicBezTo>
                  <a:pt x="432" y="827"/>
                  <a:pt x="449" y="826"/>
                  <a:pt x="464" y="824"/>
                </a:cubicBezTo>
                <a:cubicBezTo>
                  <a:pt x="653" y="801"/>
                  <a:pt x="803" y="651"/>
                  <a:pt x="825" y="462"/>
                </a:cubicBezTo>
                <a:cubicBezTo>
                  <a:pt x="827" y="446"/>
                  <a:pt x="828" y="430"/>
                  <a:pt x="828" y="413"/>
                </a:cubicBezTo>
                <a:cubicBezTo>
                  <a:pt x="828" y="413"/>
                  <a:pt x="828" y="413"/>
                  <a:pt x="828" y="413"/>
                </a:cubicBezTo>
                <a:cubicBezTo>
                  <a:pt x="828" y="185"/>
                  <a:pt x="642" y="0"/>
                  <a:pt x="414" y="0"/>
                </a:cubicBezTo>
                <a:close/>
              </a:path>
            </a:pathLst>
          </a:custGeom>
          <a:solidFill>
            <a:schemeClr val="accent2"/>
          </a:solidFill>
          <a:ln>
            <a:noFill/>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3" name="Freeform 8"/>
          <p:cNvSpPr>
            <a:spLocks/>
          </p:cNvSpPr>
          <p:nvPr/>
        </p:nvSpPr>
        <p:spPr bwMode="auto">
          <a:xfrm>
            <a:off x="3962246" y="2906249"/>
            <a:ext cx="2139117" cy="2140410"/>
          </a:xfrm>
          <a:custGeom>
            <a:avLst/>
            <a:gdLst>
              <a:gd name="T0" fmla="*/ 825 w 828"/>
              <a:gd name="T1" fmla="*/ 366 h 828"/>
              <a:gd name="T2" fmla="*/ 465 w 828"/>
              <a:gd name="T3" fmla="*/ 3 h 828"/>
              <a:gd name="T4" fmla="*/ 416 w 828"/>
              <a:gd name="T5" fmla="*/ 0 h 828"/>
              <a:gd name="T6" fmla="*/ 414 w 828"/>
              <a:gd name="T7" fmla="*/ 0 h 828"/>
              <a:gd name="T8" fmla="*/ 0 w 828"/>
              <a:gd name="T9" fmla="*/ 414 h 828"/>
              <a:gd name="T10" fmla="*/ 414 w 828"/>
              <a:gd name="T11" fmla="*/ 828 h 828"/>
              <a:gd name="T12" fmla="*/ 417 w 828"/>
              <a:gd name="T13" fmla="*/ 828 h 828"/>
              <a:gd name="T14" fmla="*/ 828 w 828"/>
              <a:gd name="T15" fmla="*/ 416 h 828"/>
              <a:gd name="T16" fmla="*/ 828 w 828"/>
              <a:gd name="T17" fmla="*/ 414 h 828"/>
              <a:gd name="T18" fmla="*/ 828 w 828"/>
              <a:gd name="T19" fmla="*/ 414 h 828"/>
              <a:gd name="T20" fmla="*/ 825 w 828"/>
              <a:gd name="T21" fmla="*/ 366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8" h="828">
                <a:moveTo>
                  <a:pt x="825" y="366"/>
                </a:moveTo>
                <a:cubicBezTo>
                  <a:pt x="803" y="177"/>
                  <a:pt x="653" y="26"/>
                  <a:pt x="465" y="3"/>
                </a:cubicBezTo>
                <a:cubicBezTo>
                  <a:pt x="449" y="1"/>
                  <a:pt x="433" y="0"/>
                  <a:pt x="416" y="0"/>
                </a:cubicBezTo>
                <a:cubicBezTo>
                  <a:pt x="416" y="0"/>
                  <a:pt x="415" y="0"/>
                  <a:pt x="414" y="0"/>
                </a:cubicBezTo>
                <a:cubicBezTo>
                  <a:pt x="186" y="0"/>
                  <a:pt x="0" y="186"/>
                  <a:pt x="0" y="414"/>
                </a:cubicBezTo>
                <a:cubicBezTo>
                  <a:pt x="0" y="642"/>
                  <a:pt x="186" y="828"/>
                  <a:pt x="414" y="828"/>
                </a:cubicBezTo>
                <a:cubicBezTo>
                  <a:pt x="415" y="828"/>
                  <a:pt x="416" y="828"/>
                  <a:pt x="417" y="828"/>
                </a:cubicBezTo>
                <a:cubicBezTo>
                  <a:pt x="439" y="611"/>
                  <a:pt x="611" y="438"/>
                  <a:pt x="828" y="416"/>
                </a:cubicBezTo>
                <a:cubicBezTo>
                  <a:pt x="828" y="415"/>
                  <a:pt x="828" y="415"/>
                  <a:pt x="828" y="414"/>
                </a:cubicBezTo>
                <a:cubicBezTo>
                  <a:pt x="828" y="414"/>
                  <a:pt x="828" y="414"/>
                  <a:pt x="828" y="414"/>
                </a:cubicBezTo>
                <a:cubicBezTo>
                  <a:pt x="828" y="398"/>
                  <a:pt x="827" y="381"/>
                  <a:pt x="825" y="366"/>
                </a:cubicBezTo>
                <a:close/>
              </a:path>
            </a:pathLst>
          </a:custGeom>
          <a:solidFill>
            <a:srgbClr val="00B0F0"/>
          </a:solidFill>
          <a:ln>
            <a:noFill/>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4" name="Freeform 9"/>
          <p:cNvSpPr>
            <a:spLocks/>
          </p:cNvSpPr>
          <p:nvPr/>
        </p:nvSpPr>
        <p:spPr bwMode="auto">
          <a:xfrm>
            <a:off x="6101364" y="2914015"/>
            <a:ext cx="2136529" cy="2137821"/>
          </a:xfrm>
          <a:custGeom>
            <a:avLst/>
            <a:gdLst>
              <a:gd name="T0" fmla="*/ 414 w 827"/>
              <a:gd name="T1" fmla="*/ 0 h 827"/>
              <a:gd name="T2" fmla="*/ 412 w 827"/>
              <a:gd name="T3" fmla="*/ 0 h 827"/>
              <a:gd name="T4" fmla="*/ 0 w 827"/>
              <a:gd name="T5" fmla="*/ 413 h 827"/>
              <a:gd name="T6" fmla="*/ 0 w 827"/>
              <a:gd name="T7" fmla="*/ 416 h 827"/>
              <a:gd name="T8" fmla="*/ 3 w 827"/>
              <a:gd name="T9" fmla="*/ 464 h 827"/>
              <a:gd name="T10" fmla="*/ 363 w 827"/>
              <a:gd name="T11" fmla="*/ 824 h 827"/>
              <a:gd name="T12" fmla="*/ 411 w 827"/>
              <a:gd name="T13" fmla="*/ 827 h 827"/>
              <a:gd name="T14" fmla="*/ 414 w 827"/>
              <a:gd name="T15" fmla="*/ 827 h 827"/>
              <a:gd name="T16" fmla="*/ 827 w 827"/>
              <a:gd name="T17" fmla="*/ 413 h 827"/>
              <a:gd name="T18" fmla="*/ 414 w 827"/>
              <a:gd name="T19" fmla="*/ 0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7" h="827">
                <a:moveTo>
                  <a:pt x="414" y="0"/>
                </a:moveTo>
                <a:cubicBezTo>
                  <a:pt x="413" y="0"/>
                  <a:pt x="412" y="0"/>
                  <a:pt x="412" y="0"/>
                </a:cubicBezTo>
                <a:cubicBezTo>
                  <a:pt x="390" y="218"/>
                  <a:pt x="218" y="391"/>
                  <a:pt x="0" y="413"/>
                </a:cubicBezTo>
                <a:cubicBezTo>
                  <a:pt x="0" y="414"/>
                  <a:pt x="0" y="415"/>
                  <a:pt x="0" y="416"/>
                </a:cubicBezTo>
                <a:cubicBezTo>
                  <a:pt x="0" y="432"/>
                  <a:pt x="1" y="448"/>
                  <a:pt x="3" y="464"/>
                </a:cubicBezTo>
                <a:cubicBezTo>
                  <a:pt x="26" y="652"/>
                  <a:pt x="175" y="801"/>
                  <a:pt x="363" y="824"/>
                </a:cubicBezTo>
                <a:cubicBezTo>
                  <a:pt x="379" y="826"/>
                  <a:pt x="395" y="827"/>
                  <a:pt x="411" y="827"/>
                </a:cubicBezTo>
                <a:cubicBezTo>
                  <a:pt x="412" y="827"/>
                  <a:pt x="413" y="827"/>
                  <a:pt x="414" y="827"/>
                </a:cubicBezTo>
                <a:cubicBezTo>
                  <a:pt x="642" y="827"/>
                  <a:pt x="827" y="641"/>
                  <a:pt x="827" y="413"/>
                </a:cubicBezTo>
                <a:cubicBezTo>
                  <a:pt x="827" y="185"/>
                  <a:pt x="642" y="0"/>
                  <a:pt x="414" y="0"/>
                </a:cubicBezTo>
                <a:close/>
              </a:path>
            </a:pathLst>
          </a:custGeom>
          <a:solidFill>
            <a:schemeClr val="accent3"/>
          </a:solidFill>
          <a:ln>
            <a:noFill/>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5" name="Freeform 10"/>
          <p:cNvSpPr>
            <a:spLocks/>
          </p:cNvSpPr>
          <p:nvPr/>
        </p:nvSpPr>
        <p:spPr bwMode="auto">
          <a:xfrm>
            <a:off x="5027276" y="3981630"/>
            <a:ext cx="2136529" cy="2140410"/>
          </a:xfrm>
          <a:custGeom>
            <a:avLst/>
            <a:gdLst>
              <a:gd name="T0" fmla="*/ 827 w 827"/>
              <a:gd name="T1" fmla="*/ 412 h 828"/>
              <a:gd name="T2" fmla="*/ 416 w 827"/>
              <a:gd name="T3" fmla="*/ 0 h 828"/>
              <a:gd name="T4" fmla="*/ 413 w 827"/>
              <a:gd name="T5" fmla="*/ 0 h 828"/>
              <a:gd name="T6" fmla="*/ 411 w 827"/>
              <a:gd name="T7" fmla="*/ 0 h 828"/>
              <a:gd name="T8" fmla="*/ 363 w 827"/>
              <a:gd name="T9" fmla="*/ 3 h 828"/>
              <a:gd name="T10" fmla="*/ 3 w 827"/>
              <a:gd name="T11" fmla="*/ 363 h 828"/>
              <a:gd name="T12" fmla="*/ 0 w 827"/>
              <a:gd name="T13" fmla="*/ 412 h 828"/>
              <a:gd name="T14" fmla="*/ 0 w 827"/>
              <a:gd name="T15" fmla="*/ 414 h 828"/>
              <a:gd name="T16" fmla="*/ 413 w 827"/>
              <a:gd name="T17" fmla="*/ 828 h 828"/>
              <a:gd name="T18" fmla="*/ 827 w 827"/>
              <a:gd name="T19" fmla="*/ 414 h 828"/>
              <a:gd name="T20" fmla="*/ 827 w 827"/>
              <a:gd name="T21" fmla="*/ 412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7" h="828">
                <a:moveTo>
                  <a:pt x="827" y="412"/>
                </a:moveTo>
                <a:cubicBezTo>
                  <a:pt x="610" y="389"/>
                  <a:pt x="438" y="217"/>
                  <a:pt x="416" y="0"/>
                </a:cubicBezTo>
                <a:cubicBezTo>
                  <a:pt x="415" y="0"/>
                  <a:pt x="414" y="0"/>
                  <a:pt x="413" y="0"/>
                </a:cubicBezTo>
                <a:cubicBezTo>
                  <a:pt x="413" y="0"/>
                  <a:pt x="412" y="0"/>
                  <a:pt x="411" y="0"/>
                </a:cubicBezTo>
                <a:cubicBezTo>
                  <a:pt x="395" y="0"/>
                  <a:pt x="379" y="1"/>
                  <a:pt x="363" y="3"/>
                </a:cubicBezTo>
                <a:cubicBezTo>
                  <a:pt x="175" y="26"/>
                  <a:pt x="26" y="176"/>
                  <a:pt x="3" y="363"/>
                </a:cubicBezTo>
                <a:cubicBezTo>
                  <a:pt x="1" y="379"/>
                  <a:pt x="0" y="395"/>
                  <a:pt x="0" y="412"/>
                </a:cubicBezTo>
                <a:cubicBezTo>
                  <a:pt x="0" y="412"/>
                  <a:pt x="0" y="413"/>
                  <a:pt x="0" y="414"/>
                </a:cubicBezTo>
                <a:cubicBezTo>
                  <a:pt x="0" y="642"/>
                  <a:pt x="185" y="828"/>
                  <a:pt x="413" y="828"/>
                </a:cubicBezTo>
                <a:cubicBezTo>
                  <a:pt x="642" y="828"/>
                  <a:pt x="827" y="642"/>
                  <a:pt x="827" y="414"/>
                </a:cubicBezTo>
                <a:cubicBezTo>
                  <a:pt x="827" y="413"/>
                  <a:pt x="827" y="412"/>
                  <a:pt x="827" y="412"/>
                </a:cubicBezTo>
                <a:close/>
              </a:path>
            </a:pathLst>
          </a:custGeom>
          <a:solidFill>
            <a:schemeClr val="accent4"/>
          </a:solidFill>
          <a:ln>
            <a:noFill/>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grpSp>
        <p:nvGrpSpPr>
          <p:cNvPr id="8" name="Group 34"/>
          <p:cNvGrpSpPr/>
          <p:nvPr/>
        </p:nvGrpSpPr>
        <p:grpSpPr>
          <a:xfrm>
            <a:off x="5791304" y="2313584"/>
            <a:ext cx="634684" cy="710434"/>
            <a:chOff x="3471863" y="1916113"/>
            <a:chExt cx="492125" cy="550863"/>
          </a:xfrm>
          <a:solidFill>
            <a:schemeClr val="bg1"/>
          </a:solidFill>
        </p:grpSpPr>
        <p:sp>
          <p:nvSpPr>
            <p:cNvPr id="9"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0"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1" name="Freeform 72"/>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grpSp>
      <p:grpSp>
        <p:nvGrpSpPr>
          <p:cNvPr id="12" name="Group 38"/>
          <p:cNvGrpSpPr/>
          <p:nvPr/>
        </p:nvGrpSpPr>
        <p:grpSpPr>
          <a:xfrm>
            <a:off x="4546938" y="3553703"/>
            <a:ext cx="685868" cy="714527"/>
            <a:chOff x="708025" y="1916113"/>
            <a:chExt cx="531813" cy="554037"/>
          </a:xfrm>
          <a:solidFill>
            <a:schemeClr val="bg1"/>
          </a:solidFill>
        </p:grpSpPr>
        <p:sp>
          <p:nvSpPr>
            <p:cNvPr id="13" name="Freeform 93"/>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4"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5"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6"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grpSp>
      <p:grpSp>
        <p:nvGrpSpPr>
          <p:cNvPr id="17" name="Group 43"/>
          <p:cNvGrpSpPr/>
          <p:nvPr/>
        </p:nvGrpSpPr>
        <p:grpSpPr>
          <a:xfrm>
            <a:off x="5798471" y="4775114"/>
            <a:ext cx="620352" cy="710432"/>
            <a:chOff x="9990138" y="2690813"/>
            <a:chExt cx="481013" cy="550863"/>
          </a:xfrm>
          <a:solidFill>
            <a:schemeClr val="bg1"/>
          </a:solidFill>
        </p:grpSpPr>
        <p:sp>
          <p:nvSpPr>
            <p:cNvPr id="18" name="Freeform 107"/>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19"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0" name="Freeform 109"/>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1" name="Freeform 110"/>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2" name="Freeform 111"/>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grpSp>
      <p:grpSp>
        <p:nvGrpSpPr>
          <p:cNvPr id="23" name="Group 49"/>
          <p:cNvGrpSpPr/>
          <p:nvPr/>
        </p:nvGrpSpPr>
        <p:grpSpPr>
          <a:xfrm>
            <a:off x="6907987" y="3636200"/>
            <a:ext cx="712483" cy="704293"/>
            <a:chOff x="4356100" y="3465513"/>
            <a:chExt cx="552450" cy="546100"/>
          </a:xfrm>
          <a:solidFill>
            <a:schemeClr val="bg1"/>
          </a:solidFill>
        </p:grpSpPr>
        <p:sp>
          <p:nvSpPr>
            <p:cNvPr id="24" name="Freeform 242"/>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5" name="Freeform 243"/>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6"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sp>
          <p:nvSpPr>
            <p:cNvPr id="27"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72574" tIns="36287" rIns="72574" bIns="36287" numCol="1" anchor="t" anchorCtr="0" compatLnSpc="1">
              <a:prstTxWarp prst="textNoShape">
                <a:avLst/>
              </a:prstTxWarp>
            </a:bodyPr>
            <a:lstStyle/>
            <a:p>
              <a:endParaRPr lang="en-US" sz="1429">
                <a:cs typeface="+mn-ea"/>
                <a:sym typeface="+mn-lt"/>
              </a:endParaRPr>
            </a:p>
          </p:txBody>
        </p:sp>
      </p:grpSp>
      <p:sp>
        <p:nvSpPr>
          <p:cNvPr id="28" name="Inhaltsplatzhalter 4"/>
          <p:cNvSpPr txBox="1">
            <a:spLocks/>
          </p:cNvSpPr>
          <p:nvPr/>
        </p:nvSpPr>
        <p:spPr>
          <a:xfrm>
            <a:off x="1597020" y="1876367"/>
            <a:ext cx="3056008" cy="744884"/>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952"/>
              </a:spcAft>
              <a:buNone/>
            </a:pPr>
            <a:r>
              <a:rPr lang="en-US" sz="1111" b="1" dirty="0">
                <a:solidFill>
                  <a:schemeClr val="accent2"/>
                </a:solidFill>
                <a:latin typeface="+mn-lt"/>
                <a:cs typeface="+mn-ea"/>
                <a:sym typeface="+mn-lt"/>
              </a:rPr>
              <a:t>TITLE GOES HERE</a:t>
            </a:r>
            <a:br>
              <a:rPr lang="en-US" sz="1111" b="1" dirty="0">
                <a:solidFill>
                  <a:schemeClr val="accent2"/>
                </a:solidFill>
                <a:latin typeface="+mn-lt"/>
                <a:cs typeface="+mn-ea"/>
                <a:sym typeface="+mn-lt"/>
              </a:rPr>
            </a:br>
            <a:br>
              <a:rPr lang="en-US" sz="1111" b="1" dirty="0">
                <a:solidFill>
                  <a:schemeClr val="accent2"/>
                </a:solidFill>
                <a:latin typeface="+mn-lt"/>
                <a:cs typeface="+mn-ea"/>
                <a:sym typeface="+mn-lt"/>
              </a:rPr>
            </a:br>
            <a:r>
              <a:rPr lang="en-US" sz="873" dirty="0">
                <a:solidFill>
                  <a:schemeClr val="bg1">
                    <a:lumMod val="65000"/>
                  </a:schemeClr>
                </a:solidFill>
                <a:latin typeface="+mn-lt"/>
                <a:cs typeface="+mn-ea"/>
                <a:sym typeface="+mn-lt"/>
              </a:rPr>
              <a:t>This is a sample text. You simply add your own text and description here. This text is fully editable. It can be replaced with your own style. </a:t>
            </a:r>
          </a:p>
        </p:txBody>
      </p:sp>
      <p:sp>
        <p:nvSpPr>
          <p:cNvPr id="29" name="Inhaltsplatzhalter 4"/>
          <p:cNvSpPr txBox="1">
            <a:spLocks/>
          </p:cNvSpPr>
          <p:nvPr/>
        </p:nvSpPr>
        <p:spPr>
          <a:xfrm>
            <a:off x="1632871" y="5251375"/>
            <a:ext cx="3056008" cy="744884"/>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952"/>
              </a:spcAft>
              <a:buNone/>
            </a:pPr>
            <a:r>
              <a:rPr lang="en-US" sz="1111" b="1" dirty="0">
                <a:solidFill>
                  <a:schemeClr val="accent6">
                    <a:lumMod val="60000"/>
                    <a:lumOff val="40000"/>
                  </a:schemeClr>
                </a:solidFill>
                <a:latin typeface="+mn-lt"/>
                <a:cs typeface="+mn-ea"/>
                <a:sym typeface="+mn-lt"/>
              </a:rPr>
              <a:t>TITLE GOES HERE</a:t>
            </a:r>
            <a:br>
              <a:rPr lang="en-US" sz="1111" b="1" dirty="0">
                <a:solidFill>
                  <a:schemeClr val="accent4"/>
                </a:solidFill>
                <a:latin typeface="+mn-lt"/>
                <a:cs typeface="+mn-ea"/>
                <a:sym typeface="+mn-lt"/>
              </a:rPr>
            </a:br>
            <a:br>
              <a:rPr lang="en-US" sz="1111" b="1" dirty="0">
                <a:solidFill>
                  <a:schemeClr val="accent4"/>
                </a:solidFill>
                <a:latin typeface="+mn-lt"/>
                <a:cs typeface="+mn-ea"/>
                <a:sym typeface="+mn-lt"/>
              </a:rPr>
            </a:br>
            <a:r>
              <a:rPr lang="en-US" sz="873" dirty="0">
                <a:solidFill>
                  <a:schemeClr val="bg1">
                    <a:lumMod val="65000"/>
                  </a:schemeClr>
                </a:solidFill>
                <a:latin typeface="+mn-lt"/>
                <a:cs typeface="+mn-ea"/>
                <a:sym typeface="+mn-lt"/>
              </a:rPr>
              <a:t>This is a sample text. You simply add your own text and description here. This text is fully editable. It can be replaced with your own style. </a:t>
            </a:r>
          </a:p>
        </p:txBody>
      </p:sp>
      <p:sp>
        <p:nvSpPr>
          <p:cNvPr id="30" name="Inhaltsplatzhalter 4"/>
          <p:cNvSpPr txBox="1">
            <a:spLocks/>
          </p:cNvSpPr>
          <p:nvPr/>
        </p:nvSpPr>
        <p:spPr>
          <a:xfrm>
            <a:off x="7527121" y="1876367"/>
            <a:ext cx="3056008" cy="744884"/>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952"/>
              </a:spcAft>
              <a:buNone/>
            </a:pPr>
            <a:r>
              <a:rPr lang="en-US" sz="1111" b="1" dirty="0">
                <a:solidFill>
                  <a:schemeClr val="accent3"/>
                </a:solidFill>
                <a:latin typeface="+mn-lt"/>
                <a:cs typeface="+mn-ea"/>
                <a:sym typeface="+mn-lt"/>
              </a:rPr>
              <a:t>TITLE GOES HERE</a:t>
            </a:r>
            <a:br>
              <a:rPr lang="en-US" sz="1111" b="1" dirty="0">
                <a:solidFill>
                  <a:schemeClr val="accent2"/>
                </a:solidFill>
                <a:latin typeface="+mn-lt"/>
                <a:cs typeface="+mn-ea"/>
                <a:sym typeface="+mn-lt"/>
              </a:rPr>
            </a:br>
            <a:br>
              <a:rPr lang="en-US" sz="1111" b="1" dirty="0">
                <a:solidFill>
                  <a:schemeClr val="accent1"/>
                </a:solidFill>
                <a:latin typeface="+mn-lt"/>
                <a:cs typeface="+mn-ea"/>
                <a:sym typeface="+mn-lt"/>
              </a:rPr>
            </a:br>
            <a:r>
              <a:rPr lang="en-US" sz="873" dirty="0">
                <a:solidFill>
                  <a:schemeClr val="bg1">
                    <a:lumMod val="65000"/>
                  </a:schemeClr>
                </a:solidFill>
                <a:latin typeface="+mn-lt"/>
                <a:cs typeface="+mn-ea"/>
                <a:sym typeface="+mn-lt"/>
              </a:rPr>
              <a:t>This is a sample text. You simply add your own text and description here. This text is fully editable. It can be replaced with your own style. </a:t>
            </a:r>
          </a:p>
        </p:txBody>
      </p:sp>
      <p:sp>
        <p:nvSpPr>
          <p:cNvPr id="31" name="Inhaltsplatzhalter 4"/>
          <p:cNvSpPr txBox="1">
            <a:spLocks/>
          </p:cNvSpPr>
          <p:nvPr/>
        </p:nvSpPr>
        <p:spPr>
          <a:xfrm>
            <a:off x="7527121" y="5251375"/>
            <a:ext cx="3056008" cy="744884"/>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952"/>
              </a:spcAft>
              <a:buNone/>
            </a:pPr>
            <a:r>
              <a:rPr lang="en-US" sz="1111" b="1" dirty="0">
                <a:solidFill>
                  <a:schemeClr val="accent4"/>
                </a:solidFill>
                <a:latin typeface="+mn-lt"/>
                <a:cs typeface="+mn-ea"/>
                <a:sym typeface="+mn-lt"/>
              </a:rPr>
              <a:t>TITLE GOES HERE</a:t>
            </a:r>
            <a:br>
              <a:rPr lang="en-US" sz="1111" b="1" dirty="0">
                <a:solidFill>
                  <a:schemeClr val="accent3"/>
                </a:solidFill>
                <a:latin typeface="+mn-lt"/>
                <a:cs typeface="+mn-ea"/>
                <a:sym typeface="+mn-lt"/>
              </a:rPr>
            </a:br>
            <a:br>
              <a:rPr lang="en-US" sz="1111" b="1" dirty="0">
                <a:solidFill>
                  <a:schemeClr val="accent1"/>
                </a:solidFill>
                <a:latin typeface="+mn-lt"/>
                <a:cs typeface="+mn-ea"/>
                <a:sym typeface="+mn-lt"/>
              </a:rPr>
            </a:br>
            <a:r>
              <a:rPr lang="en-US" sz="873" dirty="0">
                <a:solidFill>
                  <a:schemeClr val="bg1">
                    <a:lumMod val="65000"/>
                  </a:schemeClr>
                </a:solidFill>
                <a:latin typeface="+mn-lt"/>
                <a:cs typeface="+mn-ea"/>
                <a:sym typeface="+mn-lt"/>
              </a:rPr>
              <a:t>This is a sample text. You simply add your own text and description here. This text is fully editable. It can be replaced with your own style. </a:t>
            </a:r>
          </a:p>
        </p:txBody>
      </p:sp>
      <p:sp>
        <p:nvSpPr>
          <p:cNvPr id="32" name="TextBox 31"/>
          <p:cNvSpPr txBox="1"/>
          <p:nvPr/>
        </p:nvSpPr>
        <p:spPr>
          <a:xfrm>
            <a:off x="4372350" y="514284"/>
            <a:ext cx="3488455" cy="532005"/>
          </a:xfrm>
          <a:prstGeom prst="rect">
            <a:avLst/>
          </a:prstGeom>
          <a:noFill/>
        </p:spPr>
        <p:txBody>
          <a:bodyPr wrap="none" rtlCol="0">
            <a:spAutoFit/>
          </a:bodyPr>
          <a:lstStyle/>
          <a:p>
            <a:pPr algn="ctr"/>
            <a:r>
              <a:rPr lang="zh-CN" altLang="en-US" sz="2857" dirty="0">
                <a:solidFill>
                  <a:schemeClr val="tx1">
                    <a:lumMod val="65000"/>
                    <a:lumOff val="35000"/>
                  </a:schemeClr>
                </a:solidFill>
                <a:cs typeface="+mn-ea"/>
                <a:sym typeface="+mn-lt"/>
              </a:rPr>
              <a:t>彩色信息可视化图表</a:t>
            </a:r>
            <a:endParaRPr lang="en-US" sz="2857" dirty="0">
              <a:solidFill>
                <a:schemeClr val="tx1">
                  <a:lumMod val="65000"/>
                  <a:lumOff val="35000"/>
                </a:schemeClr>
              </a:solidFill>
              <a:cs typeface="+mn-ea"/>
              <a:sym typeface="+mn-lt"/>
            </a:endParaRPr>
          </a:p>
        </p:txBody>
      </p:sp>
      <p:grpSp>
        <p:nvGrpSpPr>
          <p:cNvPr id="33" name="Group 10"/>
          <p:cNvGrpSpPr/>
          <p:nvPr/>
        </p:nvGrpSpPr>
        <p:grpSpPr>
          <a:xfrm>
            <a:off x="5864236" y="1248646"/>
            <a:ext cx="504655" cy="76387"/>
            <a:chOff x="5925320" y="1387851"/>
            <a:chExt cx="585169" cy="88574"/>
          </a:xfrm>
        </p:grpSpPr>
        <p:sp>
          <p:nvSpPr>
            <p:cNvPr id="34" name="Diamond 11"/>
            <p:cNvSpPr/>
            <p:nvPr/>
          </p:nvSpPr>
          <p:spPr>
            <a:xfrm flipV="1">
              <a:off x="5925320" y="1387851"/>
              <a:ext cx="88574" cy="8857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35" name="Diamond 12"/>
            <p:cNvSpPr/>
            <p:nvPr/>
          </p:nvSpPr>
          <p:spPr>
            <a:xfrm flipV="1">
              <a:off x="6049469" y="1387851"/>
              <a:ext cx="88574" cy="8857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36" name="Diamond 13"/>
            <p:cNvSpPr/>
            <p:nvPr/>
          </p:nvSpPr>
          <p:spPr>
            <a:xfrm flipV="1">
              <a:off x="6173618" y="1387851"/>
              <a:ext cx="88574" cy="88574"/>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37" name="Diamond 14"/>
            <p:cNvSpPr/>
            <p:nvPr/>
          </p:nvSpPr>
          <p:spPr>
            <a:xfrm flipV="1">
              <a:off x="6297767" y="1387851"/>
              <a:ext cx="88574" cy="88574"/>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38" name="Diamond 15"/>
            <p:cNvSpPr/>
            <p:nvPr/>
          </p:nvSpPr>
          <p:spPr>
            <a:xfrm flipV="1">
              <a:off x="6421915" y="1387851"/>
              <a:ext cx="88574" cy="88574"/>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grpSp>
      <p:sp>
        <p:nvSpPr>
          <p:cNvPr id="39" name="TextBox 38"/>
          <p:cNvSpPr txBox="1"/>
          <p:nvPr/>
        </p:nvSpPr>
        <p:spPr>
          <a:xfrm>
            <a:off x="5435739" y="959252"/>
            <a:ext cx="1361656" cy="287771"/>
          </a:xfrm>
          <a:prstGeom prst="rect">
            <a:avLst/>
          </a:prstGeom>
          <a:noFill/>
        </p:spPr>
        <p:txBody>
          <a:bodyPr wrap="none" rtlCol="0">
            <a:spAutoFit/>
          </a:bodyPr>
          <a:lstStyle/>
          <a:p>
            <a:pPr algn="ctr"/>
            <a:r>
              <a:rPr lang="en-US" sz="1270">
                <a:solidFill>
                  <a:schemeClr val="bg1">
                    <a:lumMod val="65000"/>
                  </a:schemeClr>
                </a:solidFill>
                <a:cs typeface="+mn-ea"/>
                <a:sym typeface="+mn-lt"/>
              </a:rPr>
              <a:t>Give You The Best</a:t>
            </a:r>
            <a:endParaRPr lang="en-US" sz="1270" dirty="0">
              <a:solidFill>
                <a:schemeClr val="bg1">
                  <a:lumMod val="65000"/>
                </a:schemeClr>
              </a:solidFill>
              <a:cs typeface="+mn-ea"/>
              <a:sym typeface="+mn-lt"/>
            </a:endParaRPr>
          </a:p>
        </p:txBody>
      </p:sp>
    </p:spTree>
    <p:extLst>
      <p:ext uri="{BB962C8B-B14F-4D97-AF65-F5344CB8AC3E}">
        <p14:creationId xmlns:p14="http://schemas.microsoft.com/office/powerpoint/2010/main" val="397286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par>
                          <p:cTn id="11" fill="hold">
                            <p:stCondLst>
                              <p:cond delay="500"/>
                            </p:stCondLst>
                            <p:childTnLst>
                              <p:par>
                                <p:cTn id="12" presetID="16" presetClass="entr" presetSubtype="37" fill="hold" nodeType="after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barn(outVertical)">
                                      <p:cBhvr>
                                        <p:cTn id="1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 name="文本框 580"/>
          <p:cNvSpPr txBox="1"/>
          <p:nvPr/>
        </p:nvSpPr>
        <p:spPr>
          <a:xfrm>
            <a:off x="4511823" y="507865"/>
            <a:ext cx="3168352" cy="461665"/>
          </a:xfrm>
          <a:prstGeom prst="rect">
            <a:avLst/>
          </a:prstGeom>
          <a:noFill/>
        </p:spPr>
        <p:txBody>
          <a:bodyPr wrap="square" rtlCol="0">
            <a:spAutoFit/>
          </a:bodyPr>
          <a:lstStyle/>
          <a:p>
            <a:pPr algn="ctr"/>
            <a:r>
              <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rPr>
              <a:t>在这里添加标题</a:t>
            </a:r>
            <a:endPar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82" name="文本框 581"/>
          <p:cNvSpPr txBox="1"/>
          <p:nvPr/>
        </p:nvSpPr>
        <p:spPr>
          <a:xfrm>
            <a:off x="4511823" y="188640"/>
            <a:ext cx="3168352" cy="276999"/>
          </a:xfrm>
          <a:prstGeom prst="rect">
            <a:avLst/>
          </a:prstGeom>
          <a:noFill/>
        </p:spPr>
        <p:txBody>
          <a:bodyPr wrap="square" rtlCol="0">
            <a:spAutoFit/>
          </a:bodyPr>
          <a:lstStyle/>
          <a:p>
            <a:pPr algn="ct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Add the title in here</a:t>
            </a:r>
          </a:p>
        </p:txBody>
      </p:sp>
      <p:grpSp>
        <p:nvGrpSpPr>
          <p:cNvPr id="584" name="组合 583"/>
          <p:cNvGrpSpPr/>
          <p:nvPr/>
        </p:nvGrpSpPr>
        <p:grpSpPr>
          <a:xfrm>
            <a:off x="2346010" y="2562436"/>
            <a:ext cx="8130763" cy="2016224"/>
            <a:chOff x="2210637" y="2507664"/>
            <a:chExt cx="8130763" cy="2016224"/>
          </a:xfrm>
        </p:grpSpPr>
        <p:grpSp>
          <p:nvGrpSpPr>
            <p:cNvPr id="585" name="组合 584"/>
            <p:cNvGrpSpPr/>
            <p:nvPr/>
          </p:nvGrpSpPr>
          <p:grpSpPr>
            <a:xfrm>
              <a:off x="2210637" y="3141745"/>
              <a:ext cx="540059" cy="838074"/>
              <a:chOff x="1991545" y="4252743"/>
              <a:chExt cx="540059" cy="838074"/>
            </a:xfrm>
          </p:grpSpPr>
          <p:sp>
            <p:nvSpPr>
              <p:cNvPr id="613" name="任意多边形 612"/>
              <p:cNvSpPr/>
              <p:nvPr/>
            </p:nvSpPr>
            <p:spPr>
              <a:xfrm>
                <a:off x="1991545" y="4806034"/>
                <a:ext cx="540059" cy="284783"/>
              </a:xfrm>
              <a:custGeom>
                <a:avLst/>
                <a:gdLst>
                  <a:gd name="connsiteX0" fmla="*/ 0 w 540059"/>
                  <a:gd name="connsiteY0" fmla="*/ 0 h 284783"/>
                  <a:gd name="connsiteX1" fmla="*/ 540059 w 540059"/>
                  <a:gd name="connsiteY1" fmla="*/ 0 h 284783"/>
                  <a:gd name="connsiteX2" fmla="*/ 540059 w 540059"/>
                  <a:gd name="connsiteY2" fmla="*/ 284783 h 284783"/>
                  <a:gd name="connsiteX3" fmla="*/ 139557 w 540059"/>
                  <a:gd name="connsiteY3" fmla="*/ 284783 h 284783"/>
                  <a:gd name="connsiteX4" fmla="*/ 0 w 540059"/>
                  <a:gd name="connsiteY4" fmla="*/ 145226 h 284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59" h="284783">
                    <a:moveTo>
                      <a:pt x="0" y="0"/>
                    </a:moveTo>
                    <a:lnTo>
                      <a:pt x="540059" y="0"/>
                    </a:lnTo>
                    <a:lnTo>
                      <a:pt x="540059" y="284783"/>
                    </a:lnTo>
                    <a:lnTo>
                      <a:pt x="139557" y="284783"/>
                    </a:lnTo>
                    <a:cubicBezTo>
                      <a:pt x="62482" y="284783"/>
                      <a:pt x="0" y="222301"/>
                      <a:pt x="0" y="145226"/>
                    </a:cubicBezTo>
                    <a:close/>
                  </a:path>
                </a:pathLst>
              </a:custGeom>
              <a:solidFill>
                <a:srgbClr val="ED87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14" name="任意多边形 613"/>
              <p:cNvSpPr/>
              <p:nvPr/>
            </p:nvSpPr>
            <p:spPr>
              <a:xfrm>
                <a:off x="1991545" y="4252743"/>
                <a:ext cx="540059" cy="288032"/>
              </a:xfrm>
              <a:custGeom>
                <a:avLst/>
                <a:gdLst>
                  <a:gd name="connsiteX0" fmla="*/ 139557 w 540059"/>
                  <a:gd name="connsiteY0" fmla="*/ 0 h 288032"/>
                  <a:gd name="connsiteX1" fmla="*/ 540059 w 540059"/>
                  <a:gd name="connsiteY1" fmla="*/ 0 h 288032"/>
                  <a:gd name="connsiteX2" fmla="*/ 540059 w 540059"/>
                  <a:gd name="connsiteY2" fmla="*/ 288032 h 288032"/>
                  <a:gd name="connsiteX3" fmla="*/ 0 w 540059"/>
                  <a:gd name="connsiteY3" fmla="*/ 288032 h 288032"/>
                  <a:gd name="connsiteX4" fmla="*/ 0 w 540059"/>
                  <a:gd name="connsiteY4" fmla="*/ 139557 h 288032"/>
                  <a:gd name="connsiteX5" fmla="*/ 139557 w 540059"/>
                  <a:gd name="connsiteY5" fmla="*/ 0 h 28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59" h="288032">
                    <a:moveTo>
                      <a:pt x="139557" y="0"/>
                    </a:moveTo>
                    <a:lnTo>
                      <a:pt x="540059" y="0"/>
                    </a:lnTo>
                    <a:lnTo>
                      <a:pt x="540059" y="288032"/>
                    </a:lnTo>
                    <a:lnTo>
                      <a:pt x="0" y="288032"/>
                    </a:lnTo>
                    <a:lnTo>
                      <a:pt x="0" y="139557"/>
                    </a:lnTo>
                    <a:cubicBezTo>
                      <a:pt x="0" y="62482"/>
                      <a:pt x="62482" y="0"/>
                      <a:pt x="139557" y="0"/>
                    </a:cubicBezTo>
                    <a:close/>
                  </a:path>
                </a:pathLst>
              </a:custGeom>
              <a:solidFill>
                <a:srgbClr val="C1172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15" name="任意多边形 614"/>
              <p:cNvSpPr/>
              <p:nvPr/>
            </p:nvSpPr>
            <p:spPr>
              <a:xfrm>
                <a:off x="1991545" y="4540775"/>
                <a:ext cx="540059" cy="276411"/>
              </a:xfrm>
              <a:custGeom>
                <a:avLst/>
                <a:gdLst>
                  <a:gd name="connsiteX0" fmla="*/ 0 w 540059"/>
                  <a:gd name="connsiteY0" fmla="*/ 0 h 276411"/>
                  <a:gd name="connsiteX1" fmla="*/ 540059 w 540059"/>
                  <a:gd name="connsiteY1" fmla="*/ 0 h 276411"/>
                  <a:gd name="connsiteX2" fmla="*/ 540059 w 540059"/>
                  <a:gd name="connsiteY2" fmla="*/ 276411 h 276411"/>
                  <a:gd name="connsiteX3" fmla="*/ 0 w 540059"/>
                  <a:gd name="connsiteY3" fmla="*/ 276411 h 276411"/>
                </a:gdLst>
                <a:ahLst/>
                <a:cxnLst>
                  <a:cxn ang="0">
                    <a:pos x="connsiteX0" y="connsiteY0"/>
                  </a:cxn>
                  <a:cxn ang="0">
                    <a:pos x="connsiteX1" y="connsiteY1"/>
                  </a:cxn>
                  <a:cxn ang="0">
                    <a:pos x="connsiteX2" y="connsiteY2"/>
                  </a:cxn>
                  <a:cxn ang="0">
                    <a:pos x="connsiteX3" y="connsiteY3"/>
                  </a:cxn>
                </a:cxnLst>
                <a:rect l="l" t="t" r="r" b="b"/>
                <a:pathLst>
                  <a:path w="540059" h="276411">
                    <a:moveTo>
                      <a:pt x="0" y="0"/>
                    </a:moveTo>
                    <a:lnTo>
                      <a:pt x="540059" y="0"/>
                    </a:lnTo>
                    <a:lnTo>
                      <a:pt x="540059" y="276411"/>
                    </a:lnTo>
                    <a:lnTo>
                      <a:pt x="0" y="276411"/>
                    </a:lnTo>
                    <a:close/>
                  </a:path>
                </a:pathLst>
              </a:custGeom>
              <a:solidFill>
                <a:srgbClr val="E9364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586" name="组合 585"/>
            <p:cNvGrpSpPr/>
            <p:nvPr/>
          </p:nvGrpSpPr>
          <p:grpSpPr>
            <a:xfrm>
              <a:off x="3571594" y="3141745"/>
              <a:ext cx="541114" cy="838074"/>
              <a:chOff x="3352502" y="4252743"/>
              <a:chExt cx="541114" cy="838074"/>
            </a:xfrm>
          </p:grpSpPr>
          <p:sp>
            <p:nvSpPr>
              <p:cNvPr id="610" name="任意多边形 609"/>
              <p:cNvSpPr/>
              <p:nvPr/>
            </p:nvSpPr>
            <p:spPr>
              <a:xfrm>
                <a:off x="3352502" y="4806034"/>
                <a:ext cx="541114" cy="284783"/>
              </a:xfrm>
              <a:custGeom>
                <a:avLst/>
                <a:gdLst>
                  <a:gd name="connsiteX0" fmla="*/ 0 w 541114"/>
                  <a:gd name="connsiteY0" fmla="*/ 0 h 284783"/>
                  <a:gd name="connsiteX1" fmla="*/ 541114 w 541114"/>
                  <a:gd name="connsiteY1" fmla="*/ 0 h 284783"/>
                  <a:gd name="connsiteX2" fmla="*/ 541114 w 541114"/>
                  <a:gd name="connsiteY2" fmla="*/ 284783 h 284783"/>
                  <a:gd name="connsiteX3" fmla="*/ 0 w 541114"/>
                  <a:gd name="connsiteY3" fmla="*/ 284783 h 284783"/>
                </a:gdLst>
                <a:ahLst/>
                <a:cxnLst>
                  <a:cxn ang="0">
                    <a:pos x="connsiteX0" y="connsiteY0"/>
                  </a:cxn>
                  <a:cxn ang="0">
                    <a:pos x="connsiteX1" y="connsiteY1"/>
                  </a:cxn>
                  <a:cxn ang="0">
                    <a:pos x="connsiteX2" y="connsiteY2"/>
                  </a:cxn>
                  <a:cxn ang="0">
                    <a:pos x="connsiteX3" y="connsiteY3"/>
                  </a:cxn>
                </a:cxnLst>
                <a:rect l="l" t="t" r="r" b="b"/>
                <a:pathLst>
                  <a:path w="541114" h="284783">
                    <a:moveTo>
                      <a:pt x="0" y="0"/>
                    </a:moveTo>
                    <a:lnTo>
                      <a:pt x="541114" y="0"/>
                    </a:lnTo>
                    <a:lnTo>
                      <a:pt x="541114" y="284783"/>
                    </a:lnTo>
                    <a:lnTo>
                      <a:pt x="0" y="284783"/>
                    </a:lnTo>
                    <a:close/>
                  </a:path>
                </a:pathLst>
              </a:custGeom>
              <a:solidFill>
                <a:srgbClr val="FEDD6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11" name="任意多边形 610"/>
              <p:cNvSpPr/>
              <p:nvPr/>
            </p:nvSpPr>
            <p:spPr>
              <a:xfrm>
                <a:off x="3352502" y="4252743"/>
                <a:ext cx="541114" cy="288032"/>
              </a:xfrm>
              <a:custGeom>
                <a:avLst/>
                <a:gdLst>
                  <a:gd name="connsiteX0" fmla="*/ 0 w 541114"/>
                  <a:gd name="connsiteY0" fmla="*/ 0 h 288032"/>
                  <a:gd name="connsiteX1" fmla="*/ 541114 w 541114"/>
                  <a:gd name="connsiteY1" fmla="*/ 0 h 288032"/>
                  <a:gd name="connsiteX2" fmla="*/ 541114 w 541114"/>
                  <a:gd name="connsiteY2" fmla="*/ 288032 h 288032"/>
                  <a:gd name="connsiteX3" fmla="*/ 0 w 541114"/>
                  <a:gd name="connsiteY3" fmla="*/ 288032 h 288032"/>
                </a:gdLst>
                <a:ahLst/>
                <a:cxnLst>
                  <a:cxn ang="0">
                    <a:pos x="connsiteX0" y="connsiteY0"/>
                  </a:cxn>
                  <a:cxn ang="0">
                    <a:pos x="connsiteX1" y="connsiteY1"/>
                  </a:cxn>
                  <a:cxn ang="0">
                    <a:pos x="connsiteX2" y="connsiteY2"/>
                  </a:cxn>
                  <a:cxn ang="0">
                    <a:pos x="connsiteX3" y="connsiteY3"/>
                  </a:cxn>
                </a:cxnLst>
                <a:rect l="l" t="t" r="r" b="b"/>
                <a:pathLst>
                  <a:path w="541114" h="288032">
                    <a:moveTo>
                      <a:pt x="0" y="0"/>
                    </a:moveTo>
                    <a:lnTo>
                      <a:pt x="541114" y="0"/>
                    </a:lnTo>
                    <a:lnTo>
                      <a:pt x="541114" y="288032"/>
                    </a:lnTo>
                    <a:lnTo>
                      <a:pt x="0" y="288032"/>
                    </a:lnTo>
                    <a:close/>
                  </a:path>
                </a:pathLst>
              </a:custGeom>
              <a:solidFill>
                <a:srgbClr val="BE980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12" name="任意多边形 611"/>
              <p:cNvSpPr/>
              <p:nvPr/>
            </p:nvSpPr>
            <p:spPr>
              <a:xfrm>
                <a:off x="3352502" y="4540775"/>
                <a:ext cx="541114" cy="276411"/>
              </a:xfrm>
              <a:custGeom>
                <a:avLst/>
                <a:gdLst>
                  <a:gd name="connsiteX0" fmla="*/ 0 w 541114"/>
                  <a:gd name="connsiteY0" fmla="*/ 0 h 276411"/>
                  <a:gd name="connsiteX1" fmla="*/ 541114 w 541114"/>
                  <a:gd name="connsiteY1" fmla="*/ 0 h 276411"/>
                  <a:gd name="connsiteX2" fmla="*/ 541114 w 541114"/>
                  <a:gd name="connsiteY2" fmla="*/ 276411 h 276411"/>
                  <a:gd name="connsiteX3" fmla="*/ 0 w 541114"/>
                  <a:gd name="connsiteY3" fmla="*/ 276411 h 276411"/>
                </a:gdLst>
                <a:ahLst/>
                <a:cxnLst>
                  <a:cxn ang="0">
                    <a:pos x="connsiteX0" y="connsiteY0"/>
                  </a:cxn>
                  <a:cxn ang="0">
                    <a:pos x="connsiteX1" y="connsiteY1"/>
                  </a:cxn>
                  <a:cxn ang="0">
                    <a:pos x="connsiteX2" y="connsiteY2"/>
                  </a:cxn>
                  <a:cxn ang="0">
                    <a:pos x="connsiteX3" y="connsiteY3"/>
                  </a:cxn>
                </a:cxnLst>
                <a:rect l="l" t="t" r="r" b="b"/>
                <a:pathLst>
                  <a:path w="541114" h="276411">
                    <a:moveTo>
                      <a:pt x="0" y="0"/>
                    </a:moveTo>
                    <a:lnTo>
                      <a:pt x="541114" y="0"/>
                    </a:lnTo>
                    <a:lnTo>
                      <a:pt x="541114" y="276411"/>
                    </a:lnTo>
                    <a:lnTo>
                      <a:pt x="0" y="276411"/>
                    </a:lnTo>
                    <a:close/>
                  </a:path>
                </a:pathLst>
              </a:custGeom>
              <a:solidFill>
                <a:srgbClr val="FDC80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587" name="组合 586"/>
            <p:cNvGrpSpPr/>
            <p:nvPr/>
          </p:nvGrpSpPr>
          <p:grpSpPr>
            <a:xfrm>
              <a:off x="4874932" y="3141745"/>
              <a:ext cx="541114" cy="838074"/>
              <a:chOff x="3352502" y="4252743"/>
              <a:chExt cx="541114" cy="838074"/>
            </a:xfrm>
          </p:grpSpPr>
          <p:sp>
            <p:nvSpPr>
              <p:cNvPr id="607" name="任意多边形 606"/>
              <p:cNvSpPr/>
              <p:nvPr/>
            </p:nvSpPr>
            <p:spPr>
              <a:xfrm>
                <a:off x="3352502" y="4806034"/>
                <a:ext cx="541114" cy="284783"/>
              </a:xfrm>
              <a:custGeom>
                <a:avLst/>
                <a:gdLst>
                  <a:gd name="connsiteX0" fmla="*/ 0 w 541114"/>
                  <a:gd name="connsiteY0" fmla="*/ 0 h 284783"/>
                  <a:gd name="connsiteX1" fmla="*/ 541114 w 541114"/>
                  <a:gd name="connsiteY1" fmla="*/ 0 h 284783"/>
                  <a:gd name="connsiteX2" fmla="*/ 541114 w 541114"/>
                  <a:gd name="connsiteY2" fmla="*/ 284783 h 284783"/>
                  <a:gd name="connsiteX3" fmla="*/ 0 w 541114"/>
                  <a:gd name="connsiteY3" fmla="*/ 284783 h 284783"/>
                </a:gdLst>
                <a:ahLst/>
                <a:cxnLst>
                  <a:cxn ang="0">
                    <a:pos x="connsiteX0" y="connsiteY0"/>
                  </a:cxn>
                  <a:cxn ang="0">
                    <a:pos x="connsiteX1" y="connsiteY1"/>
                  </a:cxn>
                  <a:cxn ang="0">
                    <a:pos x="connsiteX2" y="connsiteY2"/>
                  </a:cxn>
                  <a:cxn ang="0">
                    <a:pos x="connsiteX3" y="connsiteY3"/>
                  </a:cxn>
                </a:cxnLst>
                <a:rect l="l" t="t" r="r" b="b"/>
                <a:pathLst>
                  <a:path w="541114" h="284783">
                    <a:moveTo>
                      <a:pt x="0" y="0"/>
                    </a:moveTo>
                    <a:lnTo>
                      <a:pt x="541114" y="0"/>
                    </a:lnTo>
                    <a:lnTo>
                      <a:pt x="541114" y="284783"/>
                    </a:lnTo>
                    <a:lnTo>
                      <a:pt x="0" y="284783"/>
                    </a:lnTo>
                    <a:close/>
                  </a:path>
                </a:pathLst>
              </a:custGeom>
              <a:solidFill>
                <a:srgbClr val="89D6E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8" name="任意多边形 607"/>
              <p:cNvSpPr/>
              <p:nvPr/>
            </p:nvSpPr>
            <p:spPr>
              <a:xfrm>
                <a:off x="3352502" y="4252743"/>
                <a:ext cx="541114" cy="288032"/>
              </a:xfrm>
              <a:custGeom>
                <a:avLst/>
                <a:gdLst>
                  <a:gd name="connsiteX0" fmla="*/ 0 w 541114"/>
                  <a:gd name="connsiteY0" fmla="*/ 0 h 288032"/>
                  <a:gd name="connsiteX1" fmla="*/ 541114 w 541114"/>
                  <a:gd name="connsiteY1" fmla="*/ 0 h 288032"/>
                  <a:gd name="connsiteX2" fmla="*/ 541114 w 541114"/>
                  <a:gd name="connsiteY2" fmla="*/ 288032 h 288032"/>
                  <a:gd name="connsiteX3" fmla="*/ 0 w 541114"/>
                  <a:gd name="connsiteY3" fmla="*/ 288032 h 288032"/>
                </a:gdLst>
                <a:ahLst/>
                <a:cxnLst>
                  <a:cxn ang="0">
                    <a:pos x="connsiteX0" y="connsiteY0"/>
                  </a:cxn>
                  <a:cxn ang="0">
                    <a:pos x="connsiteX1" y="connsiteY1"/>
                  </a:cxn>
                  <a:cxn ang="0">
                    <a:pos x="connsiteX2" y="connsiteY2"/>
                  </a:cxn>
                  <a:cxn ang="0">
                    <a:pos x="connsiteX3" y="connsiteY3"/>
                  </a:cxn>
                </a:cxnLst>
                <a:rect l="l" t="t" r="r" b="b"/>
                <a:pathLst>
                  <a:path w="541114" h="288032">
                    <a:moveTo>
                      <a:pt x="0" y="0"/>
                    </a:moveTo>
                    <a:lnTo>
                      <a:pt x="541114" y="0"/>
                    </a:lnTo>
                    <a:lnTo>
                      <a:pt x="541114" y="288032"/>
                    </a:lnTo>
                    <a:lnTo>
                      <a:pt x="0" y="288032"/>
                    </a:lnTo>
                    <a:close/>
                  </a:path>
                </a:pathLst>
              </a:custGeom>
              <a:solidFill>
                <a:srgbClr val="2691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9" name="任意多边形 608"/>
              <p:cNvSpPr/>
              <p:nvPr/>
            </p:nvSpPr>
            <p:spPr>
              <a:xfrm>
                <a:off x="3352502" y="4540775"/>
                <a:ext cx="541114" cy="276411"/>
              </a:xfrm>
              <a:custGeom>
                <a:avLst/>
                <a:gdLst>
                  <a:gd name="connsiteX0" fmla="*/ 0 w 541114"/>
                  <a:gd name="connsiteY0" fmla="*/ 0 h 276411"/>
                  <a:gd name="connsiteX1" fmla="*/ 541114 w 541114"/>
                  <a:gd name="connsiteY1" fmla="*/ 0 h 276411"/>
                  <a:gd name="connsiteX2" fmla="*/ 541114 w 541114"/>
                  <a:gd name="connsiteY2" fmla="*/ 276411 h 276411"/>
                  <a:gd name="connsiteX3" fmla="*/ 0 w 541114"/>
                  <a:gd name="connsiteY3" fmla="*/ 276411 h 276411"/>
                </a:gdLst>
                <a:ahLst/>
                <a:cxnLst>
                  <a:cxn ang="0">
                    <a:pos x="connsiteX0" y="connsiteY0"/>
                  </a:cxn>
                  <a:cxn ang="0">
                    <a:pos x="connsiteX1" y="connsiteY1"/>
                  </a:cxn>
                  <a:cxn ang="0">
                    <a:pos x="connsiteX2" y="connsiteY2"/>
                  </a:cxn>
                  <a:cxn ang="0">
                    <a:pos x="connsiteX3" y="connsiteY3"/>
                  </a:cxn>
                </a:cxnLst>
                <a:rect l="l" t="t" r="r" b="b"/>
                <a:pathLst>
                  <a:path w="541114" h="276411">
                    <a:moveTo>
                      <a:pt x="0" y="0"/>
                    </a:moveTo>
                    <a:lnTo>
                      <a:pt x="541114" y="0"/>
                    </a:lnTo>
                    <a:lnTo>
                      <a:pt x="541114" y="276411"/>
                    </a:lnTo>
                    <a:lnTo>
                      <a:pt x="0" y="276411"/>
                    </a:lnTo>
                    <a:close/>
                  </a:path>
                </a:pathLst>
              </a:custGeom>
              <a:solidFill>
                <a:srgbClr val="3CB9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588" name="组合 587"/>
            <p:cNvGrpSpPr/>
            <p:nvPr/>
          </p:nvGrpSpPr>
          <p:grpSpPr>
            <a:xfrm>
              <a:off x="6224554" y="3141745"/>
              <a:ext cx="541114" cy="838074"/>
              <a:chOff x="3352502" y="4252743"/>
              <a:chExt cx="541114" cy="838074"/>
            </a:xfrm>
          </p:grpSpPr>
          <p:sp>
            <p:nvSpPr>
              <p:cNvPr id="604" name="任意多边形 603"/>
              <p:cNvSpPr/>
              <p:nvPr/>
            </p:nvSpPr>
            <p:spPr>
              <a:xfrm>
                <a:off x="3352502" y="4806034"/>
                <a:ext cx="541114" cy="284783"/>
              </a:xfrm>
              <a:custGeom>
                <a:avLst/>
                <a:gdLst>
                  <a:gd name="connsiteX0" fmla="*/ 0 w 541114"/>
                  <a:gd name="connsiteY0" fmla="*/ 0 h 284783"/>
                  <a:gd name="connsiteX1" fmla="*/ 541114 w 541114"/>
                  <a:gd name="connsiteY1" fmla="*/ 0 h 284783"/>
                  <a:gd name="connsiteX2" fmla="*/ 541114 w 541114"/>
                  <a:gd name="connsiteY2" fmla="*/ 284783 h 284783"/>
                  <a:gd name="connsiteX3" fmla="*/ 0 w 541114"/>
                  <a:gd name="connsiteY3" fmla="*/ 284783 h 284783"/>
                </a:gdLst>
                <a:ahLst/>
                <a:cxnLst>
                  <a:cxn ang="0">
                    <a:pos x="connsiteX0" y="connsiteY0"/>
                  </a:cxn>
                  <a:cxn ang="0">
                    <a:pos x="connsiteX1" y="connsiteY1"/>
                  </a:cxn>
                  <a:cxn ang="0">
                    <a:pos x="connsiteX2" y="connsiteY2"/>
                  </a:cxn>
                  <a:cxn ang="0">
                    <a:pos x="connsiteX3" y="connsiteY3"/>
                  </a:cxn>
                </a:cxnLst>
                <a:rect l="l" t="t" r="r" b="b"/>
                <a:pathLst>
                  <a:path w="541114" h="284783">
                    <a:moveTo>
                      <a:pt x="0" y="0"/>
                    </a:moveTo>
                    <a:lnTo>
                      <a:pt x="541114" y="0"/>
                    </a:lnTo>
                    <a:lnTo>
                      <a:pt x="541114" y="284783"/>
                    </a:lnTo>
                    <a:lnTo>
                      <a:pt x="0" y="284783"/>
                    </a:lnTo>
                    <a:close/>
                  </a:path>
                </a:pathLst>
              </a:custGeom>
              <a:solidFill>
                <a:srgbClr val="B2DE7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5" name="任意多边形 604"/>
              <p:cNvSpPr/>
              <p:nvPr/>
            </p:nvSpPr>
            <p:spPr>
              <a:xfrm>
                <a:off x="3352502" y="4252743"/>
                <a:ext cx="541114" cy="288032"/>
              </a:xfrm>
              <a:custGeom>
                <a:avLst/>
                <a:gdLst>
                  <a:gd name="connsiteX0" fmla="*/ 0 w 541114"/>
                  <a:gd name="connsiteY0" fmla="*/ 0 h 288032"/>
                  <a:gd name="connsiteX1" fmla="*/ 541114 w 541114"/>
                  <a:gd name="connsiteY1" fmla="*/ 0 h 288032"/>
                  <a:gd name="connsiteX2" fmla="*/ 541114 w 541114"/>
                  <a:gd name="connsiteY2" fmla="*/ 288032 h 288032"/>
                  <a:gd name="connsiteX3" fmla="*/ 0 w 541114"/>
                  <a:gd name="connsiteY3" fmla="*/ 288032 h 288032"/>
                </a:gdLst>
                <a:ahLst/>
                <a:cxnLst>
                  <a:cxn ang="0">
                    <a:pos x="connsiteX0" y="connsiteY0"/>
                  </a:cxn>
                  <a:cxn ang="0">
                    <a:pos x="connsiteX1" y="connsiteY1"/>
                  </a:cxn>
                  <a:cxn ang="0">
                    <a:pos x="connsiteX2" y="connsiteY2"/>
                  </a:cxn>
                  <a:cxn ang="0">
                    <a:pos x="connsiteX3" y="connsiteY3"/>
                  </a:cxn>
                </a:cxnLst>
                <a:rect l="l" t="t" r="r" b="b"/>
                <a:pathLst>
                  <a:path w="541114" h="288032">
                    <a:moveTo>
                      <a:pt x="0" y="0"/>
                    </a:moveTo>
                    <a:lnTo>
                      <a:pt x="541114" y="0"/>
                    </a:lnTo>
                    <a:lnTo>
                      <a:pt x="541114" y="288032"/>
                    </a:lnTo>
                    <a:lnTo>
                      <a:pt x="0" y="288032"/>
                    </a:lnTo>
                    <a:close/>
                  </a:path>
                </a:pathLst>
              </a:custGeom>
              <a:solidFill>
                <a:srgbClr val="5F8A2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6" name="任意多边形 605"/>
              <p:cNvSpPr/>
              <p:nvPr/>
            </p:nvSpPr>
            <p:spPr>
              <a:xfrm>
                <a:off x="3352502" y="4540775"/>
                <a:ext cx="541114" cy="276411"/>
              </a:xfrm>
              <a:custGeom>
                <a:avLst/>
                <a:gdLst>
                  <a:gd name="connsiteX0" fmla="*/ 0 w 541114"/>
                  <a:gd name="connsiteY0" fmla="*/ 0 h 276411"/>
                  <a:gd name="connsiteX1" fmla="*/ 541114 w 541114"/>
                  <a:gd name="connsiteY1" fmla="*/ 0 h 276411"/>
                  <a:gd name="connsiteX2" fmla="*/ 541114 w 541114"/>
                  <a:gd name="connsiteY2" fmla="*/ 276411 h 276411"/>
                  <a:gd name="connsiteX3" fmla="*/ 0 w 541114"/>
                  <a:gd name="connsiteY3" fmla="*/ 276411 h 276411"/>
                </a:gdLst>
                <a:ahLst/>
                <a:cxnLst>
                  <a:cxn ang="0">
                    <a:pos x="connsiteX0" y="connsiteY0"/>
                  </a:cxn>
                  <a:cxn ang="0">
                    <a:pos x="connsiteX1" y="connsiteY1"/>
                  </a:cxn>
                  <a:cxn ang="0">
                    <a:pos x="connsiteX2" y="connsiteY2"/>
                  </a:cxn>
                  <a:cxn ang="0">
                    <a:pos x="connsiteX3" y="connsiteY3"/>
                  </a:cxn>
                </a:cxnLst>
                <a:rect l="l" t="t" r="r" b="b"/>
                <a:pathLst>
                  <a:path w="541114" h="276411">
                    <a:moveTo>
                      <a:pt x="0" y="0"/>
                    </a:moveTo>
                    <a:lnTo>
                      <a:pt x="541114" y="0"/>
                    </a:lnTo>
                    <a:lnTo>
                      <a:pt x="541114" y="276411"/>
                    </a:lnTo>
                    <a:lnTo>
                      <a:pt x="0" y="276411"/>
                    </a:lnTo>
                    <a:close/>
                  </a:path>
                </a:pathLst>
              </a:custGeom>
              <a:solidFill>
                <a:srgbClr val="7CB8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589" name="组合 588"/>
            <p:cNvGrpSpPr/>
            <p:nvPr/>
          </p:nvGrpSpPr>
          <p:grpSpPr>
            <a:xfrm>
              <a:off x="7628710" y="3141745"/>
              <a:ext cx="541114" cy="838074"/>
              <a:chOff x="3352502" y="4252743"/>
              <a:chExt cx="541114" cy="838074"/>
            </a:xfrm>
          </p:grpSpPr>
          <p:sp>
            <p:nvSpPr>
              <p:cNvPr id="601" name="任意多边形 600"/>
              <p:cNvSpPr/>
              <p:nvPr/>
            </p:nvSpPr>
            <p:spPr>
              <a:xfrm>
                <a:off x="3352502" y="4806034"/>
                <a:ext cx="541114" cy="284783"/>
              </a:xfrm>
              <a:custGeom>
                <a:avLst/>
                <a:gdLst>
                  <a:gd name="connsiteX0" fmla="*/ 0 w 541114"/>
                  <a:gd name="connsiteY0" fmla="*/ 0 h 284783"/>
                  <a:gd name="connsiteX1" fmla="*/ 541114 w 541114"/>
                  <a:gd name="connsiteY1" fmla="*/ 0 h 284783"/>
                  <a:gd name="connsiteX2" fmla="*/ 541114 w 541114"/>
                  <a:gd name="connsiteY2" fmla="*/ 284783 h 284783"/>
                  <a:gd name="connsiteX3" fmla="*/ 0 w 541114"/>
                  <a:gd name="connsiteY3" fmla="*/ 284783 h 284783"/>
                </a:gdLst>
                <a:ahLst/>
                <a:cxnLst>
                  <a:cxn ang="0">
                    <a:pos x="connsiteX0" y="connsiteY0"/>
                  </a:cxn>
                  <a:cxn ang="0">
                    <a:pos x="connsiteX1" y="connsiteY1"/>
                  </a:cxn>
                  <a:cxn ang="0">
                    <a:pos x="connsiteX2" y="connsiteY2"/>
                  </a:cxn>
                  <a:cxn ang="0">
                    <a:pos x="connsiteX3" y="connsiteY3"/>
                  </a:cxn>
                </a:cxnLst>
                <a:rect l="l" t="t" r="r" b="b"/>
                <a:pathLst>
                  <a:path w="541114" h="284783">
                    <a:moveTo>
                      <a:pt x="0" y="0"/>
                    </a:moveTo>
                    <a:lnTo>
                      <a:pt x="541114" y="0"/>
                    </a:lnTo>
                    <a:lnTo>
                      <a:pt x="541114" y="284783"/>
                    </a:lnTo>
                    <a:lnTo>
                      <a:pt x="0" y="284783"/>
                    </a:lnTo>
                    <a:close/>
                  </a:path>
                </a:pathLst>
              </a:custGeom>
              <a:solidFill>
                <a:srgbClr val="85D9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602" name="任意多边形 601"/>
              <p:cNvSpPr/>
              <p:nvPr/>
            </p:nvSpPr>
            <p:spPr>
              <a:xfrm>
                <a:off x="3352502" y="4252743"/>
                <a:ext cx="541114" cy="288032"/>
              </a:xfrm>
              <a:custGeom>
                <a:avLst/>
                <a:gdLst>
                  <a:gd name="connsiteX0" fmla="*/ 0 w 541114"/>
                  <a:gd name="connsiteY0" fmla="*/ 0 h 288032"/>
                  <a:gd name="connsiteX1" fmla="*/ 541114 w 541114"/>
                  <a:gd name="connsiteY1" fmla="*/ 0 h 288032"/>
                  <a:gd name="connsiteX2" fmla="*/ 541114 w 541114"/>
                  <a:gd name="connsiteY2" fmla="*/ 288032 h 288032"/>
                  <a:gd name="connsiteX3" fmla="*/ 0 w 541114"/>
                  <a:gd name="connsiteY3" fmla="*/ 288032 h 288032"/>
                </a:gdLst>
                <a:ahLst/>
                <a:cxnLst>
                  <a:cxn ang="0">
                    <a:pos x="connsiteX0" y="connsiteY0"/>
                  </a:cxn>
                  <a:cxn ang="0">
                    <a:pos x="connsiteX1" y="connsiteY1"/>
                  </a:cxn>
                  <a:cxn ang="0">
                    <a:pos x="connsiteX2" y="connsiteY2"/>
                  </a:cxn>
                  <a:cxn ang="0">
                    <a:pos x="connsiteX3" y="connsiteY3"/>
                  </a:cxn>
                </a:cxnLst>
                <a:rect l="l" t="t" r="r" b="b"/>
                <a:pathLst>
                  <a:path w="541114" h="288032">
                    <a:moveTo>
                      <a:pt x="0" y="0"/>
                    </a:moveTo>
                    <a:lnTo>
                      <a:pt x="541114" y="0"/>
                    </a:lnTo>
                    <a:lnTo>
                      <a:pt x="541114" y="288032"/>
                    </a:lnTo>
                    <a:lnTo>
                      <a:pt x="0" y="288032"/>
                    </a:lnTo>
                    <a:close/>
                  </a:path>
                </a:pathLst>
              </a:custGeom>
              <a:solidFill>
                <a:srgbClr val="298D7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3" name="任意多边形 602"/>
              <p:cNvSpPr/>
              <p:nvPr/>
            </p:nvSpPr>
            <p:spPr>
              <a:xfrm>
                <a:off x="3352502" y="4540775"/>
                <a:ext cx="541114" cy="276411"/>
              </a:xfrm>
              <a:custGeom>
                <a:avLst/>
                <a:gdLst>
                  <a:gd name="connsiteX0" fmla="*/ 0 w 541114"/>
                  <a:gd name="connsiteY0" fmla="*/ 0 h 276411"/>
                  <a:gd name="connsiteX1" fmla="*/ 541114 w 541114"/>
                  <a:gd name="connsiteY1" fmla="*/ 0 h 276411"/>
                  <a:gd name="connsiteX2" fmla="*/ 541114 w 541114"/>
                  <a:gd name="connsiteY2" fmla="*/ 276411 h 276411"/>
                  <a:gd name="connsiteX3" fmla="*/ 0 w 541114"/>
                  <a:gd name="connsiteY3" fmla="*/ 276411 h 276411"/>
                </a:gdLst>
                <a:ahLst/>
                <a:cxnLst>
                  <a:cxn ang="0">
                    <a:pos x="connsiteX0" y="connsiteY0"/>
                  </a:cxn>
                  <a:cxn ang="0">
                    <a:pos x="connsiteX1" y="connsiteY1"/>
                  </a:cxn>
                  <a:cxn ang="0">
                    <a:pos x="connsiteX2" y="connsiteY2"/>
                  </a:cxn>
                  <a:cxn ang="0">
                    <a:pos x="connsiteX3" y="connsiteY3"/>
                  </a:cxn>
                </a:cxnLst>
                <a:rect l="l" t="t" r="r" b="b"/>
                <a:pathLst>
                  <a:path w="541114" h="276411">
                    <a:moveTo>
                      <a:pt x="0" y="0"/>
                    </a:moveTo>
                    <a:lnTo>
                      <a:pt x="541114" y="0"/>
                    </a:lnTo>
                    <a:lnTo>
                      <a:pt x="541114" y="276411"/>
                    </a:lnTo>
                    <a:lnTo>
                      <a:pt x="0" y="276411"/>
                    </a:lnTo>
                    <a:close/>
                  </a:path>
                </a:pathLst>
              </a:custGeom>
              <a:solidFill>
                <a:srgbClr val="35BC9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590" name="组合 589"/>
            <p:cNvGrpSpPr/>
            <p:nvPr/>
          </p:nvGrpSpPr>
          <p:grpSpPr>
            <a:xfrm>
              <a:off x="8979388" y="3140968"/>
              <a:ext cx="1362012" cy="838851"/>
              <a:chOff x="8760296" y="4251966"/>
              <a:chExt cx="1362012" cy="838851"/>
            </a:xfrm>
          </p:grpSpPr>
          <p:sp>
            <p:nvSpPr>
              <p:cNvPr id="596" name="等腰三角形 595"/>
              <p:cNvSpPr/>
              <p:nvPr/>
            </p:nvSpPr>
            <p:spPr>
              <a:xfrm rot="5400000">
                <a:off x="9283457" y="4251966"/>
                <a:ext cx="838851" cy="838851"/>
              </a:xfrm>
              <a:prstGeom prst="triangl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97" name="任意多边形 596"/>
              <p:cNvSpPr/>
              <p:nvPr/>
            </p:nvSpPr>
            <p:spPr>
              <a:xfrm>
                <a:off x="8760296" y="4806034"/>
                <a:ext cx="720080" cy="284783"/>
              </a:xfrm>
              <a:custGeom>
                <a:avLst/>
                <a:gdLst>
                  <a:gd name="connsiteX0" fmla="*/ 0 w 720080"/>
                  <a:gd name="connsiteY0" fmla="*/ 0 h 284783"/>
                  <a:gd name="connsiteX1" fmla="*/ 541114 w 720080"/>
                  <a:gd name="connsiteY1" fmla="*/ 0 h 284783"/>
                  <a:gd name="connsiteX2" fmla="*/ 541114 w 720080"/>
                  <a:gd name="connsiteY2" fmla="*/ 5357 h 284783"/>
                  <a:gd name="connsiteX3" fmla="*/ 720080 w 720080"/>
                  <a:gd name="connsiteY3" fmla="*/ 143222 h 284783"/>
                  <a:gd name="connsiteX4" fmla="*/ 541114 w 720080"/>
                  <a:gd name="connsiteY4" fmla="*/ 281087 h 284783"/>
                  <a:gd name="connsiteX5" fmla="*/ 541114 w 720080"/>
                  <a:gd name="connsiteY5" fmla="*/ 284783 h 284783"/>
                  <a:gd name="connsiteX6" fmla="*/ 0 w 720080"/>
                  <a:gd name="connsiteY6" fmla="*/ 284783 h 28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080" h="284783">
                    <a:moveTo>
                      <a:pt x="0" y="0"/>
                    </a:moveTo>
                    <a:lnTo>
                      <a:pt x="541114" y="0"/>
                    </a:lnTo>
                    <a:lnTo>
                      <a:pt x="541114" y="5357"/>
                    </a:lnTo>
                    <a:lnTo>
                      <a:pt x="720080" y="143222"/>
                    </a:lnTo>
                    <a:lnTo>
                      <a:pt x="541114" y="281087"/>
                    </a:lnTo>
                    <a:lnTo>
                      <a:pt x="541114" y="284783"/>
                    </a:lnTo>
                    <a:lnTo>
                      <a:pt x="0" y="284783"/>
                    </a:lnTo>
                    <a:close/>
                  </a:path>
                </a:pathLst>
              </a:custGeom>
              <a:solidFill>
                <a:srgbClr val="9B83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598" name="任意多边形 597"/>
              <p:cNvSpPr/>
              <p:nvPr/>
            </p:nvSpPr>
            <p:spPr>
              <a:xfrm>
                <a:off x="8760296" y="4251966"/>
                <a:ext cx="720080" cy="288809"/>
              </a:xfrm>
              <a:custGeom>
                <a:avLst/>
                <a:gdLst>
                  <a:gd name="connsiteX0" fmla="*/ 541114 w 720080"/>
                  <a:gd name="connsiteY0" fmla="*/ 0 h 288809"/>
                  <a:gd name="connsiteX1" fmla="*/ 720080 w 720080"/>
                  <a:gd name="connsiteY1" fmla="*/ 137865 h 288809"/>
                  <a:gd name="connsiteX2" fmla="*/ 541114 w 720080"/>
                  <a:gd name="connsiteY2" fmla="*/ 275730 h 288809"/>
                  <a:gd name="connsiteX3" fmla="*/ 541114 w 720080"/>
                  <a:gd name="connsiteY3" fmla="*/ 288809 h 288809"/>
                  <a:gd name="connsiteX4" fmla="*/ 0 w 720080"/>
                  <a:gd name="connsiteY4" fmla="*/ 288809 h 288809"/>
                  <a:gd name="connsiteX5" fmla="*/ 0 w 720080"/>
                  <a:gd name="connsiteY5" fmla="*/ 777 h 288809"/>
                  <a:gd name="connsiteX6" fmla="*/ 541114 w 720080"/>
                  <a:gd name="connsiteY6" fmla="*/ 777 h 28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080" h="288809">
                    <a:moveTo>
                      <a:pt x="541114" y="0"/>
                    </a:moveTo>
                    <a:lnTo>
                      <a:pt x="720080" y="137865"/>
                    </a:lnTo>
                    <a:lnTo>
                      <a:pt x="541114" y="275730"/>
                    </a:lnTo>
                    <a:lnTo>
                      <a:pt x="541114" y="288809"/>
                    </a:lnTo>
                    <a:lnTo>
                      <a:pt x="0" y="288809"/>
                    </a:lnTo>
                    <a:lnTo>
                      <a:pt x="0" y="777"/>
                    </a:lnTo>
                    <a:lnTo>
                      <a:pt x="541114" y="777"/>
                    </a:lnTo>
                    <a:close/>
                  </a:path>
                </a:pathLst>
              </a:custGeom>
              <a:solidFill>
                <a:srgbClr val="4433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99" name="任意多边形 598"/>
              <p:cNvSpPr/>
              <p:nvPr/>
            </p:nvSpPr>
            <p:spPr>
              <a:xfrm>
                <a:off x="8760296" y="4540775"/>
                <a:ext cx="720080" cy="276411"/>
              </a:xfrm>
              <a:custGeom>
                <a:avLst/>
                <a:gdLst>
                  <a:gd name="connsiteX0" fmla="*/ 0 w 720080"/>
                  <a:gd name="connsiteY0" fmla="*/ 0 h 276411"/>
                  <a:gd name="connsiteX1" fmla="*/ 541114 w 720080"/>
                  <a:gd name="connsiteY1" fmla="*/ 0 h 276411"/>
                  <a:gd name="connsiteX2" fmla="*/ 541114 w 720080"/>
                  <a:gd name="connsiteY2" fmla="*/ 340 h 276411"/>
                  <a:gd name="connsiteX3" fmla="*/ 720080 w 720080"/>
                  <a:gd name="connsiteY3" fmla="*/ 138205 h 276411"/>
                  <a:gd name="connsiteX4" fmla="*/ 541114 w 720080"/>
                  <a:gd name="connsiteY4" fmla="*/ 276070 h 276411"/>
                  <a:gd name="connsiteX5" fmla="*/ 541114 w 720080"/>
                  <a:gd name="connsiteY5" fmla="*/ 276411 h 276411"/>
                  <a:gd name="connsiteX6" fmla="*/ 0 w 720080"/>
                  <a:gd name="connsiteY6" fmla="*/ 276411 h 27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080" h="276411">
                    <a:moveTo>
                      <a:pt x="0" y="0"/>
                    </a:moveTo>
                    <a:lnTo>
                      <a:pt x="541114" y="0"/>
                    </a:lnTo>
                    <a:lnTo>
                      <a:pt x="541114" y="340"/>
                    </a:lnTo>
                    <a:lnTo>
                      <a:pt x="720080" y="138205"/>
                    </a:lnTo>
                    <a:lnTo>
                      <a:pt x="541114" y="276070"/>
                    </a:lnTo>
                    <a:lnTo>
                      <a:pt x="541114" y="276411"/>
                    </a:lnTo>
                    <a:lnTo>
                      <a:pt x="0" y="276411"/>
                    </a:lnTo>
                    <a:close/>
                  </a:path>
                </a:pathLst>
              </a:custGeom>
              <a:solidFill>
                <a:srgbClr val="5A45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0" name="任意多边形 599"/>
              <p:cNvSpPr/>
              <p:nvPr/>
            </p:nvSpPr>
            <p:spPr>
              <a:xfrm rot="5400000">
                <a:off x="9898278" y="4566132"/>
                <a:ext cx="210517" cy="210517"/>
              </a:xfrm>
              <a:custGeom>
                <a:avLst/>
                <a:gdLst>
                  <a:gd name="connsiteX0" fmla="*/ 0 w 210517"/>
                  <a:gd name="connsiteY0" fmla="*/ 210517 h 210517"/>
                  <a:gd name="connsiteX1" fmla="*/ 105258 w 210517"/>
                  <a:gd name="connsiteY1" fmla="*/ 0 h 210517"/>
                  <a:gd name="connsiteX2" fmla="*/ 210517 w 210517"/>
                  <a:gd name="connsiteY2" fmla="*/ 210517 h 210517"/>
                </a:gdLst>
                <a:ahLst/>
                <a:cxnLst>
                  <a:cxn ang="0">
                    <a:pos x="connsiteX0" y="connsiteY0"/>
                  </a:cxn>
                  <a:cxn ang="0">
                    <a:pos x="connsiteX1" y="connsiteY1"/>
                  </a:cxn>
                  <a:cxn ang="0">
                    <a:pos x="connsiteX2" y="connsiteY2"/>
                  </a:cxn>
                </a:cxnLst>
                <a:rect l="l" t="t" r="r" b="b"/>
                <a:pathLst>
                  <a:path w="210517" h="210517">
                    <a:moveTo>
                      <a:pt x="0" y="210517"/>
                    </a:moveTo>
                    <a:lnTo>
                      <a:pt x="105258" y="0"/>
                    </a:lnTo>
                    <a:lnTo>
                      <a:pt x="210517" y="210517"/>
                    </a:lnTo>
                    <a:close/>
                  </a:path>
                </a:pathLst>
              </a:custGeom>
              <a:solidFill>
                <a:srgbClr val="3F45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cxnSp>
          <p:nvCxnSpPr>
            <p:cNvPr id="591" name="直接连接符 590"/>
            <p:cNvCxnSpPr/>
            <p:nvPr/>
          </p:nvCxnSpPr>
          <p:spPr>
            <a:xfrm>
              <a:off x="3842151" y="2507664"/>
              <a:ext cx="0" cy="633304"/>
            </a:xfrm>
            <a:prstGeom prst="line">
              <a:avLst/>
            </a:prstGeom>
            <a:ln w="28575">
              <a:solidFill>
                <a:srgbClr val="BE9802"/>
              </a:solidFill>
            </a:ln>
          </p:spPr>
          <p:style>
            <a:lnRef idx="1">
              <a:schemeClr val="accent1"/>
            </a:lnRef>
            <a:fillRef idx="0">
              <a:schemeClr val="accent1"/>
            </a:fillRef>
            <a:effectRef idx="0">
              <a:schemeClr val="accent1"/>
            </a:effectRef>
            <a:fontRef idx="minor">
              <a:schemeClr val="tx1"/>
            </a:fontRef>
          </p:style>
        </p:cxnSp>
        <p:cxnSp>
          <p:nvCxnSpPr>
            <p:cNvPr id="592" name="直接连接符 591"/>
            <p:cNvCxnSpPr/>
            <p:nvPr/>
          </p:nvCxnSpPr>
          <p:spPr>
            <a:xfrm>
              <a:off x="6495111" y="2507664"/>
              <a:ext cx="0" cy="633304"/>
            </a:xfrm>
            <a:prstGeom prst="line">
              <a:avLst/>
            </a:prstGeom>
            <a:ln w="28575">
              <a:solidFill>
                <a:srgbClr val="5F8A21"/>
              </a:solidFill>
            </a:ln>
          </p:spPr>
          <p:style>
            <a:lnRef idx="1">
              <a:schemeClr val="accent1"/>
            </a:lnRef>
            <a:fillRef idx="0">
              <a:schemeClr val="accent1"/>
            </a:fillRef>
            <a:effectRef idx="0">
              <a:schemeClr val="accent1"/>
            </a:effectRef>
            <a:fontRef idx="minor">
              <a:schemeClr val="tx1"/>
            </a:fontRef>
          </p:style>
        </p:cxnSp>
        <p:cxnSp>
          <p:nvCxnSpPr>
            <p:cNvPr id="593" name="直接连接符 592"/>
            <p:cNvCxnSpPr/>
            <p:nvPr/>
          </p:nvCxnSpPr>
          <p:spPr>
            <a:xfrm>
              <a:off x="2480666" y="3979819"/>
              <a:ext cx="0" cy="544069"/>
            </a:xfrm>
            <a:prstGeom prst="line">
              <a:avLst/>
            </a:prstGeom>
            <a:ln w="28575">
              <a:solidFill>
                <a:srgbClr val="C11722"/>
              </a:solidFill>
            </a:ln>
          </p:spPr>
          <p:style>
            <a:lnRef idx="1">
              <a:schemeClr val="accent1"/>
            </a:lnRef>
            <a:fillRef idx="0">
              <a:schemeClr val="accent1"/>
            </a:fillRef>
            <a:effectRef idx="0">
              <a:schemeClr val="accent1"/>
            </a:effectRef>
            <a:fontRef idx="minor">
              <a:schemeClr val="tx1"/>
            </a:fontRef>
          </p:style>
        </p:cxnSp>
        <p:cxnSp>
          <p:nvCxnSpPr>
            <p:cNvPr id="594" name="直接连接符 593"/>
            <p:cNvCxnSpPr/>
            <p:nvPr/>
          </p:nvCxnSpPr>
          <p:spPr>
            <a:xfrm>
              <a:off x="5145489" y="3979819"/>
              <a:ext cx="0" cy="544069"/>
            </a:xfrm>
            <a:prstGeom prst="line">
              <a:avLst/>
            </a:prstGeom>
            <a:ln w="28575">
              <a:solidFill>
                <a:srgbClr val="2691A5"/>
              </a:solidFill>
            </a:ln>
          </p:spPr>
          <p:style>
            <a:lnRef idx="1">
              <a:schemeClr val="accent1"/>
            </a:lnRef>
            <a:fillRef idx="0">
              <a:schemeClr val="accent1"/>
            </a:fillRef>
            <a:effectRef idx="0">
              <a:schemeClr val="accent1"/>
            </a:effectRef>
            <a:fontRef idx="minor">
              <a:schemeClr val="tx1"/>
            </a:fontRef>
          </p:style>
        </p:cxnSp>
        <p:cxnSp>
          <p:nvCxnSpPr>
            <p:cNvPr id="595" name="直接连接符 594"/>
            <p:cNvCxnSpPr/>
            <p:nvPr/>
          </p:nvCxnSpPr>
          <p:spPr>
            <a:xfrm>
              <a:off x="7899267" y="3979819"/>
              <a:ext cx="0" cy="544069"/>
            </a:xfrm>
            <a:prstGeom prst="line">
              <a:avLst/>
            </a:prstGeom>
            <a:ln w="28575">
              <a:solidFill>
                <a:srgbClr val="298D73"/>
              </a:solidFill>
            </a:ln>
          </p:spPr>
          <p:style>
            <a:lnRef idx="1">
              <a:schemeClr val="accent1"/>
            </a:lnRef>
            <a:fillRef idx="0">
              <a:schemeClr val="accent1"/>
            </a:fillRef>
            <a:effectRef idx="0">
              <a:schemeClr val="accent1"/>
            </a:effectRef>
            <a:fontRef idx="minor">
              <a:schemeClr val="tx1"/>
            </a:fontRef>
          </p:style>
        </p:cxnSp>
      </p:grpSp>
      <p:sp>
        <p:nvSpPr>
          <p:cNvPr id="616" name="文本框 615"/>
          <p:cNvSpPr txBox="1"/>
          <p:nvPr/>
        </p:nvSpPr>
        <p:spPr>
          <a:xfrm>
            <a:off x="2988681" y="1636071"/>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22" name="Freeform 31"/>
          <p:cNvSpPr>
            <a:spLocks/>
          </p:cNvSpPr>
          <p:nvPr/>
        </p:nvSpPr>
        <p:spPr bwMode="auto">
          <a:xfrm>
            <a:off x="3735590" y="1124744"/>
            <a:ext cx="432000" cy="432000"/>
          </a:xfrm>
          <a:custGeom>
            <a:avLst/>
            <a:gdLst>
              <a:gd name="T0" fmla="*/ 58 w 116"/>
              <a:gd name="T1" fmla="*/ 100 h 115"/>
              <a:gd name="T2" fmla="*/ 48 w 116"/>
              <a:gd name="T3" fmla="*/ 103 h 115"/>
              <a:gd name="T4" fmla="*/ 29 w 116"/>
              <a:gd name="T5" fmla="*/ 114 h 115"/>
              <a:gd name="T6" fmla="*/ 26 w 116"/>
              <a:gd name="T7" fmla="*/ 115 h 115"/>
              <a:gd name="T8" fmla="*/ 21 w 116"/>
              <a:gd name="T9" fmla="*/ 111 h 115"/>
              <a:gd name="T10" fmla="*/ 22 w 116"/>
              <a:gd name="T11" fmla="*/ 105 h 115"/>
              <a:gd name="T12" fmla="*/ 25 w 116"/>
              <a:gd name="T13" fmla="*/ 83 h 115"/>
              <a:gd name="T14" fmla="*/ 24 w 116"/>
              <a:gd name="T15" fmla="*/ 74 h 115"/>
              <a:gd name="T16" fmla="*/ 19 w 116"/>
              <a:gd name="T17" fmla="*/ 65 h 115"/>
              <a:gd name="T18" fmla="*/ 4 w 116"/>
              <a:gd name="T19" fmla="*/ 50 h 115"/>
              <a:gd name="T20" fmla="*/ 1 w 116"/>
              <a:gd name="T21" fmla="*/ 47 h 115"/>
              <a:gd name="T22" fmla="*/ 3 w 116"/>
              <a:gd name="T23" fmla="*/ 42 h 115"/>
              <a:gd name="T24" fmla="*/ 8 w 116"/>
              <a:gd name="T25" fmla="*/ 40 h 115"/>
              <a:gd name="T26" fmla="*/ 29 w 116"/>
              <a:gd name="T27" fmla="*/ 37 h 115"/>
              <a:gd name="T28" fmla="*/ 39 w 116"/>
              <a:gd name="T29" fmla="*/ 32 h 115"/>
              <a:gd name="T30" fmla="*/ 44 w 116"/>
              <a:gd name="T31" fmla="*/ 25 h 115"/>
              <a:gd name="T32" fmla="*/ 54 w 116"/>
              <a:gd name="T33" fmla="*/ 5 h 115"/>
              <a:gd name="T34" fmla="*/ 55 w 116"/>
              <a:gd name="T35" fmla="*/ 2 h 115"/>
              <a:gd name="T36" fmla="*/ 61 w 116"/>
              <a:gd name="T37" fmla="*/ 2 h 115"/>
              <a:gd name="T38" fmla="*/ 63 w 116"/>
              <a:gd name="T39" fmla="*/ 5 h 115"/>
              <a:gd name="T40" fmla="*/ 73 w 116"/>
              <a:gd name="T41" fmla="*/ 26 h 115"/>
              <a:gd name="T42" fmla="*/ 89 w 116"/>
              <a:gd name="T43" fmla="*/ 37 h 115"/>
              <a:gd name="T44" fmla="*/ 111 w 116"/>
              <a:gd name="T45" fmla="*/ 41 h 115"/>
              <a:gd name="T46" fmla="*/ 113 w 116"/>
              <a:gd name="T47" fmla="*/ 42 h 115"/>
              <a:gd name="T48" fmla="*/ 115 w 116"/>
              <a:gd name="T49" fmla="*/ 47 h 115"/>
              <a:gd name="T50" fmla="*/ 113 w 116"/>
              <a:gd name="T51" fmla="*/ 50 h 115"/>
              <a:gd name="T52" fmla="*/ 97 w 116"/>
              <a:gd name="T53" fmla="*/ 66 h 115"/>
              <a:gd name="T54" fmla="*/ 91 w 116"/>
              <a:gd name="T55" fmla="*/ 85 h 115"/>
              <a:gd name="T56" fmla="*/ 95 w 116"/>
              <a:gd name="T57" fmla="*/ 109 h 115"/>
              <a:gd name="T58" fmla="*/ 95 w 116"/>
              <a:gd name="T59" fmla="*/ 111 h 115"/>
              <a:gd name="T60" fmla="*/ 90 w 116"/>
              <a:gd name="T61" fmla="*/ 115 h 115"/>
              <a:gd name="T62" fmla="*/ 87 w 116"/>
              <a:gd name="T63" fmla="*/ 113 h 115"/>
              <a:gd name="T64" fmla="*/ 68 w 116"/>
              <a:gd name="T65" fmla="*/ 103 h 115"/>
              <a:gd name="T66" fmla="*/ 58 w 116"/>
              <a:gd name="T67" fmla="*/ 10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15">
                <a:moveTo>
                  <a:pt x="58" y="100"/>
                </a:moveTo>
                <a:cubicBezTo>
                  <a:pt x="55" y="101"/>
                  <a:pt x="51" y="101"/>
                  <a:pt x="48" y="103"/>
                </a:cubicBezTo>
                <a:cubicBezTo>
                  <a:pt x="42" y="107"/>
                  <a:pt x="35" y="110"/>
                  <a:pt x="29" y="114"/>
                </a:cubicBezTo>
                <a:cubicBezTo>
                  <a:pt x="28" y="114"/>
                  <a:pt x="27" y="115"/>
                  <a:pt x="26" y="115"/>
                </a:cubicBezTo>
                <a:cubicBezTo>
                  <a:pt x="23" y="115"/>
                  <a:pt x="21" y="114"/>
                  <a:pt x="21" y="111"/>
                </a:cubicBezTo>
                <a:cubicBezTo>
                  <a:pt x="21" y="109"/>
                  <a:pt x="22" y="107"/>
                  <a:pt x="22" y="105"/>
                </a:cubicBezTo>
                <a:cubicBezTo>
                  <a:pt x="23" y="98"/>
                  <a:pt x="24" y="91"/>
                  <a:pt x="25" y="83"/>
                </a:cubicBezTo>
                <a:cubicBezTo>
                  <a:pt x="26" y="80"/>
                  <a:pt x="25" y="77"/>
                  <a:pt x="24" y="74"/>
                </a:cubicBezTo>
                <a:cubicBezTo>
                  <a:pt x="23" y="71"/>
                  <a:pt x="21" y="68"/>
                  <a:pt x="19" y="65"/>
                </a:cubicBezTo>
                <a:cubicBezTo>
                  <a:pt x="14" y="60"/>
                  <a:pt x="9" y="55"/>
                  <a:pt x="4" y="50"/>
                </a:cubicBezTo>
                <a:cubicBezTo>
                  <a:pt x="3" y="49"/>
                  <a:pt x="2" y="48"/>
                  <a:pt x="1" y="47"/>
                </a:cubicBezTo>
                <a:cubicBezTo>
                  <a:pt x="0" y="45"/>
                  <a:pt x="1" y="43"/>
                  <a:pt x="3" y="42"/>
                </a:cubicBezTo>
                <a:cubicBezTo>
                  <a:pt x="5" y="41"/>
                  <a:pt x="6" y="41"/>
                  <a:pt x="8" y="40"/>
                </a:cubicBezTo>
                <a:cubicBezTo>
                  <a:pt x="15" y="39"/>
                  <a:pt x="22" y="38"/>
                  <a:pt x="29" y="37"/>
                </a:cubicBezTo>
                <a:cubicBezTo>
                  <a:pt x="33" y="36"/>
                  <a:pt x="37" y="34"/>
                  <a:pt x="39" y="32"/>
                </a:cubicBezTo>
                <a:cubicBezTo>
                  <a:pt x="41" y="30"/>
                  <a:pt x="43" y="28"/>
                  <a:pt x="44" y="25"/>
                </a:cubicBezTo>
                <a:cubicBezTo>
                  <a:pt x="47" y="18"/>
                  <a:pt x="50" y="11"/>
                  <a:pt x="54" y="5"/>
                </a:cubicBezTo>
                <a:cubicBezTo>
                  <a:pt x="54" y="4"/>
                  <a:pt x="55" y="3"/>
                  <a:pt x="55" y="2"/>
                </a:cubicBezTo>
                <a:cubicBezTo>
                  <a:pt x="57" y="0"/>
                  <a:pt x="59" y="0"/>
                  <a:pt x="61" y="2"/>
                </a:cubicBezTo>
                <a:cubicBezTo>
                  <a:pt x="62" y="3"/>
                  <a:pt x="62" y="4"/>
                  <a:pt x="63" y="5"/>
                </a:cubicBezTo>
                <a:cubicBezTo>
                  <a:pt x="66" y="12"/>
                  <a:pt x="69" y="19"/>
                  <a:pt x="73" y="26"/>
                </a:cubicBezTo>
                <a:cubicBezTo>
                  <a:pt x="76" y="32"/>
                  <a:pt x="81" y="36"/>
                  <a:pt x="89" y="37"/>
                </a:cubicBezTo>
                <a:cubicBezTo>
                  <a:pt x="96" y="39"/>
                  <a:pt x="104" y="40"/>
                  <a:pt x="111" y="41"/>
                </a:cubicBezTo>
                <a:cubicBezTo>
                  <a:pt x="112" y="41"/>
                  <a:pt x="113" y="41"/>
                  <a:pt x="113" y="42"/>
                </a:cubicBezTo>
                <a:cubicBezTo>
                  <a:pt x="115" y="43"/>
                  <a:pt x="116" y="45"/>
                  <a:pt x="115" y="47"/>
                </a:cubicBezTo>
                <a:cubicBezTo>
                  <a:pt x="114" y="48"/>
                  <a:pt x="114" y="49"/>
                  <a:pt x="113" y="50"/>
                </a:cubicBezTo>
                <a:cubicBezTo>
                  <a:pt x="108" y="55"/>
                  <a:pt x="102" y="61"/>
                  <a:pt x="97" y="66"/>
                </a:cubicBezTo>
                <a:cubicBezTo>
                  <a:pt x="92" y="71"/>
                  <a:pt x="90" y="78"/>
                  <a:pt x="91" y="85"/>
                </a:cubicBezTo>
                <a:cubicBezTo>
                  <a:pt x="92" y="93"/>
                  <a:pt x="94" y="101"/>
                  <a:pt x="95" y="109"/>
                </a:cubicBezTo>
                <a:cubicBezTo>
                  <a:pt x="95" y="109"/>
                  <a:pt x="95" y="110"/>
                  <a:pt x="95" y="111"/>
                </a:cubicBezTo>
                <a:cubicBezTo>
                  <a:pt x="95" y="114"/>
                  <a:pt x="93" y="115"/>
                  <a:pt x="90" y="115"/>
                </a:cubicBezTo>
                <a:cubicBezTo>
                  <a:pt x="89" y="114"/>
                  <a:pt x="88" y="114"/>
                  <a:pt x="87" y="113"/>
                </a:cubicBezTo>
                <a:cubicBezTo>
                  <a:pt x="81" y="110"/>
                  <a:pt x="75" y="107"/>
                  <a:pt x="68" y="103"/>
                </a:cubicBezTo>
                <a:cubicBezTo>
                  <a:pt x="65" y="101"/>
                  <a:pt x="62" y="101"/>
                  <a:pt x="58" y="100"/>
                </a:cubicBezTo>
                <a:close/>
              </a:path>
            </a:pathLst>
          </a:custGeom>
          <a:solidFill>
            <a:srgbClr val="BE9802"/>
          </a:solidFill>
          <a:ln>
            <a:no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623" name="Group 15"/>
          <p:cNvGrpSpPr>
            <a:grpSpLocks noChangeAspect="1"/>
          </p:cNvGrpSpPr>
          <p:nvPr/>
        </p:nvGrpSpPr>
        <p:grpSpPr bwMode="auto">
          <a:xfrm>
            <a:off x="6422839" y="1155297"/>
            <a:ext cx="495269" cy="468000"/>
            <a:chOff x="864" y="477"/>
            <a:chExt cx="563" cy="532"/>
          </a:xfrm>
          <a:solidFill>
            <a:srgbClr val="5F8A21"/>
          </a:solidFill>
        </p:grpSpPr>
        <p:sp>
          <p:nvSpPr>
            <p:cNvPr id="624" name="Freeform 17"/>
            <p:cNvSpPr>
              <a:spLocks/>
            </p:cNvSpPr>
            <p:nvPr/>
          </p:nvSpPr>
          <p:spPr bwMode="auto">
            <a:xfrm>
              <a:off x="912" y="477"/>
              <a:ext cx="515" cy="532"/>
            </a:xfrm>
            <a:custGeom>
              <a:avLst/>
              <a:gdLst>
                <a:gd name="T0" fmla="*/ 66 w 216"/>
                <a:gd name="T1" fmla="*/ 37 h 223"/>
                <a:gd name="T2" fmla="*/ 65 w 216"/>
                <a:gd name="T3" fmla="*/ 36 h 223"/>
                <a:gd name="T4" fmla="*/ 62 w 216"/>
                <a:gd name="T5" fmla="*/ 32 h 223"/>
                <a:gd name="T6" fmla="*/ 50 w 216"/>
                <a:gd name="T7" fmla="*/ 24 h 223"/>
                <a:gd name="T8" fmla="*/ 49 w 216"/>
                <a:gd name="T9" fmla="*/ 23 h 223"/>
                <a:gd name="T10" fmla="*/ 172 w 216"/>
                <a:gd name="T11" fmla="*/ 34 h 223"/>
                <a:gd name="T12" fmla="*/ 185 w 216"/>
                <a:gd name="T13" fmla="*/ 170 h 223"/>
                <a:gd name="T14" fmla="*/ 52 w 216"/>
                <a:gd name="T15" fmla="*/ 197 h 223"/>
                <a:gd name="T16" fmla="*/ 6 w 216"/>
                <a:gd name="T17" fmla="*/ 140 h 223"/>
                <a:gd name="T18" fmla="*/ 3 w 216"/>
                <a:gd name="T19" fmla="*/ 92 h 223"/>
                <a:gd name="T20" fmla="*/ 15 w 216"/>
                <a:gd name="T21" fmla="*/ 99 h 223"/>
                <a:gd name="T22" fmla="*/ 18 w 216"/>
                <a:gd name="T23" fmla="*/ 102 h 223"/>
                <a:gd name="T24" fmla="*/ 22 w 216"/>
                <a:gd name="T25" fmla="*/ 102 h 223"/>
                <a:gd name="T26" fmla="*/ 55 w 216"/>
                <a:gd name="T27" fmla="*/ 175 h 223"/>
                <a:gd name="T28" fmla="*/ 116 w 216"/>
                <a:gd name="T29" fmla="*/ 190 h 223"/>
                <a:gd name="T30" fmla="*/ 183 w 216"/>
                <a:gd name="T31" fmla="*/ 88 h 223"/>
                <a:gd name="T32" fmla="*/ 166 w 216"/>
                <a:gd name="T33" fmla="*/ 56 h 223"/>
                <a:gd name="T34" fmla="*/ 136 w 216"/>
                <a:gd name="T35" fmla="*/ 34 h 223"/>
                <a:gd name="T36" fmla="*/ 101 w 216"/>
                <a:gd name="T37" fmla="*/ 27 h 223"/>
                <a:gd name="T38" fmla="*/ 66 w 216"/>
                <a:gd name="T39" fmla="*/ 37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223">
                  <a:moveTo>
                    <a:pt x="66" y="37"/>
                  </a:moveTo>
                  <a:cubicBezTo>
                    <a:pt x="65" y="36"/>
                    <a:pt x="65" y="36"/>
                    <a:pt x="65" y="36"/>
                  </a:cubicBezTo>
                  <a:cubicBezTo>
                    <a:pt x="66" y="34"/>
                    <a:pt x="64" y="33"/>
                    <a:pt x="62" y="32"/>
                  </a:cubicBezTo>
                  <a:cubicBezTo>
                    <a:pt x="58" y="30"/>
                    <a:pt x="54" y="27"/>
                    <a:pt x="50" y="24"/>
                  </a:cubicBezTo>
                  <a:cubicBezTo>
                    <a:pt x="50" y="24"/>
                    <a:pt x="50" y="23"/>
                    <a:pt x="49" y="23"/>
                  </a:cubicBezTo>
                  <a:cubicBezTo>
                    <a:pt x="83" y="1"/>
                    <a:pt x="135" y="0"/>
                    <a:pt x="172" y="34"/>
                  </a:cubicBezTo>
                  <a:cubicBezTo>
                    <a:pt x="211" y="70"/>
                    <a:pt x="216" y="129"/>
                    <a:pt x="185" y="170"/>
                  </a:cubicBezTo>
                  <a:cubicBezTo>
                    <a:pt x="154" y="212"/>
                    <a:pt x="97" y="223"/>
                    <a:pt x="52" y="197"/>
                  </a:cubicBezTo>
                  <a:cubicBezTo>
                    <a:pt x="29" y="183"/>
                    <a:pt x="14" y="164"/>
                    <a:pt x="6" y="140"/>
                  </a:cubicBezTo>
                  <a:cubicBezTo>
                    <a:pt x="2" y="126"/>
                    <a:pt x="0" y="100"/>
                    <a:pt x="3" y="92"/>
                  </a:cubicBezTo>
                  <a:cubicBezTo>
                    <a:pt x="7" y="94"/>
                    <a:pt x="11" y="97"/>
                    <a:pt x="15" y="99"/>
                  </a:cubicBezTo>
                  <a:cubicBezTo>
                    <a:pt x="16" y="100"/>
                    <a:pt x="17" y="101"/>
                    <a:pt x="18" y="102"/>
                  </a:cubicBezTo>
                  <a:cubicBezTo>
                    <a:pt x="19" y="102"/>
                    <a:pt x="21" y="102"/>
                    <a:pt x="22" y="102"/>
                  </a:cubicBezTo>
                  <a:cubicBezTo>
                    <a:pt x="20" y="132"/>
                    <a:pt x="31" y="156"/>
                    <a:pt x="55" y="175"/>
                  </a:cubicBezTo>
                  <a:cubicBezTo>
                    <a:pt x="73" y="188"/>
                    <a:pt x="94" y="193"/>
                    <a:pt x="116" y="190"/>
                  </a:cubicBezTo>
                  <a:cubicBezTo>
                    <a:pt x="164" y="182"/>
                    <a:pt x="195" y="135"/>
                    <a:pt x="183" y="88"/>
                  </a:cubicBezTo>
                  <a:cubicBezTo>
                    <a:pt x="179" y="76"/>
                    <a:pt x="174" y="65"/>
                    <a:pt x="166" y="56"/>
                  </a:cubicBezTo>
                  <a:cubicBezTo>
                    <a:pt x="158" y="47"/>
                    <a:pt x="148" y="39"/>
                    <a:pt x="136" y="34"/>
                  </a:cubicBezTo>
                  <a:cubicBezTo>
                    <a:pt x="125" y="29"/>
                    <a:pt x="113" y="27"/>
                    <a:pt x="101" y="27"/>
                  </a:cubicBezTo>
                  <a:cubicBezTo>
                    <a:pt x="88" y="28"/>
                    <a:pt x="77" y="31"/>
                    <a:pt x="6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5" name="Freeform 18"/>
            <p:cNvSpPr>
              <a:spLocks/>
            </p:cNvSpPr>
            <p:nvPr/>
          </p:nvSpPr>
          <p:spPr bwMode="auto">
            <a:xfrm>
              <a:off x="864" y="508"/>
              <a:ext cx="339" cy="272"/>
            </a:xfrm>
            <a:custGeom>
              <a:avLst/>
              <a:gdLst>
                <a:gd name="T0" fmla="*/ 123 w 142"/>
                <a:gd name="T1" fmla="*/ 114 h 114"/>
                <a:gd name="T2" fmla="*/ 114 w 142"/>
                <a:gd name="T3" fmla="*/ 111 h 114"/>
                <a:gd name="T4" fmla="*/ 86 w 142"/>
                <a:gd name="T5" fmla="*/ 92 h 114"/>
                <a:gd name="T6" fmla="*/ 60 w 142"/>
                <a:gd name="T7" fmla="*/ 75 h 114"/>
                <a:gd name="T8" fmla="*/ 57 w 142"/>
                <a:gd name="T9" fmla="*/ 74 h 114"/>
                <a:gd name="T10" fmla="*/ 42 w 142"/>
                <a:gd name="T11" fmla="*/ 78 h 114"/>
                <a:gd name="T12" fmla="*/ 40 w 142"/>
                <a:gd name="T13" fmla="*/ 78 h 114"/>
                <a:gd name="T14" fmla="*/ 4 w 142"/>
                <a:gd name="T15" fmla="*/ 53 h 114"/>
                <a:gd name="T16" fmla="*/ 0 w 142"/>
                <a:gd name="T17" fmla="*/ 46 h 114"/>
                <a:gd name="T18" fmla="*/ 7 w 142"/>
                <a:gd name="T19" fmla="*/ 40 h 114"/>
                <a:gd name="T20" fmla="*/ 26 w 142"/>
                <a:gd name="T21" fmla="*/ 37 h 114"/>
                <a:gd name="T22" fmla="*/ 31 w 142"/>
                <a:gd name="T23" fmla="*/ 28 h 114"/>
                <a:gd name="T24" fmla="*/ 28 w 142"/>
                <a:gd name="T25" fmla="*/ 8 h 114"/>
                <a:gd name="T26" fmla="*/ 31 w 142"/>
                <a:gd name="T27" fmla="*/ 1 h 114"/>
                <a:gd name="T28" fmla="*/ 39 w 142"/>
                <a:gd name="T29" fmla="*/ 1 h 114"/>
                <a:gd name="T30" fmla="*/ 52 w 142"/>
                <a:gd name="T31" fmla="*/ 11 h 114"/>
                <a:gd name="T32" fmla="*/ 75 w 142"/>
                <a:gd name="T33" fmla="*/ 26 h 114"/>
                <a:gd name="T34" fmla="*/ 76 w 142"/>
                <a:gd name="T35" fmla="*/ 28 h 114"/>
                <a:gd name="T36" fmla="*/ 78 w 142"/>
                <a:gd name="T37" fmla="*/ 45 h 114"/>
                <a:gd name="T38" fmla="*/ 79 w 142"/>
                <a:gd name="T39" fmla="*/ 46 h 114"/>
                <a:gd name="T40" fmla="*/ 122 w 142"/>
                <a:gd name="T41" fmla="*/ 75 h 114"/>
                <a:gd name="T42" fmla="*/ 134 w 142"/>
                <a:gd name="T43" fmla="*/ 83 h 114"/>
                <a:gd name="T44" fmla="*/ 140 w 142"/>
                <a:gd name="T45" fmla="*/ 101 h 114"/>
                <a:gd name="T46" fmla="*/ 126 w 142"/>
                <a:gd name="T47" fmla="*/ 114 h 114"/>
                <a:gd name="T48" fmla="*/ 123 w 142"/>
                <a:gd name="T4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2" h="114">
                  <a:moveTo>
                    <a:pt x="123" y="114"/>
                  </a:moveTo>
                  <a:cubicBezTo>
                    <a:pt x="120" y="114"/>
                    <a:pt x="117" y="113"/>
                    <a:pt x="114" y="111"/>
                  </a:cubicBezTo>
                  <a:cubicBezTo>
                    <a:pt x="105" y="105"/>
                    <a:pt x="95" y="98"/>
                    <a:pt x="86" y="92"/>
                  </a:cubicBezTo>
                  <a:cubicBezTo>
                    <a:pt x="77" y="86"/>
                    <a:pt x="69" y="81"/>
                    <a:pt x="60" y="75"/>
                  </a:cubicBezTo>
                  <a:cubicBezTo>
                    <a:pt x="59" y="74"/>
                    <a:pt x="58" y="74"/>
                    <a:pt x="57" y="74"/>
                  </a:cubicBezTo>
                  <a:cubicBezTo>
                    <a:pt x="52" y="76"/>
                    <a:pt x="47" y="77"/>
                    <a:pt x="42" y="78"/>
                  </a:cubicBezTo>
                  <a:cubicBezTo>
                    <a:pt x="41" y="78"/>
                    <a:pt x="40" y="78"/>
                    <a:pt x="40" y="78"/>
                  </a:cubicBezTo>
                  <a:cubicBezTo>
                    <a:pt x="28" y="70"/>
                    <a:pt x="16" y="62"/>
                    <a:pt x="4" y="53"/>
                  </a:cubicBezTo>
                  <a:cubicBezTo>
                    <a:pt x="1" y="51"/>
                    <a:pt x="0" y="49"/>
                    <a:pt x="0" y="46"/>
                  </a:cubicBezTo>
                  <a:cubicBezTo>
                    <a:pt x="1" y="43"/>
                    <a:pt x="3" y="41"/>
                    <a:pt x="7" y="40"/>
                  </a:cubicBezTo>
                  <a:cubicBezTo>
                    <a:pt x="13" y="39"/>
                    <a:pt x="19" y="38"/>
                    <a:pt x="26" y="37"/>
                  </a:cubicBezTo>
                  <a:cubicBezTo>
                    <a:pt x="30" y="36"/>
                    <a:pt x="32" y="32"/>
                    <a:pt x="31" y="28"/>
                  </a:cubicBezTo>
                  <a:cubicBezTo>
                    <a:pt x="30" y="21"/>
                    <a:pt x="29" y="15"/>
                    <a:pt x="28" y="8"/>
                  </a:cubicBezTo>
                  <a:cubicBezTo>
                    <a:pt x="27" y="5"/>
                    <a:pt x="28" y="3"/>
                    <a:pt x="31" y="1"/>
                  </a:cubicBezTo>
                  <a:cubicBezTo>
                    <a:pt x="33" y="0"/>
                    <a:pt x="36" y="0"/>
                    <a:pt x="39" y="1"/>
                  </a:cubicBezTo>
                  <a:cubicBezTo>
                    <a:pt x="43" y="4"/>
                    <a:pt x="48" y="7"/>
                    <a:pt x="52" y="11"/>
                  </a:cubicBezTo>
                  <a:cubicBezTo>
                    <a:pt x="60" y="16"/>
                    <a:pt x="67" y="21"/>
                    <a:pt x="75" y="26"/>
                  </a:cubicBezTo>
                  <a:cubicBezTo>
                    <a:pt x="75" y="26"/>
                    <a:pt x="76" y="27"/>
                    <a:pt x="76" y="28"/>
                  </a:cubicBezTo>
                  <a:cubicBezTo>
                    <a:pt x="77" y="34"/>
                    <a:pt x="77" y="39"/>
                    <a:pt x="78" y="45"/>
                  </a:cubicBezTo>
                  <a:cubicBezTo>
                    <a:pt x="78" y="45"/>
                    <a:pt x="79" y="46"/>
                    <a:pt x="79" y="46"/>
                  </a:cubicBezTo>
                  <a:cubicBezTo>
                    <a:pt x="94" y="56"/>
                    <a:pt x="108" y="65"/>
                    <a:pt x="122" y="75"/>
                  </a:cubicBezTo>
                  <a:cubicBezTo>
                    <a:pt x="126" y="78"/>
                    <a:pt x="130" y="80"/>
                    <a:pt x="134" y="83"/>
                  </a:cubicBezTo>
                  <a:cubicBezTo>
                    <a:pt x="139" y="87"/>
                    <a:pt x="142" y="94"/>
                    <a:pt x="140" y="101"/>
                  </a:cubicBezTo>
                  <a:cubicBezTo>
                    <a:pt x="138" y="107"/>
                    <a:pt x="132" y="113"/>
                    <a:pt x="126" y="114"/>
                  </a:cubicBezTo>
                  <a:cubicBezTo>
                    <a:pt x="125" y="114"/>
                    <a:pt x="124" y="114"/>
                    <a:pt x="123"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6" name="Freeform 19"/>
            <p:cNvSpPr>
              <a:spLocks/>
            </p:cNvSpPr>
            <p:nvPr/>
          </p:nvSpPr>
          <p:spPr bwMode="auto">
            <a:xfrm>
              <a:off x="1017" y="589"/>
              <a:ext cx="291" cy="301"/>
            </a:xfrm>
            <a:custGeom>
              <a:avLst/>
              <a:gdLst>
                <a:gd name="T0" fmla="*/ 2 w 122"/>
                <a:gd name="T1" fmla="*/ 57 h 126"/>
                <a:gd name="T2" fmla="*/ 3 w 122"/>
                <a:gd name="T3" fmla="*/ 58 h 126"/>
                <a:gd name="T4" fmla="*/ 22 w 122"/>
                <a:gd name="T5" fmla="*/ 70 h 126"/>
                <a:gd name="T6" fmla="*/ 23 w 122"/>
                <a:gd name="T7" fmla="*/ 72 h 126"/>
                <a:gd name="T8" fmla="*/ 50 w 122"/>
                <a:gd name="T9" fmla="*/ 98 h 126"/>
                <a:gd name="T10" fmla="*/ 87 w 122"/>
                <a:gd name="T11" fmla="*/ 88 h 126"/>
                <a:gd name="T12" fmla="*/ 97 w 122"/>
                <a:gd name="T13" fmla="*/ 58 h 126"/>
                <a:gd name="T14" fmla="*/ 76 w 122"/>
                <a:gd name="T15" fmla="*/ 29 h 126"/>
                <a:gd name="T16" fmla="*/ 57 w 122"/>
                <a:gd name="T17" fmla="*/ 25 h 126"/>
                <a:gd name="T18" fmla="*/ 56 w 122"/>
                <a:gd name="T19" fmla="*/ 25 h 126"/>
                <a:gd name="T20" fmla="*/ 49 w 122"/>
                <a:gd name="T21" fmla="*/ 23 h 126"/>
                <a:gd name="T22" fmla="*/ 33 w 122"/>
                <a:gd name="T23" fmla="*/ 12 h 126"/>
                <a:gd name="T24" fmla="*/ 32 w 122"/>
                <a:gd name="T25" fmla="*/ 11 h 126"/>
                <a:gd name="T26" fmla="*/ 102 w 122"/>
                <a:gd name="T27" fmla="*/ 23 h 126"/>
                <a:gd name="T28" fmla="*/ 106 w 122"/>
                <a:gd name="T29" fmla="*/ 96 h 126"/>
                <a:gd name="T30" fmla="*/ 35 w 122"/>
                <a:gd name="T31" fmla="*/ 114 h 126"/>
                <a:gd name="T32" fmla="*/ 2 w 122"/>
                <a:gd name="T33" fmla="*/ 5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126">
                  <a:moveTo>
                    <a:pt x="2" y="57"/>
                  </a:moveTo>
                  <a:cubicBezTo>
                    <a:pt x="3" y="57"/>
                    <a:pt x="3" y="57"/>
                    <a:pt x="3" y="58"/>
                  </a:cubicBezTo>
                  <a:cubicBezTo>
                    <a:pt x="9" y="62"/>
                    <a:pt x="16" y="66"/>
                    <a:pt x="22" y="70"/>
                  </a:cubicBezTo>
                  <a:cubicBezTo>
                    <a:pt x="23" y="71"/>
                    <a:pt x="23" y="71"/>
                    <a:pt x="23" y="72"/>
                  </a:cubicBezTo>
                  <a:cubicBezTo>
                    <a:pt x="27" y="85"/>
                    <a:pt x="36" y="95"/>
                    <a:pt x="50" y="98"/>
                  </a:cubicBezTo>
                  <a:cubicBezTo>
                    <a:pt x="64" y="102"/>
                    <a:pt x="77" y="98"/>
                    <a:pt x="87" y="88"/>
                  </a:cubicBezTo>
                  <a:cubicBezTo>
                    <a:pt x="95" y="79"/>
                    <a:pt x="98" y="69"/>
                    <a:pt x="97" y="58"/>
                  </a:cubicBezTo>
                  <a:cubicBezTo>
                    <a:pt x="95" y="45"/>
                    <a:pt x="88" y="35"/>
                    <a:pt x="76" y="29"/>
                  </a:cubicBezTo>
                  <a:cubicBezTo>
                    <a:pt x="70" y="25"/>
                    <a:pt x="64" y="24"/>
                    <a:pt x="57" y="25"/>
                  </a:cubicBezTo>
                  <a:cubicBezTo>
                    <a:pt x="57" y="25"/>
                    <a:pt x="56" y="25"/>
                    <a:pt x="56" y="25"/>
                  </a:cubicBezTo>
                  <a:cubicBezTo>
                    <a:pt x="54" y="26"/>
                    <a:pt x="51" y="25"/>
                    <a:pt x="49" y="23"/>
                  </a:cubicBezTo>
                  <a:cubicBezTo>
                    <a:pt x="44" y="19"/>
                    <a:pt x="39" y="16"/>
                    <a:pt x="33" y="12"/>
                  </a:cubicBezTo>
                  <a:cubicBezTo>
                    <a:pt x="33" y="12"/>
                    <a:pt x="33" y="12"/>
                    <a:pt x="32" y="11"/>
                  </a:cubicBezTo>
                  <a:cubicBezTo>
                    <a:pt x="53" y="0"/>
                    <a:pt x="82" y="2"/>
                    <a:pt x="102" y="23"/>
                  </a:cubicBezTo>
                  <a:cubicBezTo>
                    <a:pt x="120" y="43"/>
                    <a:pt x="122" y="73"/>
                    <a:pt x="106" y="96"/>
                  </a:cubicBezTo>
                  <a:cubicBezTo>
                    <a:pt x="90" y="118"/>
                    <a:pt x="61" y="126"/>
                    <a:pt x="35" y="114"/>
                  </a:cubicBezTo>
                  <a:cubicBezTo>
                    <a:pt x="10" y="102"/>
                    <a:pt x="0" y="77"/>
                    <a:pt x="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627" name="Freeform 6"/>
          <p:cNvSpPr>
            <a:spLocks noEditPoints="1"/>
          </p:cNvSpPr>
          <p:nvPr/>
        </p:nvSpPr>
        <p:spPr bwMode="auto">
          <a:xfrm>
            <a:off x="2395795" y="5656964"/>
            <a:ext cx="432000" cy="396000"/>
          </a:xfrm>
          <a:custGeom>
            <a:avLst/>
            <a:gdLst>
              <a:gd name="T0" fmla="*/ 222 w 332"/>
              <a:gd name="T1" fmla="*/ 312 h 312"/>
              <a:gd name="T2" fmla="*/ 205 w 332"/>
              <a:gd name="T3" fmla="*/ 304 h 312"/>
              <a:gd name="T4" fmla="*/ 158 w 332"/>
              <a:gd name="T5" fmla="*/ 287 h 312"/>
              <a:gd name="T6" fmla="*/ 126 w 332"/>
              <a:gd name="T7" fmla="*/ 304 h 312"/>
              <a:gd name="T8" fmla="*/ 106 w 332"/>
              <a:gd name="T9" fmla="*/ 311 h 312"/>
              <a:gd name="T10" fmla="*/ 99 w 332"/>
              <a:gd name="T11" fmla="*/ 309 h 312"/>
              <a:gd name="T12" fmla="*/ 66 w 332"/>
              <a:gd name="T13" fmla="*/ 289 h 312"/>
              <a:gd name="T14" fmla="*/ 57 w 332"/>
              <a:gd name="T15" fmla="*/ 265 h 312"/>
              <a:gd name="T16" fmla="*/ 60 w 332"/>
              <a:gd name="T17" fmla="*/ 247 h 312"/>
              <a:gd name="T18" fmla="*/ 49 w 332"/>
              <a:gd name="T19" fmla="*/ 216 h 312"/>
              <a:gd name="T20" fmla="*/ 23 w 332"/>
              <a:gd name="T21" fmla="*/ 197 h 312"/>
              <a:gd name="T22" fmla="*/ 18 w 332"/>
              <a:gd name="T23" fmla="*/ 196 h 312"/>
              <a:gd name="T24" fmla="*/ 1 w 332"/>
              <a:gd name="T25" fmla="*/ 176 h 312"/>
              <a:gd name="T26" fmla="*/ 1 w 332"/>
              <a:gd name="T27" fmla="*/ 137 h 312"/>
              <a:gd name="T28" fmla="*/ 18 w 332"/>
              <a:gd name="T29" fmla="*/ 117 h 312"/>
              <a:gd name="T30" fmla="*/ 60 w 332"/>
              <a:gd name="T31" fmla="*/ 73 h 312"/>
              <a:gd name="T32" fmla="*/ 58 w 332"/>
              <a:gd name="T33" fmla="*/ 49 h 312"/>
              <a:gd name="T34" fmla="*/ 61 w 332"/>
              <a:gd name="T35" fmla="*/ 28 h 312"/>
              <a:gd name="T36" fmla="*/ 67 w 332"/>
              <a:gd name="T37" fmla="*/ 23 h 312"/>
              <a:gd name="T38" fmla="*/ 101 w 332"/>
              <a:gd name="T39" fmla="*/ 3 h 312"/>
              <a:gd name="T40" fmla="*/ 126 w 332"/>
              <a:gd name="T41" fmla="*/ 8 h 312"/>
              <a:gd name="T42" fmla="*/ 144 w 332"/>
              <a:gd name="T43" fmla="*/ 22 h 312"/>
              <a:gd name="T44" fmla="*/ 174 w 332"/>
              <a:gd name="T45" fmla="*/ 26 h 312"/>
              <a:gd name="T46" fmla="*/ 202 w 332"/>
              <a:gd name="T47" fmla="*/ 12 h 312"/>
              <a:gd name="T48" fmla="*/ 207 w 332"/>
              <a:gd name="T49" fmla="*/ 7 h 312"/>
              <a:gd name="T50" fmla="*/ 230 w 332"/>
              <a:gd name="T51" fmla="*/ 3 h 312"/>
              <a:gd name="T52" fmla="*/ 266 w 332"/>
              <a:gd name="T53" fmla="*/ 24 h 312"/>
              <a:gd name="T54" fmla="*/ 274 w 332"/>
              <a:gd name="T55" fmla="*/ 47 h 312"/>
              <a:gd name="T56" fmla="*/ 274 w 332"/>
              <a:gd name="T57" fmla="*/ 81 h 312"/>
              <a:gd name="T58" fmla="*/ 297 w 332"/>
              <a:gd name="T59" fmla="*/ 110 h 312"/>
              <a:gd name="T60" fmla="*/ 314 w 332"/>
              <a:gd name="T61" fmla="*/ 117 h 312"/>
              <a:gd name="T62" fmla="*/ 331 w 332"/>
              <a:gd name="T63" fmla="*/ 136 h 312"/>
              <a:gd name="T64" fmla="*/ 331 w 332"/>
              <a:gd name="T65" fmla="*/ 178 h 312"/>
              <a:gd name="T66" fmla="*/ 322 w 332"/>
              <a:gd name="T67" fmla="*/ 192 h 312"/>
              <a:gd name="T68" fmla="*/ 312 w 332"/>
              <a:gd name="T69" fmla="*/ 196 h 312"/>
              <a:gd name="T70" fmla="*/ 278 w 332"/>
              <a:gd name="T71" fmla="*/ 223 h 312"/>
              <a:gd name="T72" fmla="*/ 274 w 332"/>
              <a:gd name="T73" fmla="*/ 265 h 312"/>
              <a:gd name="T74" fmla="*/ 266 w 332"/>
              <a:gd name="T75" fmla="*/ 290 h 312"/>
              <a:gd name="T76" fmla="*/ 229 w 332"/>
              <a:gd name="T77" fmla="*/ 310 h 312"/>
              <a:gd name="T78" fmla="*/ 222 w 332"/>
              <a:gd name="T79" fmla="*/ 312 h 312"/>
              <a:gd name="T80" fmla="*/ 166 w 332"/>
              <a:gd name="T81" fmla="*/ 223 h 312"/>
              <a:gd name="T82" fmla="*/ 232 w 332"/>
              <a:gd name="T83" fmla="*/ 157 h 312"/>
              <a:gd name="T84" fmla="*/ 166 w 332"/>
              <a:gd name="T85" fmla="*/ 90 h 312"/>
              <a:gd name="T86" fmla="*/ 100 w 332"/>
              <a:gd name="T87" fmla="*/ 156 h 312"/>
              <a:gd name="T88" fmla="*/ 166 w 332"/>
              <a:gd name="T89" fmla="*/ 22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32" h="312">
                <a:moveTo>
                  <a:pt x="222" y="312"/>
                </a:moveTo>
                <a:cubicBezTo>
                  <a:pt x="215" y="311"/>
                  <a:pt x="210" y="309"/>
                  <a:pt x="205" y="304"/>
                </a:cubicBezTo>
                <a:cubicBezTo>
                  <a:pt x="192" y="290"/>
                  <a:pt x="176" y="285"/>
                  <a:pt x="158" y="287"/>
                </a:cubicBezTo>
                <a:cubicBezTo>
                  <a:pt x="145" y="289"/>
                  <a:pt x="135" y="295"/>
                  <a:pt x="126" y="304"/>
                </a:cubicBezTo>
                <a:cubicBezTo>
                  <a:pt x="121" y="310"/>
                  <a:pt x="114" y="312"/>
                  <a:pt x="106" y="311"/>
                </a:cubicBezTo>
                <a:cubicBezTo>
                  <a:pt x="104" y="311"/>
                  <a:pt x="101" y="310"/>
                  <a:pt x="99" y="309"/>
                </a:cubicBezTo>
                <a:cubicBezTo>
                  <a:pt x="87" y="303"/>
                  <a:pt x="76" y="297"/>
                  <a:pt x="66" y="289"/>
                </a:cubicBezTo>
                <a:cubicBezTo>
                  <a:pt x="58" y="284"/>
                  <a:pt x="55" y="274"/>
                  <a:pt x="57" y="265"/>
                </a:cubicBezTo>
                <a:cubicBezTo>
                  <a:pt x="59" y="259"/>
                  <a:pt x="60" y="253"/>
                  <a:pt x="60" y="247"/>
                </a:cubicBezTo>
                <a:cubicBezTo>
                  <a:pt x="60" y="236"/>
                  <a:pt x="56" y="225"/>
                  <a:pt x="49" y="216"/>
                </a:cubicBezTo>
                <a:cubicBezTo>
                  <a:pt x="43" y="207"/>
                  <a:pt x="34" y="201"/>
                  <a:pt x="23" y="197"/>
                </a:cubicBezTo>
                <a:cubicBezTo>
                  <a:pt x="21" y="197"/>
                  <a:pt x="19" y="196"/>
                  <a:pt x="18" y="196"/>
                </a:cubicBezTo>
                <a:cubicBezTo>
                  <a:pt x="8" y="194"/>
                  <a:pt x="1" y="186"/>
                  <a:pt x="1" y="176"/>
                </a:cubicBezTo>
                <a:cubicBezTo>
                  <a:pt x="0" y="163"/>
                  <a:pt x="0" y="150"/>
                  <a:pt x="1" y="137"/>
                </a:cubicBezTo>
                <a:cubicBezTo>
                  <a:pt x="1" y="127"/>
                  <a:pt x="8" y="119"/>
                  <a:pt x="18" y="117"/>
                </a:cubicBezTo>
                <a:cubicBezTo>
                  <a:pt x="40" y="112"/>
                  <a:pt x="56" y="95"/>
                  <a:pt x="60" y="73"/>
                </a:cubicBezTo>
                <a:cubicBezTo>
                  <a:pt x="61" y="65"/>
                  <a:pt x="61" y="57"/>
                  <a:pt x="58" y="49"/>
                </a:cubicBezTo>
                <a:cubicBezTo>
                  <a:pt x="55" y="42"/>
                  <a:pt x="56" y="35"/>
                  <a:pt x="61" y="28"/>
                </a:cubicBezTo>
                <a:cubicBezTo>
                  <a:pt x="63" y="26"/>
                  <a:pt x="65" y="24"/>
                  <a:pt x="67" y="23"/>
                </a:cubicBezTo>
                <a:cubicBezTo>
                  <a:pt x="78" y="15"/>
                  <a:pt x="89" y="9"/>
                  <a:pt x="101" y="3"/>
                </a:cubicBezTo>
                <a:cubicBezTo>
                  <a:pt x="109" y="0"/>
                  <a:pt x="120" y="2"/>
                  <a:pt x="126" y="8"/>
                </a:cubicBezTo>
                <a:cubicBezTo>
                  <a:pt x="131" y="14"/>
                  <a:pt x="137" y="19"/>
                  <a:pt x="144" y="22"/>
                </a:cubicBezTo>
                <a:cubicBezTo>
                  <a:pt x="153" y="26"/>
                  <a:pt x="163" y="27"/>
                  <a:pt x="174" y="26"/>
                </a:cubicBezTo>
                <a:cubicBezTo>
                  <a:pt x="184" y="24"/>
                  <a:pt x="194" y="20"/>
                  <a:pt x="202" y="12"/>
                </a:cubicBezTo>
                <a:cubicBezTo>
                  <a:pt x="204" y="11"/>
                  <a:pt x="205" y="9"/>
                  <a:pt x="207" y="7"/>
                </a:cubicBezTo>
                <a:cubicBezTo>
                  <a:pt x="214" y="1"/>
                  <a:pt x="222" y="0"/>
                  <a:pt x="230" y="3"/>
                </a:cubicBezTo>
                <a:cubicBezTo>
                  <a:pt x="243" y="9"/>
                  <a:pt x="255" y="16"/>
                  <a:pt x="266" y="24"/>
                </a:cubicBezTo>
                <a:cubicBezTo>
                  <a:pt x="274" y="29"/>
                  <a:pt x="277" y="39"/>
                  <a:pt x="274" y="47"/>
                </a:cubicBezTo>
                <a:cubicBezTo>
                  <a:pt x="270" y="59"/>
                  <a:pt x="270" y="70"/>
                  <a:pt x="274" y="81"/>
                </a:cubicBezTo>
                <a:cubicBezTo>
                  <a:pt x="278" y="93"/>
                  <a:pt x="286" y="103"/>
                  <a:pt x="297" y="110"/>
                </a:cubicBezTo>
                <a:cubicBezTo>
                  <a:pt x="302" y="114"/>
                  <a:pt x="308" y="116"/>
                  <a:pt x="314" y="117"/>
                </a:cubicBezTo>
                <a:cubicBezTo>
                  <a:pt x="323" y="119"/>
                  <a:pt x="330" y="127"/>
                  <a:pt x="331" y="136"/>
                </a:cubicBezTo>
                <a:cubicBezTo>
                  <a:pt x="332" y="150"/>
                  <a:pt x="332" y="164"/>
                  <a:pt x="331" y="178"/>
                </a:cubicBezTo>
                <a:cubicBezTo>
                  <a:pt x="330" y="184"/>
                  <a:pt x="327" y="189"/>
                  <a:pt x="322" y="192"/>
                </a:cubicBezTo>
                <a:cubicBezTo>
                  <a:pt x="319" y="195"/>
                  <a:pt x="316" y="196"/>
                  <a:pt x="312" y="196"/>
                </a:cubicBezTo>
                <a:cubicBezTo>
                  <a:pt x="297" y="200"/>
                  <a:pt x="285" y="209"/>
                  <a:pt x="278" y="223"/>
                </a:cubicBezTo>
                <a:cubicBezTo>
                  <a:pt x="271" y="236"/>
                  <a:pt x="269" y="250"/>
                  <a:pt x="274" y="265"/>
                </a:cubicBezTo>
                <a:cubicBezTo>
                  <a:pt x="277" y="274"/>
                  <a:pt x="273" y="284"/>
                  <a:pt x="266" y="290"/>
                </a:cubicBezTo>
                <a:cubicBezTo>
                  <a:pt x="254" y="297"/>
                  <a:pt x="242" y="305"/>
                  <a:pt x="229" y="310"/>
                </a:cubicBezTo>
                <a:cubicBezTo>
                  <a:pt x="227" y="311"/>
                  <a:pt x="224" y="311"/>
                  <a:pt x="222" y="312"/>
                </a:cubicBezTo>
                <a:close/>
                <a:moveTo>
                  <a:pt x="166" y="223"/>
                </a:moveTo>
                <a:cubicBezTo>
                  <a:pt x="202" y="223"/>
                  <a:pt x="232" y="193"/>
                  <a:pt x="232" y="157"/>
                </a:cubicBezTo>
                <a:cubicBezTo>
                  <a:pt x="232" y="120"/>
                  <a:pt x="202" y="90"/>
                  <a:pt x="166" y="90"/>
                </a:cubicBezTo>
                <a:cubicBezTo>
                  <a:pt x="129" y="90"/>
                  <a:pt x="100" y="120"/>
                  <a:pt x="100" y="156"/>
                </a:cubicBezTo>
                <a:cubicBezTo>
                  <a:pt x="100" y="193"/>
                  <a:pt x="129" y="223"/>
                  <a:pt x="166" y="223"/>
                </a:cubicBezTo>
                <a:close/>
              </a:path>
            </a:pathLst>
          </a:custGeom>
          <a:solidFill>
            <a:srgbClr val="C11722"/>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28" name="Group 18"/>
          <p:cNvGrpSpPr>
            <a:grpSpLocks noChangeAspect="1"/>
          </p:cNvGrpSpPr>
          <p:nvPr/>
        </p:nvGrpSpPr>
        <p:grpSpPr bwMode="auto">
          <a:xfrm>
            <a:off x="5130212" y="5655745"/>
            <a:ext cx="421207" cy="396000"/>
            <a:chOff x="2647" y="2985"/>
            <a:chExt cx="518" cy="487"/>
          </a:xfrm>
          <a:solidFill>
            <a:srgbClr val="2691A5"/>
          </a:solidFill>
        </p:grpSpPr>
        <p:sp>
          <p:nvSpPr>
            <p:cNvPr id="629" name="Freeform 20"/>
            <p:cNvSpPr>
              <a:spLocks/>
            </p:cNvSpPr>
            <p:nvPr/>
          </p:nvSpPr>
          <p:spPr bwMode="auto">
            <a:xfrm>
              <a:off x="2852" y="2985"/>
              <a:ext cx="103" cy="382"/>
            </a:xfrm>
            <a:custGeom>
              <a:avLst/>
              <a:gdLst>
                <a:gd name="T0" fmla="*/ 43 w 43"/>
                <a:gd name="T1" fmla="*/ 160 h 160"/>
                <a:gd name="T2" fmla="*/ 0 w 43"/>
                <a:gd name="T3" fmla="*/ 160 h 160"/>
                <a:gd name="T4" fmla="*/ 0 w 43"/>
                <a:gd name="T5" fmla="*/ 0 h 160"/>
                <a:gd name="T6" fmla="*/ 43 w 43"/>
                <a:gd name="T7" fmla="*/ 0 h 160"/>
                <a:gd name="T8" fmla="*/ 43 w 43"/>
                <a:gd name="T9" fmla="*/ 160 h 160"/>
              </a:gdLst>
              <a:ahLst/>
              <a:cxnLst>
                <a:cxn ang="0">
                  <a:pos x="T0" y="T1"/>
                </a:cxn>
                <a:cxn ang="0">
                  <a:pos x="T2" y="T3"/>
                </a:cxn>
                <a:cxn ang="0">
                  <a:pos x="T4" y="T5"/>
                </a:cxn>
                <a:cxn ang="0">
                  <a:pos x="T6" y="T7"/>
                </a:cxn>
                <a:cxn ang="0">
                  <a:pos x="T8" y="T9"/>
                </a:cxn>
              </a:cxnLst>
              <a:rect l="0" t="0" r="r" b="b"/>
              <a:pathLst>
                <a:path w="43" h="160">
                  <a:moveTo>
                    <a:pt x="43" y="160"/>
                  </a:moveTo>
                  <a:cubicBezTo>
                    <a:pt x="29" y="160"/>
                    <a:pt x="15" y="160"/>
                    <a:pt x="0" y="160"/>
                  </a:cubicBezTo>
                  <a:cubicBezTo>
                    <a:pt x="0" y="107"/>
                    <a:pt x="0" y="53"/>
                    <a:pt x="0" y="0"/>
                  </a:cubicBezTo>
                  <a:cubicBezTo>
                    <a:pt x="15" y="0"/>
                    <a:pt x="29" y="0"/>
                    <a:pt x="43" y="0"/>
                  </a:cubicBezTo>
                  <a:cubicBezTo>
                    <a:pt x="43" y="53"/>
                    <a:pt x="43" y="107"/>
                    <a:pt x="43" y="1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0" name="Freeform 21"/>
            <p:cNvSpPr>
              <a:spLocks/>
            </p:cNvSpPr>
            <p:nvPr/>
          </p:nvSpPr>
          <p:spPr bwMode="auto">
            <a:xfrm>
              <a:off x="2647" y="3406"/>
              <a:ext cx="518" cy="66"/>
            </a:xfrm>
            <a:custGeom>
              <a:avLst/>
              <a:gdLst>
                <a:gd name="T0" fmla="*/ 0 w 217"/>
                <a:gd name="T1" fmla="*/ 28 h 28"/>
                <a:gd name="T2" fmla="*/ 0 w 217"/>
                <a:gd name="T3" fmla="*/ 0 h 28"/>
                <a:gd name="T4" fmla="*/ 217 w 217"/>
                <a:gd name="T5" fmla="*/ 0 h 28"/>
                <a:gd name="T6" fmla="*/ 217 w 217"/>
                <a:gd name="T7" fmla="*/ 28 h 28"/>
                <a:gd name="T8" fmla="*/ 0 w 217"/>
                <a:gd name="T9" fmla="*/ 28 h 28"/>
              </a:gdLst>
              <a:ahLst/>
              <a:cxnLst>
                <a:cxn ang="0">
                  <a:pos x="T0" y="T1"/>
                </a:cxn>
                <a:cxn ang="0">
                  <a:pos x="T2" y="T3"/>
                </a:cxn>
                <a:cxn ang="0">
                  <a:pos x="T4" y="T5"/>
                </a:cxn>
                <a:cxn ang="0">
                  <a:pos x="T6" y="T7"/>
                </a:cxn>
                <a:cxn ang="0">
                  <a:pos x="T8" y="T9"/>
                </a:cxn>
              </a:cxnLst>
              <a:rect l="0" t="0" r="r" b="b"/>
              <a:pathLst>
                <a:path w="217" h="28">
                  <a:moveTo>
                    <a:pt x="0" y="28"/>
                  </a:moveTo>
                  <a:cubicBezTo>
                    <a:pt x="0" y="18"/>
                    <a:pt x="0" y="9"/>
                    <a:pt x="0" y="0"/>
                  </a:cubicBezTo>
                  <a:cubicBezTo>
                    <a:pt x="72" y="0"/>
                    <a:pt x="144" y="0"/>
                    <a:pt x="217" y="0"/>
                  </a:cubicBezTo>
                  <a:cubicBezTo>
                    <a:pt x="217" y="9"/>
                    <a:pt x="217" y="18"/>
                    <a:pt x="217" y="28"/>
                  </a:cubicBezTo>
                  <a:cubicBezTo>
                    <a:pt x="144" y="28"/>
                    <a:pt x="72" y="28"/>
                    <a:pt x="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1" name="Freeform 22"/>
            <p:cNvSpPr>
              <a:spLocks/>
            </p:cNvSpPr>
            <p:nvPr/>
          </p:nvSpPr>
          <p:spPr bwMode="auto">
            <a:xfrm>
              <a:off x="2991" y="3093"/>
              <a:ext cx="105" cy="274"/>
            </a:xfrm>
            <a:custGeom>
              <a:avLst/>
              <a:gdLst>
                <a:gd name="T0" fmla="*/ 44 w 44"/>
                <a:gd name="T1" fmla="*/ 115 h 115"/>
                <a:gd name="T2" fmla="*/ 0 w 44"/>
                <a:gd name="T3" fmla="*/ 115 h 115"/>
                <a:gd name="T4" fmla="*/ 0 w 44"/>
                <a:gd name="T5" fmla="*/ 0 h 115"/>
                <a:gd name="T6" fmla="*/ 44 w 44"/>
                <a:gd name="T7" fmla="*/ 0 h 115"/>
                <a:gd name="T8" fmla="*/ 44 w 44"/>
                <a:gd name="T9" fmla="*/ 115 h 115"/>
              </a:gdLst>
              <a:ahLst/>
              <a:cxnLst>
                <a:cxn ang="0">
                  <a:pos x="T0" y="T1"/>
                </a:cxn>
                <a:cxn ang="0">
                  <a:pos x="T2" y="T3"/>
                </a:cxn>
                <a:cxn ang="0">
                  <a:pos x="T4" y="T5"/>
                </a:cxn>
                <a:cxn ang="0">
                  <a:pos x="T6" y="T7"/>
                </a:cxn>
                <a:cxn ang="0">
                  <a:pos x="T8" y="T9"/>
                </a:cxn>
              </a:cxnLst>
              <a:rect l="0" t="0" r="r" b="b"/>
              <a:pathLst>
                <a:path w="44" h="115">
                  <a:moveTo>
                    <a:pt x="44" y="115"/>
                  </a:moveTo>
                  <a:cubicBezTo>
                    <a:pt x="29" y="115"/>
                    <a:pt x="15" y="115"/>
                    <a:pt x="0" y="115"/>
                  </a:cubicBezTo>
                  <a:cubicBezTo>
                    <a:pt x="0" y="77"/>
                    <a:pt x="0" y="39"/>
                    <a:pt x="0" y="0"/>
                  </a:cubicBezTo>
                  <a:cubicBezTo>
                    <a:pt x="15" y="0"/>
                    <a:pt x="29" y="0"/>
                    <a:pt x="44" y="0"/>
                  </a:cubicBezTo>
                  <a:cubicBezTo>
                    <a:pt x="44" y="39"/>
                    <a:pt x="44" y="77"/>
                    <a:pt x="44"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2" name="Freeform 23"/>
            <p:cNvSpPr>
              <a:spLocks/>
            </p:cNvSpPr>
            <p:nvPr/>
          </p:nvSpPr>
          <p:spPr bwMode="auto">
            <a:xfrm>
              <a:off x="2714" y="3162"/>
              <a:ext cx="102" cy="205"/>
            </a:xfrm>
            <a:custGeom>
              <a:avLst/>
              <a:gdLst>
                <a:gd name="T0" fmla="*/ 0 w 43"/>
                <a:gd name="T1" fmla="*/ 0 h 86"/>
                <a:gd name="T2" fmla="*/ 43 w 43"/>
                <a:gd name="T3" fmla="*/ 0 h 86"/>
                <a:gd name="T4" fmla="*/ 43 w 43"/>
                <a:gd name="T5" fmla="*/ 86 h 86"/>
                <a:gd name="T6" fmla="*/ 0 w 43"/>
                <a:gd name="T7" fmla="*/ 86 h 86"/>
                <a:gd name="T8" fmla="*/ 0 w 43"/>
                <a:gd name="T9" fmla="*/ 0 h 86"/>
              </a:gdLst>
              <a:ahLst/>
              <a:cxnLst>
                <a:cxn ang="0">
                  <a:pos x="T0" y="T1"/>
                </a:cxn>
                <a:cxn ang="0">
                  <a:pos x="T2" y="T3"/>
                </a:cxn>
                <a:cxn ang="0">
                  <a:pos x="T4" y="T5"/>
                </a:cxn>
                <a:cxn ang="0">
                  <a:pos x="T6" y="T7"/>
                </a:cxn>
                <a:cxn ang="0">
                  <a:pos x="T8" y="T9"/>
                </a:cxn>
              </a:cxnLst>
              <a:rect l="0" t="0" r="r" b="b"/>
              <a:pathLst>
                <a:path w="43" h="86">
                  <a:moveTo>
                    <a:pt x="0" y="0"/>
                  </a:moveTo>
                  <a:cubicBezTo>
                    <a:pt x="14" y="0"/>
                    <a:pt x="29" y="0"/>
                    <a:pt x="43" y="0"/>
                  </a:cubicBezTo>
                  <a:cubicBezTo>
                    <a:pt x="43" y="29"/>
                    <a:pt x="43" y="58"/>
                    <a:pt x="43" y="86"/>
                  </a:cubicBezTo>
                  <a:cubicBezTo>
                    <a:pt x="29" y="86"/>
                    <a:pt x="14" y="86"/>
                    <a:pt x="0" y="86"/>
                  </a:cubicBezTo>
                  <a:cubicBezTo>
                    <a:pt x="0" y="58"/>
                    <a:pt x="0" y="2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3" name="Group 13"/>
          <p:cNvGrpSpPr>
            <a:grpSpLocks noChangeAspect="1"/>
          </p:cNvGrpSpPr>
          <p:nvPr/>
        </p:nvGrpSpPr>
        <p:grpSpPr bwMode="auto">
          <a:xfrm>
            <a:off x="7921983" y="5655745"/>
            <a:ext cx="387835" cy="396000"/>
            <a:chOff x="1151" y="2911"/>
            <a:chExt cx="190" cy="194"/>
          </a:xfrm>
          <a:solidFill>
            <a:srgbClr val="298D73"/>
          </a:solidFill>
        </p:grpSpPr>
        <p:sp>
          <p:nvSpPr>
            <p:cNvPr id="634" name="Freeform 15"/>
            <p:cNvSpPr>
              <a:spLocks/>
            </p:cNvSpPr>
            <p:nvPr/>
          </p:nvSpPr>
          <p:spPr bwMode="auto">
            <a:xfrm>
              <a:off x="1151" y="2911"/>
              <a:ext cx="89" cy="90"/>
            </a:xfrm>
            <a:custGeom>
              <a:avLst/>
              <a:gdLst>
                <a:gd name="T0" fmla="*/ 37 w 37"/>
                <a:gd name="T1" fmla="*/ 25 h 37"/>
                <a:gd name="T2" fmla="*/ 37 w 37"/>
                <a:gd name="T3" fmla="*/ 32 h 37"/>
                <a:gd name="T4" fmla="*/ 32 w 37"/>
                <a:gd name="T5" fmla="*/ 37 h 37"/>
                <a:gd name="T6" fmla="*/ 19 w 37"/>
                <a:gd name="T7" fmla="*/ 37 h 37"/>
                <a:gd name="T8" fmla="*/ 4 w 37"/>
                <a:gd name="T9" fmla="*/ 29 h 37"/>
                <a:gd name="T10" fmla="*/ 1 w 37"/>
                <a:gd name="T11" fmla="*/ 16 h 37"/>
                <a:gd name="T12" fmla="*/ 10 w 37"/>
                <a:gd name="T13" fmla="*/ 3 h 37"/>
                <a:gd name="T14" fmla="*/ 21 w 37"/>
                <a:gd name="T15" fmla="*/ 1 h 37"/>
                <a:gd name="T16" fmla="*/ 34 w 37"/>
                <a:gd name="T17" fmla="*/ 10 h 37"/>
                <a:gd name="T18" fmla="*/ 37 w 37"/>
                <a:gd name="T19" fmla="*/ 19 h 37"/>
                <a:gd name="T20" fmla="*/ 37 w 37"/>
                <a:gd name="T21" fmla="*/ 2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37">
                  <a:moveTo>
                    <a:pt x="37" y="25"/>
                  </a:moveTo>
                  <a:cubicBezTo>
                    <a:pt x="37" y="27"/>
                    <a:pt x="37" y="30"/>
                    <a:pt x="37" y="32"/>
                  </a:cubicBezTo>
                  <a:cubicBezTo>
                    <a:pt x="37" y="35"/>
                    <a:pt x="35" y="37"/>
                    <a:pt x="32" y="37"/>
                  </a:cubicBezTo>
                  <a:cubicBezTo>
                    <a:pt x="28" y="37"/>
                    <a:pt x="23" y="37"/>
                    <a:pt x="19" y="37"/>
                  </a:cubicBezTo>
                  <a:cubicBezTo>
                    <a:pt x="12" y="37"/>
                    <a:pt x="7" y="34"/>
                    <a:pt x="4" y="29"/>
                  </a:cubicBezTo>
                  <a:cubicBezTo>
                    <a:pt x="1" y="25"/>
                    <a:pt x="0" y="21"/>
                    <a:pt x="1" y="16"/>
                  </a:cubicBezTo>
                  <a:cubicBezTo>
                    <a:pt x="2" y="10"/>
                    <a:pt x="5" y="6"/>
                    <a:pt x="10" y="3"/>
                  </a:cubicBezTo>
                  <a:cubicBezTo>
                    <a:pt x="13" y="1"/>
                    <a:pt x="17" y="0"/>
                    <a:pt x="21" y="1"/>
                  </a:cubicBezTo>
                  <a:cubicBezTo>
                    <a:pt x="27" y="2"/>
                    <a:pt x="31" y="5"/>
                    <a:pt x="34" y="10"/>
                  </a:cubicBezTo>
                  <a:cubicBezTo>
                    <a:pt x="36" y="13"/>
                    <a:pt x="36" y="16"/>
                    <a:pt x="37" y="19"/>
                  </a:cubicBezTo>
                  <a:cubicBezTo>
                    <a:pt x="37" y="21"/>
                    <a:pt x="37" y="23"/>
                    <a:pt x="37"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5" name="Freeform 16"/>
            <p:cNvSpPr>
              <a:spLocks/>
            </p:cNvSpPr>
            <p:nvPr/>
          </p:nvSpPr>
          <p:spPr bwMode="auto">
            <a:xfrm>
              <a:off x="1151" y="3015"/>
              <a:ext cx="89" cy="87"/>
            </a:xfrm>
            <a:custGeom>
              <a:avLst/>
              <a:gdLst>
                <a:gd name="T0" fmla="*/ 25 w 37"/>
                <a:gd name="T1" fmla="*/ 0 h 36"/>
                <a:gd name="T2" fmla="*/ 32 w 37"/>
                <a:gd name="T3" fmla="*/ 0 h 36"/>
                <a:gd name="T4" fmla="*/ 37 w 37"/>
                <a:gd name="T5" fmla="*/ 4 h 36"/>
                <a:gd name="T6" fmla="*/ 37 w 37"/>
                <a:gd name="T7" fmla="*/ 18 h 36"/>
                <a:gd name="T8" fmla="*/ 29 w 37"/>
                <a:gd name="T9" fmla="*/ 33 h 36"/>
                <a:gd name="T10" fmla="*/ 16 w 37"/>
                <a:gd name="T11" fmla="*/ 36 h 36"/>
                <a:gd name="T12" fmla="*/ 3 w 37"/>
                <a:gd name="T13" fmla="*/ 27 h 36"/>
                <a:gd name="T14" fmla="*/ 1 w 37"/>
                <a:gd name="T15" fmla="*/ 15 h 36"/>
                <a:gd name="T16" fmla="*/ 10 w 37"/>
                <a:gd name="T17" fmla="*/ 2 h 36"/>
                <a:gd name="T18" fmla="*/ 19 w 37"/>
                <a:gd name="T19" fmla="*/ 0 h 36"/>
                <a:gd name="T20" fmla="*/ 25 w 37"/>
                <a:gd name="T2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36">
                  <a:moveTo>
                    <a:pt x="25" y="0"/>
                  </a:moveTo>
                  <a:cubicBezTo>
                    <a:pt x="27" y="0"/>
                    <a:pt x="30" y="0"/>
                    <a:pt x="32" y="0"/>
                  </a:cubicBezTo>
                  <a:cubicBezTo>
                    <a:pt x="35" y="0"/>
                    <a:pt x="37" y="1"/>
                    <a:pt x="37" y="4"/>
                  </a:cubicBezTo>
                  <a:cubicBezTo>
                    <a:pt x="37" y="9"/>
                    <a:pt x="37" y="13"/>
                    <a:pt x="37" y="18"/>
                  </a:cubicBezTo>
                  <a:cubicBezTo>
                    <a:pt x="36" y="24"/>
                    <a:pt x="34" y="29"/>
                    <a:pt x="29" y="33"/>
                  </a:cubicBezTo>
                  <a:cubicBezTo>
                    <a:pt x="25" y="35"/>
                    <a:pt x="20" y="36"/>
                    <a:pt x="16" y="36"/>
                  </a:cubicBezTo>
                  <a:cubicBezTo>
                    <a:pt x="10" y="35"/>
                    <a:pt x="6" y="32"/>
                    <a:pt x="3" y="27"/>
                  </a:cubicBezTo>
                  <a:cubicBezTo>
                    <a:pt x="1" y="23"/>
                    <a:pt x="0" y="19"/>
                    <a:pt x="1" y="15"/>
                  </a:cubicBezTo>
                  <a:cubicBezTo>
                    <a:pt x="2" y="9"/>
                    <a:pt x="5" y="5"/>
                    <a:pt x="10" y="2"/>
                  </a:cubicBezTo>
                  <a:cubicBezTo>
                    <a:pt x="12" y="0"/>
                    <a:pt x="16" y="0"/>
                    <a:pt x="19" y="0"/>
                  </a:cubicBezTo>
                  <a:cubicBezTo>
                    <a:pt x="21" y="0"/>
                    <a:pt x="2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6" name="Freeform 17"/>
            <p:cNvSpPr>
              <a:spLocks/>
            </p:cNvSpPr>
            <p:nvPr/>
          </p:nvSpPr>
          <p:spPr bwMode="auto">
            <a:xfrm>
              <a:off x="1252" y="3015"/>
              <a:ext cx="89" cy="90"/>
            </a:xfrm>
            <a:custGeom>
              <a:avLst/>
              <a:gdLst>
                <a:gd name="T0" fmla="*/ 12 w 37"/>
                <a:gd name="T1" fmla="*/ 0 h 37"/>
                <a:gd name="T2" fmla="*/ 20 w 37"/>
                <a:gd name="T3" fmla="*/ 0 h 37"/>
                <a:gd name="T4" fmla="*/ 31 w 37"/>
                <a:gd name="T5" fmla="*/ 5 h 37"/>
                <a:gd name="T6" fmla="*/ 36 w 37"/>
                <a:gd name="T7" fmla="*/ 20 h 37"/>
                <a:gd name="T8" fmla="*/ 22 w 37"/>
                <a:gd name="T9" fmla="*/ 36 h 37"/>
                <a:gd name="T10" fmla="*/ 1 w 37"/>
                <a:gd name="T11" fmla="*/ 23 h 37"/>
                <a:gd name="T12" fmla="*/ 0 w 37"/>
                <a:gd name="T13" fmla="*/ 18 h 37"/>
                <a:gd name="T14" fmla="*/ 0 w 37"/>
                <a:gd name="T15" fmla="*/ 4 h 37"/>
                <a:gd name="T16" fmla="*/ 5 w 37"/>
                <a:gd name="T17" fmla="*/ 0 h 37"/>
                <a:gd name="T18" fmla="*/ 12 w 37"/>
                <a:gd name="T19" fmla="*/ 0 h 37"/>
                <a:gd name="T20" fmla="*/ 12 w 37"/>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37">
                  <a:moveTo>
                    <a:pt x="12" y="0"/>
                  </a:moveTo>
                  <a:cubicBezTo>
                    <a:pt x="15" y="0"/>
                    <a:pt x="17" y="0"/>
                    <a:pt x="20" y="0"/>
                  </a:cubicBezTo>
                  <a:cubicBezTo>
                    <a:pt x="24" y="0"/>
                    <a:pt x="28" y="2"/>
                    <a:pt x="31" y="5"/>
                  </a:cubicBezTo>
                  <a:cubicBezTo>
                    <a:pt x="35" y="9"/>
                    <a:pt x="37" y="14"/>
                    <a:pt x="36" y="20"/>
                  </a:cubicBezTo>
                  <a:cubicBezTo>
                    <a:pt x="36" y="28"/>
                    <a:pt x="30" y="34"/>
                    <a:pt x="22" y="36"/>
                  </a:cubicBezTo>
                  <a:cubicBezTo>
                    <a:pt x="13" y="37"/>
                    <a:pt x="4" y="32"/>
                    <a:pt x="1" y="23"/>
                  </a:cubicBezTo>
                  <a:cubicBezTo>
                    <a:pt x="1" y="21"/>
                    <a:pt x="0" y="19"/>
                    <a:pt x="0" y="18"/>
                  </a:cubicBezTo>
                  <a:cubicBezTo>
                    <a:pt x="0" y="13"/>
                    <a:pt x="0" y="9"/>
                    <a:pt x="0" y="4"/>
                  </a:cubicBezTo>
                  <a:cubicBezTo>
                    <a:pt x="0" y="1"/>
                    <a:pt x="2" y="0"/>
                    <a:pt x="5" y="0"/>
                  </a:cubicBezTo>
                  <a:cubicBezTo>
                    <a:pt x="7" y="0"/>
                    <a:pt x="10" y="0"/>
                    <a:pt x="12" y="0"/>
                  </a:cubicBezTo>
                  <a:cubicBezTo>
                    <a:pt x="12" y="0"/>
                    <a:pt x="12"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7" name="Freeform 18"/>
            <p:cNvSpPr>
              <a:spLocks noEditPoints="1"/>
            </p:cNvSpPr>
            <p:nvPr/>
          </p:nvSpPr>
          <p:spPr bwMode="auto">
            <a:xfrm>
              <a:off x="1252" y="2911"/>
              <a:ext cx="89" cy="90"/>
            </a:xfrm>
            <a:custGeom>
              <a:avLst/>
              <a:gdLst>
                <a:gd name="T0" fmla="*/ 12 w 37"/>
                <a:gd name="T1" fmla="*/ 37 h 37"/>
                <a:gd name="T2" fmla="*/ 5 w 37"/>
                <a:gd name="T3" fmla="*/ 37 h 37"/>
                <a:gd name="T4" fmla="*/ 0 w 37"/>
                <a:gd name="T5" fmla="*/ 32 h 37"/>
                <a:gd name="T6" fmla="*/ 0 w 37"/>
                <a:gd name="T7" fmla="*/ 19 h 37"/>
                <a:gd name="T8" fmla="*/ 8 w 37"/>
                <a:gd name="T9" fmla="*/ 4 h 37"/>
                <a:gd name="T10" fmla="*/ 21 w 37"/>
                <a:gd name="T11" fmla="*/ 1 h 37"/>
                <a:gd name="T12" fmla="*/ 35 w 37"/>
                <a:gd name="T13" fmla="*/ 12 h 37"/>
                <a:gd name="T14" fmla="*/ 34 w 37"/>
                <a:gd name="T15" fmla="*/ 28 h 37"/>
                <a:gd name="T16" fmla="*/ 22 w 37"/>
                <a:gd name="T17" fmla="*/ 36 h 37"/>
                <a:gd name="T18" fmla="*/ 18 w 37"/>
                <a:gd name="T19" fmla="*/ 37 h 37"/>
                <a:gd name="T20" fmla="*/ 12 w 37"/>
                <a:gd name="T21" fmla="*/ 37 h 37"/>
                <a:gd name="T22" fmla="*/ 7 w 37"/>
                <a:gd name="T23" fmla="*/ 31 h 37"/>
                <a:gd name="T24" fmla="*/ 7 w 37"/>
                <a:gd name="T25" fmla="*/ 31 h 37"/>
                <a:gd name="T26" fmla="*/ 18 w 37"/>
                <a:gd name="T27" fmla="*/ 31 h 37"/>
                <a:gd name="T28" fmla="*/ 30 w 37"/>
                <a:gd name="T29" fmla="*/ 17 h 37"/>
                <a:gd name="T30" fmla="*/ 16 w 37"/>
                <a:gd name="T31" fmla="*/ 7 h 37"/>
                <a:gd name="T32" fmla="*/ 7 w 37"/>
                <a:gd name="T33" fmla="*/ 19 h 37"/>
                <a:gd name="T34" fmla="*/ 7 w 37"/>
                <a:gd name="T35" fmla="*/ 29 h 37"/>
                <a:gd name="T36" fmla="*/ 7 w 37"/>
                <a:gd name="T37" fmla="*/ 3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37">
                  <a:moveTo>
                    <a:pt x="12" y="37"/>
                  </a:moveTo>
                  <a:cubicBezTo>
                    <a:pt x="10" y="37"/>
                    <a:pt x="7" y="37"/>
                    <a:pt x="5" y="37"/>
                  </a:cubicBezTo>
                  <a:cubicBezTo>
                    <a:pt x="2" y="37"/>
                    <a:pt x="0" y="35"/>
                    <a:pt x="0" y="32"/>
                  </a:cubicBezTo>
                  <a:cubicBezTo>
                    <a:pt x="0" y="28"/>
                    <a:pt x="0" y="23"/>
                    <a:pt x="0" y="19"/>
                  </a:cubicBezTo>
                  <a:cubicBezTo>
                    <a:pt x="1" y="13"/>
                    <a:pt x="3" y="8"/>
                    <a:pt x="8" y="4"/>
                  </a:cubicBezTo>
                  <a:cubicBezTo>
                    <a:pt x="12" y="1"/>
                    <a:pt x="17" y="0"/>
                    <a:pt x="21" y="1"/>
                  </a:cubicBezTo>
                  <a:cubicBezTo>
                    <a:pt x="28" y="2"/>
                    <a:pt x="32" y="6"/>
                    <a:pt x="35" y="12"/>
                  </a:cubicBezTo>
                  <a:cubicBezTo>
                    <a:pt x="37" y="17"/>
                    <a:pt x="37" y="23"/>
                    <a:pt x="34" y="28"/>
                  </a:cubicBezTo>
                  <a:cubicBezTo>
                    <a:pt x="32" y="32"/>
                    <a:pt x="28" y="35"/>
                    <a:pt x="22" y="36"/>
                  </a:cubicBezTo>
                  <a:cubicBezTo>
                    <a:pt x="21" y="37"/>
                    <a:pt x="20" y="37"/>
                    <a:pt x="18" y="37"/>
                  </a:cubicBezTo>
                  <a:cubicBezTo>
                    <a:pt x="16" y="37"/>
                    <a:pt x="14" y="37"/>
                    <a:pt x="12" y="37"/>
                  </a:cubicBezTo>
                  <a:close/>
                  <a:moveTo>
                    <a:pt x="7" y="31"/>
                  </a:moveTo>
                  <a:cubicBezTo>
                    <a:pt x="7" y="31"/>
                    <a:pt x="7" y="31"/>
                    <a:pt x="7" y="31"/>
                  </a:cubicBezTo>
                  <a:cubicBezTo>
                    <a:pt x="11" y="31"/>
                    <a:pt x="15" y="31"/>
                    <a:pt x="18" y="31"/>
                  </a:cubicBezTo>
                  <a:cubicBezTo>
                    <a:pt x="26" y="30"/>
                    <a:pt x="31" y="24"/>
                    <a:pt x="30" y="17"/>
                  </a:cubicBezTo>
                  <a:cubicBezTo>
                    <a:pt x="29" y="10"/>
                    <a:pt x="23" y="6"/>
                    <a:pt x="16" y="7"/>
                  </a:cubicBezTo>
                  <a:cubicBezTo>
                    <a:pt x="11" y="8"/>
                    <a:pt x="7" y="13"/>
                    <a:pt x="7" y="19"/>
                  </a:cubicBezTo>
                  <a:cubicBezTo>
                    <a:pt x="7" y="22"/>
                    <a:pt x="7" y="26"/>
                    <a:pt x="7" y="29"/>
                  </a:cubicBezTo>
                  <a:cubicBezTo>
                    <a:pt x="7" y="29"/>
                    <a:pt x="7" y="30"/>
                    <a:pt x="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8" name="Group 83"/>
          <p:cNvGrpSpPr>
            <a:grpSpLocks noChangeAspect="1"/>
          </p:cNvGrpSpPr>
          <p:nvPr/>
        </p:nvGrpSpPr>
        <p:grpSpPr bwMode="auto">
          <a:xfrm>
            <a:off x="9321714" y="1154741"/>
            <a:ext cx="306174" cy="432000"/>
            <a:chOff x="2067" y="2979"/>
            <a:chExt cx="292" cy="412"/>
          </a:xfrm>
          <a:solidFill>
            <a:srgbClr val="44335F"/>
          </a:solidFill>
        </p:grpSpPr>
        <p:sp>
          <p:nvSpPr>
            <p:cNvPr id="639" name="Freeform 85"/>
            <p:cNvSpPr>
              <a:spLocks noEditPoints="1"/>
            </p:cNvSpPr>
            <p:nvPr/>
          </p:nvSpPr>
          <p:spPr bwMode="auto">
            <a:xfrm>
              <a:off x="2067" y="2979"/>
              <a:ext cx="292" cy="371"/>
            </a:xfrm>
            <a:custGeom>
              <a:avLst/>
              <a:gdLst>
                <a:gd name="T0" fmla="*/ 60 w 122"/>
                <a:gd name="T1" fmla="*/ 155 h 155"/>
                <a:gd name="T2" fmla="*/ 42 w 122"/>
                <a:gd name="T3" fmla="*/ 155 h 155"/>
                <a:gd name="T4" fmla="*/ 28 w 122"/>
                <a:gd name="T5" fmla="*/ 144 h 155"/>
                <a:gd name="T6" fmla="*/ 28 w 122"/>
                <a:gd name="T7" fmla="*/ 140 h 155"/>
                <a:gd name="T8" fmla="*/ 28 w 122"/>
                <a:gd name="T9" fmla="*/ 113 h 155"/>
                <a:gd name="T10" fmla="*/ 27 w 122"/>
                <a:gd name="T11" fmla="*/ 111 h 155"/>
                <a:gd name="T12" fmla="*/ 6 w 122"/>
                <a:gd name="T13" fmla="*/ 86 h 155"/>
                <a:gd name="T14" fmla="*/ 1 w 122"/>
                <a:gd name="T15" fmla="*/ 58 h 155"/>
                <a:gd name="T16" fmla="*/ 12 w 122"/>
                <a:gd name="T17" fmla="*/ 28 h 155"/>
                <a:gd name="T18" fmla="*/ 48 w 122"/>
                <a:gd name="T19" fmla="*/ 4 h 155"/>
                <a:gd name="T20" fmla="*/ 98 w 122"/>
                <a:gd name="T21" fmla="*/ 16 h 155"/>
                <a:gd name="T22" fmla="*/ 119 w 122"/>
                <a:gd name="T23" fmla="*/ 54 h 155"/>
                <a:gd name="T24" fmla="*/ 99 w 122"/>
                <a:gd name="T25" fmla="*/ 107 h 155"/>
                <a:gd name="T26" fmla="*/ 93 w 122"/>
                <a:gd name="T27" fmla="*/ 112 h 155"/>
                <a:gd name="T28" fmla="*/ 93 w 122"/>
                <a:gd name="T29" fmla="*/ 113 h 155"/>
                <a:gd name="T30" fmla="*/ 93 w 122"/>
                <a:gd name="T31" fmla="*/ 141 h 155"/>
                <a:gd name="T32" fmla="*/ 83 w 122"/>
                <a:gd name="T33" fmla="*/ 154 h 155"/>
                <a:gd name="T34" fmla="*/ 78 w 122"/>
                <a:gd name="T35" fmla="*/ 155 h 155"/>
                <a:gd name="T36" fmla="*/ 60 w 122"/>
                <a:gd name="T37" fmla="*/ 155 h 155"/>
                <a:gd name="T38" fmla="*/ 82 w 122"/>
                <a:gd name="T39" fmla="*/ 118 h 155"/>
                <a:gd name="T40" fmla="*/ 82 w 122"/>
                <a:gd name="T41" fmla="*/ 117 h 155"/>
                <a:gd name="T42" fmla="*/ 82 w 122"/>
                <a:gd name="T43" fmla="*/ 107 h 155"/>
                <a:gd name="T44" fmla="*/ 83 w 122"/>
                <a:gd name="T45" fmla="*/ 106 h 155"/>
                <a:gd name="T46" fmla="*/ 88 w 122"/>
                <a:gd name="T47" fmla="*/ 103 h 155"/>
                <a:gd name="T48" fmla="*/ 109 w 122"/>
                <a:gd name="T49" fmla="*/ 68 h 155"/>
                <a:gd name="T50" fmla="*/ 103 w 122"/>
                <a:gd name="T51" fmla="*/ 39 h 155"/>
                <a:gd name="T52" fmla="*/ 52 w 122"/>
                <a:gd name="T53" fmla="*/ 14 h 155"/>
                <a:gd name="T54" fmla="*/ 19 w 122"/>
                <a:gd name="T55" fmla="*/ 35 h 155"/>
                <a:gd name="T56" fmla="*/ 12 w 122"/>
                <a:gd name="T57" fmla="*/ 70 h 155"/>
                <a:gd name="T58" fmla="*/ 24 w 122"/>
                <a:gd name="T59" fmla="*/ 95 h 155"/>
                <a:gd name="T60" fmla="*/ 36 w 122"/>
                <a:gd name="T61" fmla="*/ 105 h 155"/>
                <a:gd name="T62" fmla="*/ 38 w 122"/>
                <a:gd name="T63" fmla="*/ 108 h 155"/>
                <a:gd name="T64" fmla="*/ 38 w 122"/>
                <a:gd name="T65" fmla="*/ 117 h 155"/>
                <a:gd name="T66" fmla="*/ 38 w 122"/>
                <a:gd name="T67" fmla="*/ 118 h 155"/>
                <a:gd name="T68" fmla="*/ 82 w 122"/>
                <a:gd name="T69" fmla="*/ 118 h 155"/>
                <a:gd name="T70" fmla="*/ 38 w 122"/>
                <a:gd name="T71" fmla="*/ 129 h 155"/>
                <a:gd name="T72" fmla="*/ 38 w 122"/>
                <a:gd name="T73" fmla="*/ 141 h 155"/>
                <a:gd name="T74" fmla="*/ 42 w 122"/>
                <a:gd name="T75" fmla="*/ 144 h 155"/>
                <a:gd name="T76" fmla="*/ 79 w 122"/>
                <a:gd name="T77" fmla="*/ 144 h 155"/>
                <a:gd name="T78" fmla="*/ 82 w 122"/>
                <a:gd name="T79" fmla="*/ 141 h 155"/>
                <a:gd name="T80" fmla="*/ 82 w 122"/>
                <a:gd name="T81" fmla="*/ 129 h 155"/>
                <a:gd name="T82" fmla="*/ 82 w 122"/>
                <a:gd name="T83" fmla="*/ 129 h 155"/>
                <a:gd name="T84" fmla="*/ 38 w 122"/>
                <a:gd name="T85" fmla="*/ 129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2" h="155">
                  <a:moveTo>
                    <a:pt x="60" y="155"/>
                  </a:moveTo>
                  <a:cubicBezTo>
                    <a:pt x="54" y="155"/>
                    <a:pt x="48" y="155"/>
                    <a:pt x="42" y="155"/>
                  </a:cubicBezTo>
                  <a:cubicBezTo>
                    <a:pt x="35" y="155"/>
                    <a:pt x="30" y="150"/>
                    <a:pt x="28" y="144"/>
                  </a:cubicBezTo>
                  <a:cubicBezTo>
                    <a:pt x="28" y="143"/>
                    <a:pt x="28" y="142"/>
                    <a:pt x="28" y="140"/>
                  </a:cubicBezTo>
                  <a:cubicBezTo>
                    <a:pt x="28" y="131"/>
                    <a:pt x="28" y="122"/>
                    <a:pt x="28" y="113"/>
                  </a:cubicBezTo>
                  <a:cubicBezTo>
                    <a:pt x="28" y="112"/>
                    <a:pt x="28" y="112"/>
                    <a:pt x="27" y="111"/>
                  </a:cubicBezTo>
                  <a:cubicBezTo>
                    <a:pt x="17" y="105"/>
                    <a:pt x="10" y="96"/>
                    <a:pt x="6" y="86"/>
                  </a:cubicBezTo>
                  <a:cubicBezTo>
                    <a:pt x="2" y="77"/>
                    <a:pt x="0" y="68"/>
                    <a:pt x="1" y="58"/>
                  </a:cubicBezTo>
                  <a:cubicBezTo>
                    <a:pt x="2" y="47"/>
                    <a:pt x="5" y="37"/>
                    <a:pt x="12" y="28"/>
                  </a:cubicBezTo>
                  <a:cubicBezTo>
                    <a:pt x="21" y="15"/>
                    <a:pt x="33" y="7"/>
                    <a:pt x="48" y="4"/>
                  </a:cubicBezTo>
                  <a:cubicBezTo>
                    <a:pt x="66" y="0"/>
                    <a:pt x="83" y="4"/>
                    <a:pt x="98" y="16"/>
                  </a:cubicBezTo>
                  <a:cubicBezTo>
                    <a:pt x="110" y="26"/>
                    <a:pt x="117" y="39"/>
                    <a:pt x="119" y="54"/>
                  </a:cubicBezTo>
                  <a:cubicBezTo>
                    <a:pt x="122" y="75"/>
                    <a:pt x="115" y="93"/>
                    <a:pt x="99" y="107"/>
                  </a:cubicBezTo>
                  <a:cubicBezTo>
                    <a:pt x="97" y="109"/>
                    <a:pt x="95" y="110"/>
                    <a:pt x="93" y="112"/>
                  </a:cubicBezTo>
                  <a:cubicBezTo>
                    <a:pt x="93" y="112"/>
                    <a:pt x="93" y="112"/>
                    <a:pt x="93" y="113"/>
                  </a:cubicBezTo>
                  <a:cubicBezTo>
                    <a:pt x="93" y="122"/>
                    <a:pt x="93" y="131"/>
                    <a:pt x="93" y="141"/>
                  </a:cubicBezTo>
                  <a:cubicBezTo>
                    <a:pt x="93" y="147"/>
                    <a:pt x="89" y="152"/>
                    <a:pt x="83" y="154"/>
                  </a:cubicBezTo>
                  <a:cubicBezTo>
                    <a:pt x="82" y="154"/>
                    <a:pt x="80" y="155"/>
                    <a:pt x="78" y="155"/>
                  </a:cubicBezTo>
                  <a:cubicBezTo>
                    <a:pt x="72" y="155"/>
                    <a:pt x="66" y="155"/>
                    <a:pt x="60" y="155"/>
                  </a:cubicBezTo>
                  <a:close/>
                  <a:moveTo>
                    <a:pt x="82" y="118"/>
                  </a:moveTo>
                  <a:cubicBezTo>
                    <a:pt x="82" y="118"/>
                    <a:pt x="82" y="117"/>
                    <a:pt x="82" y="117"/>
                  </a:cubicBezTo>
                  <a:cubicBezTo>
                    <a:pt x="82" y="114"/>
                    <a:pt x="82" y="110"/>
                    <a:pt x="82" y="107"/>
                  </a:cubicBezTo>
                  <a:cubicBezTo>
                    <a:pt x="82" y="106"/>
                    <a:pt x="82" y="106"/>
                    <a:pt x="83" y="106"/>
                  </a:cubicBezTo>
                  <a:cubicBezTo>
                    <a:pt x="84" y="105"/>
                    <a:pt x="86" y="104"/>
                    <a:pt x="88" y="103"/>
                  </a:cubicBezTo>
                  <a:cubicBezTo>
                    <a:pt x="100" y="94"/>
                    <a:pt x="107" y="83"/>
                    <a:pt x="109" y="68"/>
                  </a:cubicBezTo>
                  <a:cubicBezTo>
                    <a:pt x="110" y="58"/>
                    <a:pt x="108" y="48"/>
                    <a:pt x="103" y="39"/>
                  </a:cubicBezTo>
                  <a:cubicBezTo>
                    <a:pt x="93" y="20"/>
                    <a:pt x="73" y="10"/>
                    <a:pt x="52" y="14"/>
                  </a:cubicBezTo>
                  <a:cubicBezTo>
                    <a:pt x="38" y="16"/>
                    <a:pt x="27" y="24"/>
                    <a:pt x="19" y="35"/>
                  </a:cubicBezTo>
                  <a:cubicBezTo>
                    <a:pt x="12" y="46"/>
                    <a:pt x="10" y="58"/>
                    <a:pt x="12" y="70"/>
                  </a:cubicBezTo>
                  <a:cubicBezTo>
                    <a:pt x="14" y="80"/>
                    <a:pt x="18" y="88"/>
                    <a:pt x="24" y="95"/>
                  </a:cubicBezTo>
                  <a:cubicBezTo>
                    <a:pt x="28" y="99"/>
                    <a:pt x="32" y="103"/>
                    <a:pt x="36" y="105"/>
                  </a:cubicBezTo>
                  <a:cubicBezTo>
                    <a:pt x="38" y="106"/>
                    <a:pt x="38" y="107"/>
                    <a:pt x="38" y="108"/>
                  </a:cubicBezTo>
                  <a:cubicBezTo>
                    <a:pt x="38" y="111"/>
                    <a:pt x="38" y="114"/>
                    <a:pt x="38" y="117"/>
                  </a:cubicBezTo>
                  <a:cubicBezTo>
                    <a:pt x="38" y="117"/>
                    <a:pt x="38" y="118"/>
                    <a:pt x="38" y="118"/>
                  </a:cubicBezTo>
                  <a:cubicBezTo>
                    <a:pt x="53" y="118"/>
                    <a:pt x="67" y="118"/>
                    <a:pt x="82" y="118"/>
                  </a:cubicBezTo>
                  <a:close/>
                  <a:moveTo>
                    <a:pt x="38" y="129"/>
                  </a:moveTo>
                  <a:cubicBezTo>
                    <a:pt x="38" y="133"/>
                    <a:pt x="38" y="137"/>
                    <a:pt x="38" y="141"/>
                  </a:cubicBezTo>
                  <a:cubicBezTo>
                    <a:pt x="38" y="143"/>
                    <a:pt x="40" y="144"/>
                    <a:pt x="42" y="144"/>
                  </a:cubicBezTo>
                  <a:cubicBezTo>
                    <a:pt x="54" y="144"/>
                    <a:pt x="66" y="144"/>
                    <a:pt x="79" y="144"/>
                  </a:cubicBezTo>
                  <a:cubicBezTo>
                    <a:pt x="81" y="144"/>
                    <a:pt x="82" y="143"/>
                    <a:pt x="82" y="141"/>
                  </a:cubicBezTo>
                  <a:cubicBezTo>
                    <a:pt x="82" y="137"/>
                    <a:pt x="82" y="133"/>
                    <a:pt x="82" y="129"/>
                  </a:cubicBezTo>
                  <a:cubicBezTo>
                    <a:pt x="82" y="129"/>
                    <a:pt x="82" y="129"/>
                    <a:pt x="82" y="129"/>
                  </a:cubicBezTo>
                  <a:cubicBezTo>
                    <a:pt x="67" y="129"/>
                    <a:pt x="53" y="129"/>
                    <a:pt x="38" y="1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0" name="Freeform 86"/>
            <p:cNvSpPr>
              <a:spLocks/>
            </p:cNvSpPr>
            <p:nvPr/>
          </p:nvSpPr>
          <p:spPr bwMode="auto">
            <a:xfrm>
              <a:off x="2155" y="3365"/>
              <a:ext cx="113" cy="26"/>
            </a:xfrm>
            <a:custGeom>
              <a:avLst/>
              <a:gdLst>
                <a:gd name="T0" fmla="*/ 23 w 47"/>
                <a:gd name="T1" fmla="*/ 11 h 11"/>
                <a:gd name="T2" fmla="*/ 5 w 47"/>
                <a:gd name="T3" fmla="*/ 11 h 11"/>
                <a:gd name="T4" fmla="*/ 0 w 47"/>
                <a:gd name="T5" fmla="*/ 5 h 11"/>
                <a:gd name="T6" fmla="*/ 5 w 47"/>
                <a:gd name="T7" fmla="*/ 0 h 11"/>
                <a:gd name="T8" fmla="*/ 6 w 47"/>
                <a:gd name="T9" fmla="*/ 0 h 11"/>
                <a:gd name="T10" fmla="*/ 41 w 47"/>
                <a:gd name="T11" fmla="*/ 0 h 11"/>
                <a:gd name="T12" fmla="*/ 46 w 47"/>
                <a:gd name="T13" fmla="*/ 4 h 11"/>
                <a:gd name="T14" fmla="*/ 41 w 47"/>
                <a:gd name="T15" fmla="*/ 11 h 11"/>
                <a:gd name="T16" fmla="*/ 27 w 47"/>
                <a:gd name="T17" fmla="*/ 11 h 11"/>
                <a:gd name="T18" fmla="*/ 23 w 47"/>
                <a:gd name="T19"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1">
                  <a:moveTo>
                    <a:pt x="23" y="11"/>
                  </a:moveTo>
                  <a:cubicBezTo>
                    <a:pt x="17" y="11"/>
                    <a:pt x="11" y="11"/>
                    <a:pt x="5" y="11"/>
                  </a:cubicBezTo>
                  <a:cubicBezTo>
                    <a:pt x="2" y="11"/>
                    <a:pt x="0" y="8"/>
                    <a:pt x="0" y="5"/>
                  </a:cubicBezTo>
                  <a:cubicBezTo>
                    <a:pt x="0" y="2"/>
                    <a:pt x="2" y="1"/>
                    <a:pt x="5" y="0"/>
                  </a:cubicBezTo>
                  <a:cubicBezTo>
                    <a:pt x="5" y="0"/>
                    <a:pt x="5" y="0"/>
                    <a:pt x="6" y="0"/>
                  </a:cubicBezTo>
                  <a:cubicBezTo>
                    <a:pt x="17" y="0"/>
                    <a:pt x="29" y="0"/>
                    <a:pt x="41" y="0"/>
                  </a:cubicBezTo>
                  <a:cubicBezTo>
                    <a:pt x="44" y="0"/>
                    <a:pt x="46" y="2"/>
                    <a:pt x="46" y="4"/>
                  </a:cubicBezTo>
                  <a:cubicBezTo>
                    <a:pt x="47" y="7"/>
                    <a:pt x="45" y="11"/>
                    <a:pt x="41" y="11"/>
                  </a:cubicBezTo>
                  <a:cubicBezTo>
                    <a:pt x="37" y="11"/>
                    <a:pt x="32" y="11"/>
                    <a:pt x="27" y="11"/>
                  </a:cubicBezTo>
                  <a:cubicBezTo>
                    <a:pt x="26" y="11"/>
                    <a:pt x="25" y="11"/>
                    <a:pt x="2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62" name="文本框 61"/>
          <p:cNvSpPr txBox="1"/>
          <p:nvPr/>
        </p:nvSpPr>
        <p:spPr>
          <a:xfrm>
            <a:off x="5682349" y="1638329"/>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8510318" y="1623297"/>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648885" y="4647633"/>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4304722" y="4647633"/>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7122509" y="4647633"/>
            <a:ext cx="1925819" cy="923330"/>
          </a:xfrm>
          <a:prstGeom prst="rect">
            <a:avLst/>
          </a:prstGeom>
          <a:noFill/>
        </p:spPr>
        <p:txBody>
          <a:bodyPr wrap="square" rtlCol="0">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单击添加内容详情单击添加内容详情</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67" name="直接连接符 66"/>
          <p:cNvCxnSpPr/>
          <p:nvPr/>
        </p:nvCxnSpPr>
        <p:spPr>
          <a:xfrm>
            <a:off x="9474734" y="2651671"/>
            <a:ext cx="0" cy="544069"/>
          </a:xfrm>
          <a:prstGeom prst="line">
            <a:avLst/>
          </a:prstGeom>
          <a:ln w="28575">
            <a:solidFill>
              <a:srgbClr val="298D7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84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1749" y="364014"/>
            <a:ext cx="3600400"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在这里补充本页标题</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3392" y="748687"/>
            <a:ext cx="2664296" cy="276999"/>
          </a:xfrm>
          <a:prstGeom prst="rect">
            <a:avLst/>
          </a:prstGeom>
          <a:noFill/>
        </p:spPr>
        <p:txBody>
          <a:bodyPr wrap="square" rtlCol="0">
            <a:spAutoFit/>
          </a:bodyPr>
          <a:lstStyle/>
          <a:p>
            <a:r>
              <a:rPr lang="en-US" altLang="zh-CN" sz="1200" dirty="0">
                <a:solidFill>
                  <a:schemeClr val="bg1">
                    <a:lumMod val="75000"/>
                  </a:schemeClr>
                </a:solidFill>
                <a:latin typeface="微软雅黑" panose="020B0503020204020204" pitchFamily="34" charset="-122"/>
                <a:ea typeface="微软雅黑" panose="020B0503020204020204" pitchFamily="34" charset="-122"/>
              </a:rPr>
              <a:t>Click here to add your title</a:t>
            </a:r>
            <a:endParaRPr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0" y="6237312"/>
            <a:ext cx="12192000"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19336" y="6453336"/>
            <a:ext cx="1368152" cy="276999"/>
          </a:xfrm>
          <a:prstGeom prst="rect">
            <a:avLst/>
          </a:prstGeom>
          <a:noFill/>
        </p:spPr>
        <p:txBody>
          <a:bodyPr wrap="square" rtlCol="0">
            <a:spAutoFit/>
          </a:bodyPr>
          <a:lstStyle/>
          <a:p>
            <a:r>
              <a:rPr lang="zh-CN" altLang="en-US" sz="1200" dirty="0">
                <a:solidFill>
                  <a:schemeClr val="bg1">
                    <a:lumMod val="75000"/>
                  </a:schemeClr>
                </a:solidFill>
                <a:latin typeface="+mj-ea"/>
                <a:ea typeface="+mj-ea"/>
              </a:rPr>
              <a:t>公司名称</a:t>
            </a:r>
          </a:p>
        </p:txBody>
      </p:sp>
      <p:sp>
        <p:nvSpPr>
          <p:cNvPr id="7" name="微博 324"/>
          <p:cNvSpPr>
            <a:spLocks noChangeAspect="1"/>
          </p:cNvSpPr>
          <p:nvPr/>
        </p:nvSpPr>
        <p:spPr bwMode="auto">
          <a:xfrm>
            <a:off x="11280683" y="6455083"/>
            <a:ext cx="223200" cy="223200"/>
          </a:xfrm>
          <a:custGeom>
            <a:avLst/>
            <a:gdLst>
              <a:gd name="T0" fmla="*/ 1747 w 684048"/>
              <a:gd name="T1" fmla="*/ 7402 h 556307"/>
              <a:gd name="T2" fmla="*/ 1952 w 684048"/>
              <a:gd name="T3" fmla="*/ 8406 h 556307"/>
              <a:gd name="T4" fmla="*/ 1863 w 684048"/>
              <a:gd name="T5" fmla="*/ 7326 h 556307"/>
              <a:gd name="T6" fmla="*/ 2307 w 684048"/>
              <a:gd name="T7" fmla="*/ 7063 h 556307"/>
              <a:gd name="T8" fmla="*/ 2375 w 684048"/>
              <a:gd name="T9" fmla="*/ 7400 h 556307"/>
              <a:gd name="T10" fmla="*/ 2374 w 684048"/>
              <a:gd name="T11" fmla="*/ 7052 h 556307"/>
              <a:gd name="T12" fmla="*/ 3074 w 684048"/>
              <a:gd name="T13" fmla="*/ 7319 h 556307"/>
              <a:gd name="T14" fmla="*/ 1187 w 684048"/>
              <a:gd name="T15" fmla="*/ 7814 h 556307"/>
              <a:gd name="T16" fmla="*/ 2228 w 684048"/>
              <a:gd name="T17" fmla="*/ 5676 h 556307"/>
              <a:gd name="T18" fmla="*/ 2138 w 684048"/>
              <a:gd name="T19" fmla="*/ 4862 h 556307"/>
              <a:gd name="T20" fmla="*/ 2387 w 684048"/>
              <a:gd name="T21" fmla="*/ 9821 h 556307"/>
              <a:gd name="T22" fmla="*/ 2483 w 684048"/>
              <a:gd name="T23" fmla="*/ 4822 h 556307"/>
              <a:gd name="T24" fmla="*/ 4933 w 684048"/>
              <a:gd name="T25" fmla="*/ 3497 h 556307"/>
              <a:gd name="T26" fmla="*/ 4849 w 684048"/>
              <a:gd name="T27" fmla="*/ 4386 h 556307"/>
              <a:gd name="T28" fmla="*/ 4837 w 684048"/>
              <a:gd name="T29" fmla="*/ 4433 h 556307"/>
              <a:gd name="T30" fmla="*/ 4826 w 684048"/>
              <a:gd name="T31" fmla="*/ 4469 h 556307"/>
              <a:gd name="T32" fmla="*/ 4583 w 684048"/>
              <a:gd name="T33" fmla="*/ 4560 h 556307"/>
              <a:gd name="T34" fmla="*/ 4522 w 684048"/>
              <a:gd name="T35" fmla="*/ 4039 h 556307"/>
              <a:gd name="T36" fmla="*/ 4529 w 684048"/>
              <a:gd name="T37" fmla="*/ 3160 h 556307"/>
              <a:gd name="T38" fmla="*/ 4012 w 684048"/>
              <a:gd name="T39" fmla="*/ 2761 h 556307"/>
              <a:gd name="T40" fmla="*/ 3836 w 684048"/>
              <a:gd name="T41" fmla="*/ 2449 h 556307"/>
              <a:gd name="T42" fmla="*/ 3958 w 684048"/>
              <a:gd name="T43" fmla="*/ 2021 h 556307"/>
              <a:gd name="T44" fmla="*/ 2395 w 684048"/>
              <a:gd name="T45" fmla="*/ 1568 h 556307"/>
              <a:gd name="T46" fmla="*/ 4066 w 684048"/>
              <a:gd name="T47" fmla="*/ 3236 h 556307"/>
              <a:gd name="T48" fmla="*/ 4703 w 684048"/>
              <a:gd name="T49" fmla="*/ 8344 h 556307"/>
              <a:gd name="T50" fmla="*/ 2395 w 684048"/>
              <a:gd name="T51" fmla="*/ 1568 h 556307"/>
              <a:gd name="T52" fmla="*/ 5717 w 684048"/>
              <a:gd name="T53" fmla="*/ 3725 h 556307"/>
              <a:gd name="T54" fmla="*/ 5619 w 684048"/>
              <a:gd name="T55" fmla="*/ 4910 h 556307"/>
              <a:gd name="T56" fmla="*/ 5331 w 684048"/>
              <a:gd name="T57" fmla="*/ 5022 h 556307"/>
              <a:gd name="T58" fmla="*/ 5215 w 684048"/>
              <a:gd name="T59" fmla="*/ 4576 h 556307"/>
              <a:gd name="T60" fmla="*/ 4087 w 684048"/>
              <a:gd name="T61" fmla="*/ 999 h 556307"/>
              <a:gd name="T62" fmla="*/ 3928 w 684048"/>
              <a:gd name="T63" fmla="*/ 1036 h 556307"/>
              <a:gd name="T64" fmla="*/ 3734 w 684048"/>
              <a:gd name="T65" fmla="*/ 719 h 556307"/>
              <a:gd name="T66" fmla="*/ 3817 w 684048"/>
              <a:gd name="T67" fmla="*/ 71 h 556307"/>
              <a:gd name="T68" fmla="*/ 4087 w 684048"/>
              <a:gd name="T69" fmla="*/ 0 h 556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84048" h="556307">
                <a:moveTo>
                  <a:pt x="222901" y="383453"/>
                </a:moveTo>
                <a:cubicBezTo>
                  <a:pt x="218315" y="383977"/>
                  <a:pt x="213613" y="385281"/>
                  <a:pt x="209039" y="387420"/>
                </a:cubicBezTo>
                <a:cubicBezTo>
                  <a:pt x="190739" y="395979"/>
                  <a:pt x="181407" y="414680"/>
                  <a:pt x="188193" y="429191"/>
                </a:cubicBezTo>
                <a:cubicBezTo>
                  <a:pt x="194980" y="443702"/>
                  <a:pt x="215317" y="448527"/>
                  <a:pt x="233616" y="439969"/>
                </a:cubicBezTo>
                <a:cubicBezTo>
                  <a:pt x="251915" y="431410"/>
                  <a:pt x="261248" y="412709"/>
                  <a:pt x="254461" y="398198"/>
                </a:cubicBezTo>
                <a:cubicBezTo>
                  <a:pt x="249371" y="387315"/>
                  <a:pt x="236659" y="381879"/>
                  <a:pt x="222901" y="383453"/>
                </a:cubicBezTo>
                <a:close/>
                <a:moveTo>
                  <a:pt x="284035" y="369073"/>
                </a:moveTo>
                <a:cubicBezTo>
                  <a:pt x="281538" y="368297"/>
                  <a:pt x="278657" y="368441"/>
                  <a:pt x="275985" y="369691"/>
                </a:cubicBezTo>
                <a:cubicBezTo>
                  <a:pt x="270641" y="372190"/>
                  <a:pt x="268154" y="378164"/>
                  <a:pt x="270432" y="383034"/>
                </a:cubicBezTo>
                <a:cubicBezTo>
                  <a:pt x="272710" y="387904"/>
                  <a:pt x="278888" y="389825"/>
                  <a:pt x="284233" y="387325"/>
                </a:cubicBezTo>
                <a:cubicBezTo>
                  <a:pt x="289577" y="384826"/>
                  <a:pt x="292063" y="378852"/>
                  <a:pt x="289785" y="373982"/>
                </a:cubicBezTo>
                <a:cubicBezTo>
                  <a:pt x="288647" y="371547"/>
                  <a:pt x="286533" y="369850"/>
                  <a:pt x="284035" y="369073"/>
                </a:cubicBezTo>
                <a:close/>
                <a:moveTo>
                  <a:pt x="266604" y="297070"/>
                </a:moveTo>
                <a:cubicBezTo>
                  <a:pt x="319078" y="300338"/>
                  <a:pt x="362309" y="335548"/>
                  <a:pt x="367763" y="383070"/>
                </a:cubicBezTo>
                <a:cubicBezTo>
                  <a:pt x="373996" y="437381"/>
                  <a:pt x="328527" y="487207"/>
                  <a:pt x="266205" y="494360"/>
                </a:cubicBezTo>
                <a:cubicBezTo>
                  <a:pt x="203883" y="501513"/>
                  <a:pt x="148308" y="463284"/>
                  <a:pt x="142074" y="408972"/>
                </a:cubicBezTo>
                <a:cubicBezTo>
                  <a:pt x="135841" y="354661"/>
                  <a:pt x="181310" y="304835"/>
                  <a:pt x="243632" y="297682"/>
                </a:cubicBezTo>
                <a:cubicBezTo>
                  <a:pt x="251423" y="296788"/>
                  <a:pt x="259108" y="296603"/>
                  <a:pt x="266604" y="297070"/>
                </a:cubicBezTo>
                <a:close/>
                <a:moveTo>
                  <a:pt x="297042" y="252387"/>
                </a:moveTo>
                <a:cubicBezTo>
                  <a:pt x="283618" y="252176"/>
                  <a:pt x="269820" y="252839"/>
                  <a:pt x="255793" y="254449"/>
                </a:cubicBezTo>
                <a:cubicBezTo>
                  <a:pt x="143583" y="267328"/>
                  <a:pt x="59288" y="335880"/>
                  <a:pt x="67516" y="407566"/>
                </a:cubicBezTo>
                <a:cubicBezTo>
                  <a:pt x="75743" y="479252"/>
                  <a:pt x="173377" y="526925"/>
                  <a:pt x="285587" y="514046"/>
                </a:cubicBezTo>
                <a:cubicBezTo>
                  <a:pt x="397797" y="501168"/>
                  <a:pt x="482091" y="432615"/>
                  <a:pt x="473864" y="360929"/>
                </a:cubicBezTo>
                <a:cubicBezTo>
                  <a:pt x="466665" y="298204"/>
                  <a:pt x="391015" y="253864"/>
                  <a:pt x="297042" y="252387"/>
                </a:cubicBezTo>
                <a:close/>
                <a:moveTo>
                  <a:pt x="509416" y="97868"/>
                </a:moveTo>
                <a:cubicBezTo>
                  <a:pt x="544841" y="99182"/>
                  <a:pt x="588107" y="127580"/>
                  <a:pt x="590257" y="183051"/>
                </a:cubicBezTo>
                <a:cubicBezTo>
                  <a:pt x="592352" y="199448"/>
                  <a:pt x="588214" y="215684"/>
                  <a:pt x="579852" y="229407"/>
                </a:cubicBezTo>
                <a:lnTo>
                  <a:pt x="580228" y="229581"/>
                </a:lnTo>
                <a:cubicBezTo>
                  <a:pt x="580244" y="229743"/>
                  <a:pt x="580186" y="229872"/>
                  <a:pt x="580126" y="230000"/>
                </a:cubicBezTo>
                <a:lnTo>
                  <a:pt x="578707" y="232024"/>
                </a:lnTo>
                <a:cubicBezTo>
                  <a:pt x="578590" y="232839"/>
                  <a:pt x="578192" y="233485"/>
                  <a:pt x="577787" y="234126"/>
                </a:cubicBezTo>
                <a:lnTo>
                  <a:pt x="577385" y="233908"/>
                </a:lnTo>
                <a:cubicBezTo>
                  <a:pt x="572286" y="241165"/>
                  <a:pt x="563167" y="244302"/>
                  <a:pt x="554750" y="241632"/>
                </a:cubicBezTo>
                <a:lnTo>
                  <a:pt x="548315" y="238643"/>
                </a:lnTo>
                <a:cubicBezTo>
                  <a:pt x="539522" y="233101"/>
                  <a:pt x="536249" y="221620"/>
                  <a:pt x="540834" y="211750"/>
                </a:cubicBezTo>
                <a:lnTo>
                  <a:pt x="541088" y="211402"/>
                </a:lnTo>
                <a:lnTo>
                  <a:pt x="541243" y="211474"/>
                </a:lnTo>
                <a:cubicBezTo>
                  <a:pt x="549302" y="193084"/>
                  <a:pt x="546794" y="175359"/>
                  <a:pt x="541863" y="165391"/>
                </a:cubicBezTo>
                <a:cubicBezTo>
                  <a:pt x="534763" y="151042"/>
                  <a:pt x="514479" y="135118"/>
                  <a:pt x="480142" y="145181"/>
                </a:cubicBezTo>
                <a:lnTo>
                  <a:pt x="480025" y="144483"/>
                </a:lnTo>
                <a:cubicBezTo>
                  <a:pt x="471706" y="144624"/>
                  <a:pt x="464282" y="140887"/>
                  <a:pt x="461009" y="134412"/>
                </a:cubicBezTo>
                <a:lnTo>
                  <a:pt x="458966" y="128175"/>
                </a:lnTo>
                <a:cubicBezTo>
                  <a:pt x="457496" y="119354"/>
                  <a:pt x="463572" y="110158"/>
                  <a:pt x="473636" y="106144"/>
                </a:cubicBezTo>
                <a:lnTo>
                  <a:pt x="473571" y="105761"/>
                </a:lnTo>
                <a:cubicBezTo>
                  <a:pt x="485121" y="99922"/>
                  <a:pt x="497817" y="97438"/>
                  <a:pt x="509416" y="97868"/>
                </a:cubicBezTo>
                <a:close/>
                <a:moveTo>
                  <a:pt x="286518" y="82088"/>
                </a:moveTo>
                <a:cubicBezTo>
                  <a:pt x="376738" y="91976"/>
                  <a:pt x="317665" y="163994"/>
                  <a:pt x="337363" y="184000"/>
                </a:cubicBezTo>
                <a:cubicBezTo>
                  <a:pt x="387081" y="179119"/>
                  <a:pt x="437510" y="146098"/>
                  <a:pt x="486517" y="169358"/>
                </a:cubicBezTo>
                <a:cubicBezTo>
                  <a:pt x="533076" y="203014"/>
                  <a:pt x="494312" y="233925"/>
                  <a:pt x="501054" y="264835"/>
                </a:cubicBezTo>
                <a:cubicBezTo>
                  <a:pt x="649340" y="323962"/>
                  <a:pt x="585744" y="409170"/>
                  <a:pt x="562675" y="436725"/>
                </a:cubicBezTo>
                <a:cubicBezTo>
                  <a:pt x="354965" y="648778"/>
                  <a:pt x="45454" y="533772"/>
                  <a:pt x="10807" y="435328"/>
                </a:cubicBezTo>
                <a:cubicBezTo>
                  <a:pt x="-41075" y="330306"/>
                  <a:pt x="100878" y="89491"/>
                  <a:pt x="286518" y="82088"/>
                </a:cubicBezTo>
                <a:close/>
                <a:moveTo>
                  <a:pt x="489068" y="0"/>
                </a:moveTo>
                <a:cubicBezTo>
                  <a:pt x="596753" y="0"/>
                  <a:pt x="684048" y="87296"/>
                  <a:pt x="684048" y="194980"/>
                </a:cubicBezTo>
                <a:cubicBezTo>
                  <a:pt x="684048" y="216847"/>
                  <a:pt x="680448" y="237874"/>
                  <a:pt x="672966" y="257215"/>
                </a:cubicBezTo>
                <a:lnTo>
                  <a:pt x="672379" y="257003"/>
                </a:lnTo>
                <a:cubicBezTo>
                  <a:pt x="668967" y="265617"/>
                  <a:pt x="657523" y="269364"/>
                  <a:pt x="645725" y="265916"/>
                </a:cubicBezTo>
                <a:lnTo>
                  <a:pt x="637884" y="262819"/>
                </a:lnTo>
                <a:cubicBezTo>
                  <a:pt x="627530" y="257587"/>
                  <a:pt x="621785" y="247890"/>
                  <a:pt x="624308" y="239644"/>
                </a:cubicBezTo>
                <a:lnTo>
                  <a:pt x="623975" y="239524"/>
                </a:lnTo>
                <a:cubicBezTo>
                  <a:pt x="629260" y="225659"/>
                  <a:pt x="631774" y="210613"/>
                  <a:pt x="631774" y="194980"/>
                </a:cubicBezTo>
                <a:cubicBezTo>
                  <a:pt x="631774" y="116165"/>
                  <a:pt x="567883" y="52274"/>
                  <a:pt x="489068" y="52274"/>
                </a:cubicBezTo>
                <a:lnTo>
                  <a:pt x="469942" y="54202"/>
                </a:lnTo>
                <a:lnTo>
                  <a:pt x="469951" y="54239"/>
                </a:lnTo>
                <a:cubicBezTo>
                  <a:pt x="469861" y="54366"/>
                  <a:pt x="469744" y="54397"/>
                  <a:pt x="469627" y="54427"/>
                </a:cubicBezTo>
                <a:cubicBezTo>
                  <a:pt x="460634" y="56697"/>
                  <a:pt x="450861" y="49439"/>
                  <a:pt x="446718" y="37636"/>
                </a:cubicBezTo>
                <a:lnTo>
                  <a:pt x="444619" y="29323"/>
                </a:lnTo>
                <a:cubicBezTo>
                  <a:pt x="442667" y="16995"/>
                  <a:pt x="447797" y="5987"/>
                  <a:pt x="456757" y="3699"/>
                </a:cubicBezTo>
                <a:lnTo>
                  <a:pt x="456661" y="3267"/>
                </a:lnTo>
                <a:cubicBezTo>
                  <a:pt x="467135" y="923"/>
                  <a:pt x="477994" y="0"/>
                  <a:pt x="489068" y="0"/>
                </a:cubicBezTo>
                <a:close/>
              </a:path>
            </a:pathLst>
          </a:custGeom>
          <a:solidFill>
            <a:srgbClr val="C3C4C0"/>
          </a:solidFill>
          <a:ln>
            <a:noFill/>
          </a:ln>
        </p:spPr>
        <p:txBody>
          <a:bodyPr anchor="ctr"/>
          <a:lstStyle/>
          <a:p>
            <a:endParaRPr lang="zh-CN" altLang="en-US"/>
          </a:p>
        </p:txBody>
      </p:sp>
      <p:sp>
        <p:nvSpPr>
          <p:cNvPr id="8" name="信息6 348"/>
          <p:cNvSpPr>
            <a:spLocks noChangeAspect="1"/>
          </p:cNvSpPr>
          <p:nvPr/>
        </p:nvSpPr>
        <p:spPr bwMode="auto">
          <a:xfrm>
            <a:off x="11720383" y="6455083"/>
            <a:ext cx="223200" cy="223200"/>
          </a:xfrm>
          <a:custGeom>
            <a:avLst/>
            <a:gdLst>
              <a:gd name="T0" fmla="*/ 465 w 833225"/>
              <a:gd name="T1" fmla="*/ 239 h 624687"/>
              <a:gd name="T2" fmla="*/ 436 w 833225"/>
              <a:gd name="T3" fmla="*/ 275 h 624687"/>
              <a:gd name="T4" fmla="*/ 465 w 833225"/>
              <a:gd name="T5" fmla="*/ 310 h 624687"/>
              <a:gd name="T6" fmla="*/ 494 w 833225"/>
              <a:gd name="T7" fmla="*/ 275 h 624687"/>
              <a:gd name="T8" fmla="*/ 465 w 833225"/>
              <a:gd name="T9" fmla="*/ 239 h 624687"/>
              <a:gd name="T10" fmla="*/ 342 w 833225"/>
              <a:gd name="T11" fmla="*/ 239 h 624687"/>
              <a:gd name="T12" fmla="*/ 313 w 833225"/>
              <a:gd name="T13" fmla="*/ 275 h 624687"/>
              <a:gd name="T14" fmla="*/ 342 w 833225"/>
              <a:gd name="T15" fmla="*/ 310 h 624687"/>
              <a:gd name="T16" fmla="*/ 371 w 833225"/>
              <a:gd name="T17" fmla="*/ 275 h 624687"/>
              <a:gd name="T18" fmla="*/ 342 w 833225"/>
              <a:gd name="T19" fmla="*/ 239 h 624687"/>
              <a:gd name="T20" fmla="*/ 219 w 833225"/>
              <a:gd name="T21" fmla="*/ 239 h 624687"/>
              <a:gd name="T22" fmla="*/ 190 w 833225"/>
              <a:gd name="T23" fmla="*/ 275 h 624687"/>
              <a:gd name="T24" fmla="*/ 219 w 833225"/>
              <a:gd name="T25" fmla="*/ 310 h 624687"/>
              <a:gd name="T26" fmla="*/ 248 w 833225"/>
              <a:gd name="T27" fmla="*/ 275 h 624687"/>
              <a:gd name="T28" fmla="*/ 219 w 833225"/>
              <a:gd name="T29" fmla="*/ 239 h 624687"/>
              <a:gd name="T30" fmla="*/ 345 w 833225"/>
              <a:gd name="T31" fmla="*/ 0 h 624687"/>
              <a:gd name="T32" fmla="*/ 438 w 833225"/>
              <a:gd name="T33" fmla="*/ 13 h 624687"/>
              <a:gd name="T34" fmla="*/ 635 w 833225"/>
              <a:gd name="T35" fmla="*/ 397 h 624687"/>
              <a:gd name="T36" fmla="*/ 292 w 833225"/>
              <a:gd name="T37" fmla="*/ 547 h 624687"/>
              <a:gd name="T38" fmla="*/ 196 w 833225"/>
              <a:gd name="T39" fmla="*/ 618 h 624687"/>
              <a:gd name="T40" fmla="*/ 171 w 833225"/>
              <a:gd name="T41" fmla="*/ 514 h 624687"/>
              <a:gd name="T42" fmla="*/ 95 w 833225"/>
              <a:gd name="T43" fmla="*/ 83 h 624687"/>
              <a:gd name="T44" fmla="*/ 345 w 833225"/>
              <a:gd name="T45" fmla="*/ 0 h 6246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33225" h="624687">
                <a:moveTo>
                  <a:pt x="577329" y="241699"/>
                </a:moveTo>
                <a:cubicBezTo>
                  <a:pt x="557445" y="241699"/>
                  <a:pt x="541325" y="257819"/>
                  <a:pt x="541325" y="277703"/>
                </a:cubicBezTo>
                <a:cubicBezTo>
                  <a:pt x="541325" y="297587"/>
                  <a:pt x="557445" y="313707"/>
                  <a:pt x="577329" y="313707"/>
                </a:cubicBezTo>
                <a:cubicBezTo>
                  <a:pt x="597213" y="313707"/>
                  <a:pt x="613333" y="297587"/>
                  <a:pt x="613333" y="277703"/>
                </a:cubicBezTo>
                <a:cubicBezTo>
                  <a:pt x="613333" y="257819"/>
                  <a:pt x="597213" y="241699"/>
                  <a:pt x="577329" y="241699"/>
                </a:cubicBezTo>
                <a:close/>
                <a:moveTo>
                  <a:pt x="424929" y="241699"/>
                </a:moveTo>
                <a:cubicBezTo>
                  <a:pt x="405045" y="241699"/>
                  <a:pt x="388925" y="257819"/>
                  <a:pt x="388925" y="277703"/>
                </a:cubicBezTo>
                <a:cubicBezTo>
                  <a:pt x="388925" y="297587"/>
                  <a:pt x="405045" y="313707"/>
                  <a:pt x="424929" y="313707"/>
                </a:cubicBezTo>
                <a:cubicBezTo>
                  <a:pt x="444813" y="313707"/>
                  <a:pt x="460933" y="297587"/>
                  <a:pt x="460933" y="277703"/>
                </a:cubicBezTo>
                <a:cubicBezTo>
                  <a:pt x="460933" y="257819"/>
                  <a:pt x="444813" y="241699"/>
                  <a:pt x="424929" y="241699"/>
                </a:cubicBezTo>
                <a:close/>
                <a:moveTo>
                  <a:pt x="272529" y="241699"/>
                </a:moveTo>
                <a:cubicBezTo>
                  <a:pt x="252645" y="241699"/>
                  <a:pt x="236525" y="257819"/>
                  <a:pt x="236525" y="277703"/>
                </a:cubicBezTo>
                <a:cubicBezTo>
                  <a:pt x="236525" y="297587"/>
                  <a:pt x="252645" y="313707"/>
                  <a:pt x="272529" y="313707"/>
                </a:cubicBezTo>
                <a:cubicBezTo>
                  <a:pt x="292413" y="313707"/>
                  <a:pt x="308533" y="297587"/>
                  <a:pt x="308533" y="277703"/>
                </a:cubicBezTo>
                <a:cubicBezTo>
                  <a:pt x="308533" y="257819"/>
                  <a:pt x="292413" y="241699"/>
                  <a:pt x="272529" y="241699"/>
                </a:cubicBezTo>
                <a:close/>
                <a:moveTo>
                  <a:pt x="429066" y="124"/>
                </a:moveTo>
                <a:cubicBezTo>
                  <a:pt x="467414" y="891"/>
                  <a:pt x="505944" y="5202"/>
                  <a:pt x="543580" y="13237"/>
                </a:cubicBezTo>
                <a:cubicBezTo>
                  <a:pt x="786614" y="65121"/>
                  <a:pt x="903137" y="249172"/>
                  <a:pt x="789350" y="401436"/>
                </a:cubicBezTo>
                <a:cubicBezTo>
                  <a:pt x="710142" y="507428"/>
                  <a:pt x="538801" y="568267"/>
                  <a:pt x="362652" y="552944"/>
                </a:cubicBezTo>
                <a:lnTo>
                  <a:pt x="243007" y="624687"/>
                </a:lnTo>
                <a:lnTo>
                  <a:pt x="211865" y="519440"/>
                </a:lnTo>
                <a:cubicBezTo>
                  <a:pt x="-26035" y="429957"/>
                  <a:pt x="-72481" y="214611"/>
                  <a:pt x="117966" y="84077"/>
                </a:cubicBezTo>
                <a:cubicBezTo>
                  <a:pt x="200623" y="27423"/>
                  <a:pt x="314022" y="-2176"/>
                  <a:pt x="429066" y="124"/>
                </a:cubicBezTo>
                <a:close/>
              </a:path>
            </a:pathLst>
          </a:custGeom>
          <a:solidFill>
            <a:srgbClr val="C3C4C0"/>
          </a:solidFill>
          <a:ln>
            <a:noFill/>
          </a:ln>
        </p:spPr>
        <p:txBody>
          <a:bodyPr anchor="ctr"/>
          <a:lstStyle/>
          <a:p>
            <a:endParaRPr lang="zh-CN" altLang="en-US"/>
          </a:p>
        </p:txBody>
      </p:sp>
      <p:sp>
        <p:nvSpPr>
          <p:cNvPr id="9" name="Freeform 66"/>
          <p:cNvSpPr>
            <a:spLocks noChangeAspect="1" noEditPoints="1"/>
          </p:cNvSpPr>
          <p:nvPr/>
        </p:nvSpPr>
        <p:spPr bwMode="auto">
          <a:xfrm>
            <a:off x="10840983" y="6455083"/>
            <a:ext cx="223200" cy="223200"/>
          </a:xfrm>
          <a:custGeom>
            <a:avLst/>
            <a:gdLst>
              <a:gd name="T0" fmla="*/ 2147483646 w 322"/>
              <a:gd name="T1" fmla="*/ 2147483646 h 321"/>
              <a:gd name="T2" fmla="*/ 2147483646 w 322"/>
              <a:gd name="T3" fmla="*/ 2147483646 h 321"/>
              <a:gd name="T4" fmla="*/ 2147483646 w 322"/>
              <a:gd name="T5" fmla="*/ 2147483646 h 321"/>
              <a:gd name="T6" fmla="*/ 2147483646 w 322"/>
              <a:gd name="T7" fmla="*/ 2147483646 h 321"/>
              <a:gd name="T8" fmla="*/ 2147483646 w 322"/>
              <a:gd name="T9" fmla="*/ 2147483646 h 321"/>
              <a:gd name="T10" fmla="*/ 2147483646 w 322"/>
              <a:gd name="T11" fmla="*/ 2147483646 h 321"/>
              <a:gd name="T12" fmla="*/ 2147483646 w 322"/>
              <a:gd name="T13" fmla="*/ 2147483646 h 321"/>
              <a:gd name="T14" fmla="*/ 2147483646 w 322"/>
              <a:gd name="T15" fmla="*/ 2147483646 h 321"/>
              <a:gd name="T16" fmla="*/ 2147483646 w 322"/>
              <a:gd name="T17" fmla="*/ 2147483646 h 321"/>
              <a:gd name="T18" fmla="*/ 2147483646 w 322"/>
              <a:gd name="T19" fmla="*/ 2147483646 h 321"/>
              <a:gd name="T20" fmla="*/ 2147483646 w 322"/>
              <a:gd name="T21" fmla="*/ 2147483646 h 321"/>
              <a:gd name="T22" fmla="*/ 2147483646 w 322"/>
              <a:gd name="T23" fmla="*/ 2147483646 h 321"/>
              <a:gd name="T24" fmla="*/ 2147483646 w 322"/>
              <a:gd name="T25" fmla="*/ 2147483646 h 321"/>
              <a:gd name="T26" fmla="*/ 2147483646 w 322"/>
              <a:gd name="T27" fmla="*/ 2147483646 h 321"/>
              <a:gd name="T28" fmla="*/ 2147483646 w 322"/>
              <a:gd name="T29" fmla="*/ 2147483646 h 321"/>
              <a:gd name="T30" fmla="*/ 2147483646 w 322"/>
              <a:gd name="T31" fmla="*/ 2147483646 h 321"/>
              <a:gd name="T32" fmla="*/ 2147483646 w 322"/>
              <a:gd name="T33" fmla="*/ 2147483646 h 321"/>
              <a:gd name="T34" fmla="*/ 2147483646 w 322"/>
              <a:gd name="T35" fmla="*/ 2147483646 h 321"/>
              <a:gd name="T36" fmla="*/ 2147483646 w 322"/>
              <a:gd name="T37" fmla="*/ 2147483646 h 321"/>
              <a:gd name="T38" fmla="*/ 2147483646 w 322"/>
              <a:gd name="T39" fmla="*/ 2147483646 h 321"/>
              <a:gd name="T40" fmla="*/ 2147483646 w 322"/>
              <a:gd name="T41" fmla="*/ 2147483646 h 321"/>
              <a:gd name="T42" fmla="*/ 2147483646 w 322"/>
              <a:gd name="T43" fmla="*/ 2147483646 h 321"/>
              <a:gd name="T44" fmla="*/ 2147483646 w 322"/>
              <a:gd name="T45" fmla="*/ 2147483646 h 321"/>
              <a:gd name="T46" fmla="*/ 2147483646 w 322"/>
              <a:gd name="T47" fmla="*/ 2147483646 h 321"/>
              <a:gd name="T48" fmla="*/ 2147483646 w 322"/>
              <a:gd name="T49" fmla="*/ 2147483646 h 321"/>
              <a:gd name="T50" fmla="*/ 2147483646 w 322"/>
              <a:gd name="T51" fmla="*/ 2147483646 h 321"/>
              <a:gd name="T52" fmla="*/ 2147483646 w 322"/>
              <a:gd name="T53" fmla="*/ 2147483646 h 321"/>
              <a:gd name="T54" fmla="*/ 2147483646 w 322"/>
              <a:gd name="T55" fmla="*/ 2147483646 h 321"/>
              <a:gd name="T56" fmla="*/ 2147483646 w 322"/>
              <a:gd name="T57" fmla="*/ 2147483646 h 321"/>
              <a:gd name="T58" fmla="*/ 2147483646 w 322"/>
              <a:gd name="T59" fmla="*/ 2147483646 h 321"/>
              <a:gd name="T60" fmla="*/ 2147483646 w 322"/>
              <a:gd name="T61" fmla="*/ 2147483646 h 321"/>
              <a:gd name="T62" fmla="*/ 2147483646 w 322"/>
              <a:gd name="T63" fmla="*/ 2147483646 h 321"/>
              <a:gd name="T64" fmla="*/ 2147483646 w 322"/>
              <a:gd name="T65" fmla="*/ 2147483646 h 321"/>
              <a:gd name="T66" fmla="*/ 2147483646 w 322"/>
              <a:gd name="T67" fmla="*/ 2147483646 h 3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2" h="321">
                <a:moveTo>
                  <a:pt x="220" y="123"/>
                </a:moveTo>
                <a:cubicBezTo>
                  <a:pt x="220" y="25"/>
                  <a:pt x="220" y="25"/>
                  <a:pt x="220" y="25"/>
                </a:cubicBezTo>
                <a:cubicBezTo>
                  <a:pt x="220" y="25"/>
                  <a:pt x="173" y="0"/>
                  <a:pt x="117" y="19"/>
                </a:cubicBezTo>
                <a:cubicBezTo>
                  <a:pt x="220" y="123"/>
                  <a:pt x="220" y="123"/>
                  <a:pt x="220" y="123"/>
                </a:cubicBezTo>
                <a:close/>
                <a:moveTo>
                  <a:pt x="229" y="180"/>
                </a:moveTo>
                <a:cubicBezTo>
                  <a:pt x="229" y="29"/>
                  <a:pt x="229" y="29"/>
                  <a:pt x="229" y="29"/>
                </a:cubicBezTo>
                <a:cubicBezTo>
                  <a:pt x="229" y="29"/>
                  <a:pt x="286" y="55"/>
                  <a:pt x="302" y="117"/>
                </a:cubicBezTo>
                <a:cubicBezTo>
                  <a:pt x="229" y="180"/>
                  <a:pt x="229" y="180"/>
                  <a:pt x="229" y="180"/>
                </a:cubicBezTo>
                <a:close/>
                <a:moveTo>
                  <a:pt x="199" y="224"/>
                </a:moveTo>
                <a:cubicBezTo>
                  <a:pt x="303" y="126"/>
                  <a:pt x="303" y="126"/>
                  <a:pt x="303" y="126"/>
                </a:cubicBezTo>
                <a:cubicBezTo>
                  <a:pt x="303" y="126"/>
                  <a:pt x="322" y="156"/>
                  <a:pt x="294" y="224"/>
                </a:cubicBezTo>
                <a:cubicBezTo>
                  <a:pt x="199" y="224"/>
                  <a:pt x="199" y="224"/>
                  <a:pt x="199" y="224"/>
                </a:cubicBezTo>
                <a:close/>
                <a:moveTo>
                  <a:pt x="146" y="237"/>
                </a:moveTo>
                <a:cubicBezTo>
                  <a:pt x="287" y="237"/>
                  <a:pt x="287" y="237"/>
                  <a:pt x="287" y="237"/>
                </a:cubicBezTo>
                <a:cubicBezTo>
                  <a:pt x="287" y="237"/>
                  <a:pt x="270" y="283"/>
                  <a:pt x="209" y="302"/>
                </a:cubicBezTo>
                <a:cubicBezTo>
                  <a:pt x="146" y="237"/>
                  <a:pt x="146" y="237"/>
                  <a:pt x="146" y="237"/>
                </a:cubicBezTo>
                <a:close/>
                <a:moveTo>
                  <a:pt x="100" y="206"/>
                </a:moveTo>
                <a:cubicBezTo>
                  <a:pt x="100" y="297"/>
                  <a:pt x="100" y="297"/>
                  <a:pt x="100" y="297"/>
                </a:cubicBezTo>
                <a:cubicBezTo>
                  <a:pt x="100" y="297"/>
                  <a:pt x="136" y="321"/>
                  <a:pt x="199" y="305"/>
                </a:cubicBezTo>
                <a:cubicBezTo>
                  <a:pt x="100" y="206"/>
                  <a:pt x="100" y="206"/>
                  <a:pt x="100" y="206"/>
                </a:cubicBezTo>
                <a:close/>
                <a:moveTo>
                  <a:pt x="18" y="210"/>
                </a:moveTo>
                <a:cubicBezTo>
                  <a:pt x="90" y="146"/>
                  <a:pt x="90" y="146"/>
                  <a:pt x="90" y="146"/>
                </a:cubicBezTo>
                <a:cubicBezTo>
                  <a:pt x="90" y="292"/>
                  <a:pt x="90" y="292"/>
                  <a:pt x="90" y="292"/>
                </a:cubicBezTo>
                <a:cubicBezTo>
                  <a:pt x="90" y="292"/>
                  <a:pt x="47" y="277"/>
                  <a:pt x="18" y="210"/>
                </a:cubicBezTo>
                <a:close/>
                <a:moveTo>
                  <a:pt x="17" y="200"/>
                </a:moveTo>
                <a:cubicBezTo>
                  <a:pt x="17" y="200"/>
                  <a:pt x="0" y="147"/>
                  <a:pt x="23" y="102"/>
                </a:cubicBezTo>
                <a:cubicBezTo>
                  <a:pt x="121" y="102"/>
                  <a:pt x="121" y="102"/>
                  <a:pt x="121" y="102"/>
                </a:cubicBezTo>
                <a:cubicBezTo>
                  <a:pt x="17" y="200"/>
                  <a:pt x="17" y="200"/>
                  <a:pt x="17" y="200"/>
                </a:cubicBezTo>
                <a:close/>
                <a:moveTo>
                  <a:pt x="29" y="91"/>
                </a:moveTo>
                <a:cubicBezTo>
                  <a:pt x="29" y="91"/>
                  <a:pt x="50" y="45"/>
                  <a:pt x="106" y="23"/>
                </a:cubicBezTo>
                <a:cubicBezTo>
                  <a:pt x="173" y="91"/>
                  <a:pt x="173" y="91"/>
                  <a:pt x="173" y="91"/>
                </a:cubicBezTo>
                <a:cubicBezTo>
                  <a:pt x="29" y="91"/>
                  <a:pt x="29" y="91"/>
                  <a:pt x="29" y="91"/>
                </a:cubicBezTo>
                <a:close/>
                <a:moveTo>
                  <a:pt x="29" y="91"/>
                </a:moveTo>
                <a:cubicBezTo>
                  <a:pt x="29" y="91"/>
                  <a:pt x="29" y="91"/>
                  <a:pt x="29" y="91"/>
                </a:cubicBezTo>
              </a:path>
            </a:pathLst>
          </a:custGeom>
          <a:solidFill>
            <a:srgbClr val="C3C4C0"/>
          </a:solidFill>
          <a:ln>
            <a:noFill/>
          </a:ln>
        </p:spPr>
        <p:txBody>
          <a:bodyPr/>
          <a:lstStyle/>
          <a:p>
            <a:endParaRPr lang="zh-CN" altLang="en-US"/>
          </a:p>
        </p:txBody>
      </p:sp>
      <p:sp>
        <p:nvSpPr>
          <p:cNvPr id="10" name="任意多边形 9"/>
          <p:cNvSpPr/>
          <p:nvPr/>
        </p:nvSpPr>
        <p:spPr>
          <a:xfrm>
            <a:off x="0" y="404664"/>
            <a:ext cx="623392" cy="288032"/>
          </a:xfrm>
          <a:custGeom>
            <a:avLst/>
            <a:gdLst>
              <a:gd name="connsiteX0" fmla="*/ 0 w 623392"/>
              <a:gd name="connsiteY0" fmla="*/ 0 h 288032"/>
              <a:gd name="connsiteX1" fmla="*/ 311358 w 623392"/>
              <a:gd name="connsiteY1" fmla="*/ 0 h 288032"/>
              <a:gd name="connsiteX2" fmla="*/ 335360 w 623392"/>
              <a:gd name="connsiteY2" fmla="*/ 0 h 288032"/>
              <a:gd name="connsiteX3" fmla="*/ 575386 w 623392"/>
              <a:gd name="connsiteY3" fmla="*/ 0 h 288032"/>
              <a:gd name="connsiteX4" fmla="*/ 623392 w 623392"/>
              <a:gd name="connsiteY4" fmla="*/ 48006 h 288032"/>
              <a:gd name="connsiteX5" fmla="*/ 623392 w 623392"/>
              <a:gd name="connsiteY5" fmla="*/ 240026 h 288032"/>
              <a:gd name="connsiteX6" fmla="*/ 575386 w 623392"/>
              <a:gd name="connsiteY6" fmla="*/ 288032 h 288032"/>
              <a:gd name="connsiteX7" fmla="*/ 335360 w 623392"/>
              <a:gd name="connsiteY7" fmla="*/ 288032 h 288032"/>
              <a:gd name="connsiteX8" fmla="*/ 311358 w 623392"/>
              <a:gd name="connsiteY8" fmla="*/ 288032 h 288032"/>
              <a:gd name="connsiteX9" fmla="*/ 0 w 623392"/>
              <a:gd name="connsiteY9" fmla="*/ 288032 h 28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3392" h="288032">
                <a:moveTo>
                  <a:pt x="0" y="0"/>
                </a:moveTo>
                <a:lnTo>
                  <a:pt x="311358" y="0"/>
                </a:lnTo>
                <a:lnTo>
                  <a:pt x="335360" y="0"/>
                </a:lnTo>
                <a:lnTo>
                  <a:pt x="575386" y="0"/>
                </a:lnTo>
                <a:cubicBezTo>
                  <a:pt x="601899" y="0"/>
                  <a:pt x="623392" y="21493"/>
                  <a:pt x="623392" y="48006"/>
                </a:cubicBezTo>
                <a:lnTo>
                  <a:pt x="623392" y="240026"/>
                </a:lnTo>
                <a:cubicBezTo>
                  <a:pt x="623392" y="266539"/>
                  <a:pt x="601899" y="288032"/>
                  <a:pt x="575386" y="288032"/>
                </a:cubicBezTo>
                <a:lnTo>
                  <a:pt x="335360" y="288032"/>
                </a:lnTo>
                <a:lnTo>
                  <a:pt x="311358" y="288032"/>
                </a:lnTo>
                <a:lnTo>
                  <a:pt x="0" y="288032"/>
                </a:lnTo>
                <a:close/>
              </a:path>
            </a:pathLst>
          </a:custGeom>
          <a:solidFill>
            <a:srgbClr val="ED54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1</a:t>
            </a:r>
            <a:endParaRPr lang="zh-CN" altLang="en-US" sz="1400" dirty="0"/>
          </a:p>
        </p:txBody>
      </p:sp>
      <p:grpSp>
        <p:nvGrpSpPr>
          <p:cNvPr id="11" name="组合 10"/>
          <p:cNvGrpSpPr/>
          <p:nvPr/>
        </p:nvGrpSpPr>
        <p:grpSpPr>
          <a:xfrm>
            <a:off x="3795148" y="1201897"/>
            <a:ext cx="4601705" cy="4526215"/>
            <a:chOff x="3795148" y="1201897"/>
            <a:chExt cx="4601705" cy="4526215"/>
          </a:xfrm>
        </p:grpSpPr>
        <p:grpSp>
          <p:nvGrpSpPr>
            <p:cNvPr id="12" name="组合 11"/>
            <p:cNvGrpSpPr/>
            <p:nvPr/>
          </p:nvGrpSpPr>
          <p:grpSpPr>
            <a:xfrm>
              <a:off x="3795148" y="1201897"/>
              <a:ext cx="4601705" cy="4526215"/>
              <a:chOff x="435326" y="862991"/>
              <a:chExt cx="4601705" cy="4526215"/>
            </a:xfrm>
          </p:grpSpPr>
          <p:sp>
            <p:nvSpPr>
              <p:cNvPr id="25" name="任意多边形 24"/>
              <p:cNvSpPr>
                <a:spLocks/>
              </p:cNvSpPr>
              <p:nvPr/>
            </p:nvSpPr>
            <p:spPr bwMode="auto">
              <a:xfrm rot="1207954">
                <a:off x="1453520" y="862991"/>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ED5564"/>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6" name="任意多边形 25"/>
              <p:cNvSpPr>
                <a:spLocks/>
              </p:cNvSpPr>
              <p:nvPr/>
            </p:nvSpPr>
            <p:spPr bwMode="auto">
              <a:xfrm rot="4864681">
                <a:off x="2903419" y="1333194"/>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FDCF57"/>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7" name="任意多边形 26"/>
              <p:cNvSpPr>
                <a:spLocks/>
              </p:cNvSpPr>
              <p:nvPr/>
            </p:nvSpPr>
            <p:spPr bwMode="auto">
              <a:xfrm rot="8431534">
                <a:off x="3245975" y="2714996"/>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48CFAE"/>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8" name="任意多边形 27"/>
              <p:cNvSpPr>
                <a:spLocks/>
              </p:cNvSpPr>
              <p:nvPr/>
            </p:nvSpPr>
            <p:spPr bwMode="auto">
              <a:xfrm rot="12108867">
                <a:off x="2236764" y="3745157"/>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5D9CEC"/>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9" name="任意多边形 28"/>
              <p:cNvSpPr>
                <a:spLocks/>
              </p:cNvSpPr>
              <p:nvPr/>
            </p:nvSpPr>
            <p:spPr bwMode="auto">
              <a:xfrm rot="15723068">
                <a:off x="763687" y="3367495"/>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9FD567"/>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30" name="任意多边形 29"/>
              <p:cNvSpPr>
                <a:spLocks/>
              </p:cNvSpPr>
              <p:nvPr/>
            </p:nvSpPr>
            <p:spPr bwMode="auto">
              <a:xfrm rot="19150612">
                <a:off x="435326" y="1967589"/>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AB92EE"/>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grpSp>
        <p:sp>
          <p:nvSpPr>
            <p:cNvPr id="13" name="文本框 12"/>
            <p:cNvSpPr txBox="1"/>
            <p:nvPr/>
          </p:nvSpPr>
          <p:spPr>
            <a:xfrm>
              <a:off x="5874077" y="2551714"/>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01</a:t>
              </a:r>
              <a:endParaRPr lang="zh-CN" altLang="en-US" sz="1400" dirty="0">
                <a:solidFill>
                  <a:schemeClr val="tx1">
                    <a:lumMod val="50000"/>
                    <a:lumOff val="50000"/>
                  </a:schemeClr>
                </a:solidFill>
                <a:latin typeface="+mj-ea"/>
                <a:ea typeface="+mj-ea"/>
              </a:endParaRPr>
            </a:p>
          </p:txBody>
        </p:sp>
        <p:sp>
          <p:nvSpPr>
            <p:cNvPr id="14" name="文本框 13"/>
            <p:cNvSpPr txBox="1"/>
            <p:nvPr/>
          </p:nvSpPr>
          <p:spPr>
            <a:xfrm>
              <a:off x="6557460" y="3012201"/>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02</a:t>
              </a:r>
              <a:endParaRPr lang="zh-CN" altLang="en-US" sz="1400" dirty="0">
                <a:solidFill>
                  <a:schemeClr val="tx1">
                    <a:lumMod val="50000"/>
                    <a:lumOff val="50000"/>
                  </a:schemeClr>
                </a:solidFill>
                <a:latin typeface="+mj-ea"/>
                <a:ea typeface="+mj-ea"/>
              </a:endParaRPr>
            </a:p>
          </p:txBody>
        </p:sp>
        <p:sp>
          <p:nvSpPr>
            <p:cNvPr id="15" name="文本框 14"/>
            <p:cNvSpPr txBox="1"/>
            <p:nvPr/>
          </p:nvSpPr>
          <p:spPr>
            <a:xfrm>
              <a:off x="6517838" y="3728068"/>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03</a:t>
              </a:r>
              <a:endParaRPr lang="zh-CN" altLang="en-US" sz="1400" dirty="0">
                <a:solidFill>
                  <a:schemeClr val="tx1">
                    <a:lumMod val="50000"/>
                    <a:lumOff val="50000"/>
                  </a:schemeClr>
                </a:solidFill>
                <a:latin typeface="+mj-ea"/>
                <a:ea typeface="+mj-ea"/>
              </a:endParaRPr>
            </a:p>
          </p:txBody>
        </p:sp>
        <p:sp>
          <p:nvSpPr>
            <p:cNvPr id="16" name="文本框 15"/>
            <p:cNvSpPr txBox="1"/>
            <p:nvPr/>
          </p:nvSpPr>
          <p:spPr>
            <a:xfrm>
              <a:off x="5916250" y="405860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04</a:t>
              </a:r>
              <a:endParaRPr lang="zh-CN" altLang="en-US" sz="1400" dirty="0">
                <a:solidFill>
                  <a:schemeClr val="tx1">
                    <a:lumMod val="50000"/>
                    <a:lumOff val="50000"/>
                  </a:schemeClr>
                </a:solidFill>
                <a:latin typeface="+mj-ea"/>
                <a:ea typeface="+mj-ea"/>
              </a:endParaRPr>
            </a:p>
          </p:txBody>
        </p:sp>
        <p:sp>
          <p:nvSpPr>
            <p:cNvPr id="17" name="文本框 16"/>
            <p:cNvSpPr txBox="1"/>
            <p:nvPr/>
          </p:nvSpPr>
          <p:spPr>
            <a:xfrm>
              <a:off x="5232309" y="372203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05</a:t>
              </a:r>
              <a:endParaRPr lang="zh-CN" altLang="en-US" sz="1400" dirty="0">
                <a:solidFill>
                  <a:schemeClr val="tx1">
                    <a:lumMod val="50000"/>
                    <a:lumOff val="50000"/>
                  </a:schemeClr>
                </a:solidFill>
                <a:latin typeface="+mj-ea"/>
                <a:ea typeface="+mj-ea"/>
              </a:endParaRPr>
            </a:p>
          </p:txBody>
        </p:sp>
        <p:sp>
          <p:nvSpPr>
            <p:cNvPr id="18" name="文本框 17"/>
            <p:cNvSpPr txBox="1"/>
            <p:nvPr/>
          </p:nvSpPr>
          <p:spPr>
            <a:xfrm>
              <a:off x="5271133" y="294851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06</a:t>
              </a:r>
              <a:endParaRPr lang="zh-CN" altLang="en-US" sz="1400" dirty="0">
                <a:solidFill>
                  <a:schemeClr val="tx1">
                    <a:lumMod val="50000"/>
                    <a:lumOff val="50000"/>
                  </a:schemeClr>
                </a:solidFill>
                <a:latin typeface="+mj-ea"/>
                <a:ea typeface="+mj-ea"/>
              </a:endParaRPr>
            </a:p>
          </p:txBody>
        </p:sp>
        <p:sp>
          <p:nvSpPr>
            <p:cNvPr id="19" name="Freeform 60"/>
            <p:cNvSpPr>
              <a:spLocks noChangeAspect="1" noEditPoints="1"/>
            </p:cNvSpPr>
            <p:nvPr/>
          </p:nvSpPr>
          <p:spPr bwMode="auto">
            <a:xfrm flipH="1">
              <a:off x="5327464" y="1573857"/>
              <a:ext cx="360000" cy="360000"/>
            </a:xfrm>
            <a:custGeom>
              <a:avLst/>
              <a:gdLst>
                <a:gd name="T0" fmla="*/ 166 w 296"/>
                <a:gd name="T1" fmla="*/ 92 h 295"/>
                <a:gd name="T2" fmla="*/ 296 w 296"/>
                <a:gd name="T3" fmla="*/ 92 h 295"/>
                <a:gd name="T4" fmla="*/ 296 w 296"/>
                <a:gd name="T5" fmla="*/ 111 h 295"/>
                <a:gd name="T6" fmla="*/ 166 w 296"/>
                <a:gd name="T7" fmla="*/ 111 h 295"/>
                <a:gd name="T8" fmla="*/ 166 w 296"/>
                <a:gd name="T9" fmla="*/ 92 h 295"/>
                <a:gd name="T10" fmla="*/ 166 w 296"/>
                <a:gd name="T11" fmla="*/ 92 h 295"/>
                <a:gd name="T12" fmla="*/ 0 w 296"/>
                <a:gd name="T13" fmla="*/ 295 h 295"/>
                <a:gd name="T14" fmla="*/ 149 w 296"/>
                <a:gd name="T15" fmla="*/ 295 h 295"/>
                <a:gd name="T16" fmla="*/ 149 w 296"/>
                <a:gd name="T17" fmla="*/ 0 h 295"/>
                <a:gd name="T18" fmla="*/ 0 w 296"/>
                <a:gd name="T19" fmla="*/ 0 h 295"/>
                <a:gd name="T20" fmla="*/ 0 w 296"/>
                <a:gd name="T21" fmla="*/ 295 h 295"/>
                <a:gd name="T22" fmla="*/ 0 w 296"/>
                <a:gd name="T23" fmla="*/ 295 h 295"/>
                <a:gd name="T24" fmla="*/ 93 w 296"/>
                <a:gd name="T25" fmla="*/ 38 h 295"/>
                <a:gd name="T26" fmla="*/ 128 w 296"/>
                <a:gd name="T27" fmla="*/ 38 h 295"/>
                <a:gd name="T28" fmla="*/ 128 w 296"/>
                <a:gd name="T29" fmla="*/ 73 h 295"/>
                <a:gd name="T30" fmla="*/ 93 w 296"/>
                <a:gd name="T31" fmla="*/ 73 h 295"/>
                <a:gd name="T32" fmla="*/ 93 w 296"/>
                <a:gd name="T33" fmla="*/ 38 h 295"/>
                <a:gd name="T34" fmla="*/ 93 w 296"/>
                <a:gd name="T35" fmla="*/ 38 h 295"/>
                <a:gd name="T36" fmla="*/ 93 w 296"/>
                <a:gd name="T37" fmla="*/ 111 h 295"/>
                <a:gd name="T38" fmla="*/ 128 w 296"/>
                <a:gd name="T39" fmla="*/ 111 h 295"/>
                <a:gd name="T40" fmla="*/ 128 w 296"/>
                <a:gd name="T41" fmla="*/ 146 h 295"/>
                <a:gd name="T42" fmla="*/ 93 w 296"/>
                <a:gd name="T43" fmla="*/ 146 h 295"/>
                <a:gd name="T44" fmla="*/ 93 w 296"/>
                <a:gd name="T45" fmla="*/ 111 h 295"/>
                <a:gd name="T46" fmla="*/ 93 w 296"/>
                <a:gd name="T47" fmla="*/ 111 h 295"/>
                <a:gd name="T48" fmla="*/ 93 w 296"/>
                <a:gd name="T49" fmla="*/ 184 h 295"/>
                <a:gd name="T50" fmla="*/ 128 w 296"/>
                <a:gd name="T51" fmla="*/ 184 h 295"/>
                <a:gd name="T52" fmla="*/ 128 w 296"/>
                <a:gd name="T53" fmla="*/ 220 h 295"/>
                <a:gd name="T54" fmla="*/ 93 w 296"/>
                <a:gd name="T55" fmla="*/ 220 h 295"/>
                <a:gd name="T56" fmla="*/ 93 w 296"/>
                <a:gd name="T57" fmla="*/ 184 h 295"/>
                <a:gd name="T58" fmla="*/ 93 w 296"/>
                <a:gd name="T59" fmla="*/ 184 h 295"/>
                <a:gd name="T60" fmla="*/ 22 w 296"/>
                <a:gd name="T61" fmla="*/ 38 h 295"/>
                <a:gd name="T62" fmla="*/ 57 w 296"/>
                <a:gd name="T63" fmla="*/ 38 h 295"/>
                <a:gd name="T64" fmla="*/ 57 w 296"/>
                <a:gd name="T65" fmla="*/ 73 h 295"/>
                <a:gd name="T66" fmla="*/ 22 w 296"/>
                <a:gd name="T67" fmla="*/ 73 h 295"/>
                <a:gd name="T68" fmla="*/ 22 w 296"/>
                <a:gd name="T69" fmla="*/ 38 h 295"/>
                <a:gd name="T70" fmla="*/ 22 w 296"/>
                <a:gd name="T71" fmla="*/ 38 h 295"/>
                <a:gd name="T72" fmla="*/ 22 w 296"/>
                <a:gd name="T73" fmla="*/ 111 h 295"/>
                <a:gd name="T74" fmla="*/ 57 w 296"/>
                <a:gd name="T75" fmla="*/ 111 h 295"/>
                <a:gd name="T76" fmla="*/ 57 w 296"/>
                <a:gd name="T77" fmla="*/ 146 h 295"/>
                <a:gd name="T78" fmla="*/ 22 w 296"/>
                <a:gd name="T79" fmla="*/ 146 h 295"/>
                <a:gd name="T80" fmla="*/ 22 w 296"/>
                <a:gd name="T81" fmla="*/ 111 h 295"/>
                <a:gd name="T82" fmla="*/ 22 w 296"/>
                <a:gd name="T83" fmla="*/ 111 h 295"/>
                <a:gd name="T84" fmla="*/ 22 w 296"/>
                <a:gd name="T85" fmla="*/ 184 h 295"/>
                <a:gd name="T86" fmla="*/ 57 w 296"/>
                <a:gd name="T87" fmla="*/ 184 h 295"/>
                <a:gd name="T88" fmla="*/ 57 w 296"/>
                <a:gd name="T89" fmla="*/ 220 h 295"/>
                <a:gd name="T90" fmla="*/ 22 w 296"/>
                <a:gd name="T91" fmla="*/ 220 h 295"/>
                <a:gd name="T92" fmla="*/ 22 w 296"/>
                <a:gd name="T93" fmla="*/ 184 h 295"/>
                <a:gd name="T94" fmla="*/ 22 w 296"/>
                <a:gd name="T95" fmla="*/ 184 h 295"/>
                <a:gd name="T96" fmla="*/ 166 w 296"/>
                <a:gd name="T97" fmla="*/ 295 h 295"/>
                <a:gd name="T98" fmla="*/ 204 w 296"/>
                <a:gd name="T99" fmla="*/ 295 h 295"/>
                <a:gd name="T100" fmla="*/ 204 w 296"/>
                <a:gd name="T101" fmla="*/ 220 h 295"/>
                <a:gd name="T102" fmla="*/ 258 w 296"/>
                <a:gd name="T103" fmla="*/ 220 h 295"/>
                <a:gd name="T104" fmla="*/ 258 w 296"/>
                <a:gd name="T105" fmla="*/ 295 h 295"/>
                <a:gd name="T106" fmla="*/ 296 w 296"/>
                <a:gd name="T107" fmla="*/ 295 h 295"/>
                <a:gd name="T108" fmla="*/ 296 w 296"/>
                <a:gd name="T109" fmla="*/ 127 h 295"/>
                <a:gd name="T110" fmla="*/ 166 w 296"/>
                <a:gd name="T111" fmla="*/ 127 h 295"/>
                <a:gd name="T112" fmla="*/ 166 w 296"/>
                <a:gd name="T113" fmla="*/ 295 h 295"/>
                <a:gd name="T114" fmla="*/ 166 w 296"/>
                <a:gd name="T115" fmla="*/ 295 h 295"/>
                <a:gd name="T116" fmla="*/ 166 w 296"/>
                <a:gd name="T117" fmla="*/ 295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6" h="295">
                  <a:moveTo>
                    <a:pt x="166" y="92"/>
                  </a:moveTo>
                  <a:lnTo>
                    <a:pt x="296" y="92"/>
                  </a:lnTo>
                  <a:lnTo>
                    <a:pt x="296" y="111"/>
                  </a:lnTo>
                  <a:lnTo>
                    <a:pt x="166" y="111"/>
                  </a:lnTo>
                  <a:lnTo>
                    <a:pt x="166" y="92"/>
                  </a:lnTo>
                  <a:lnTo>
                    <a:pt x="166" y="92"/>
                  </a:lnTo>
                  <a:close/>
                  <a:moveTo>
                    <a:pt x="0" y="295"/>
                  </a:moveTo>
                  <a:lnTo>
                    <a:pt x="149" y="295"/>
                  </a:lnTo>
                  <a:lnTo>
                    <a:pt x="149" y="0"/>
                  </a:lnTo>
                  <a:lnTo>
                    <a:pt x="0" y="0"/>
                  </a:lnTo>
                  <a:lnTo>
                    <a:pt x="0" y="295"/>
                  </a:lnTo>
                  <a:lnTo>
                    <a:pt x="0" y="295"/>
                  </a:lnTo>
                  <a:close/>
                  <a:moveTo>
                    <a:pt x="93" y="38"/>
                  </a:moveTo>
                  <a:lnTo>
                    <a:pt x="128" y="38"/>
                  </a:lnTo>
                  <a:lnTo>
                    <a:pt x="128" y="73"/>
                  </a:lnTo>
                  <a:lnTo>
                    <a:pt x="93" y="73"/>
                  </a:lnTo>
                  <a:lnTo>
                    <a:pt x="93" y="38"/>
                  </a:lnTo>
                  <a:lnTo>
                    <a:pt x="93" y="38"/>
                  </a:lnTo>
                  <a:close/>
                  <a:moveTo>
                    <a:pt x="93" y="111"/>
                  </a:moveTo>
                  <a:lnTo>
                    <a:pt x="128" y="111"/>
                  </a:lnTo>
                  <a:lnTo>
                    <a:pt x="128" y="146"/>
                  </a:lnTo>
                  <a:lnTo>
                    <a:pt x="93" y="146"/>
                  </a:lnTo>
                  <a:lnTo>
                    <a:pt x="93" y="111"/>
                  </a:lnTo>
                  <a:lnTo>
                    <a:pt x="93" y="111"/>
                  </a:lnTo>
                  <a:close/>
                  <a:moveTo>
                    <a:pt x="93" y="184"/>
                  </a:moveTo>
                  <a:lnTo>
                    <a:pt x="128" y="184"/>
                  </a:lnTo>
                  <a:lnTo>
                    <a:pt x="128" y="220"/>
                  </a:lnTo>
                  <a:lnTo>
                    <a:pt x="93" y="220"/>
                  </a:lnTo>
                  <a:lnTo>
                    <a:pt x="93" y="184"/>
                  </a:lnTo>
                  <a:lnTo>
                    <a:pt x="93" y="184"/>
                  </a:lnTo>
                  <a:close/>
                  <a:moveTo>
                    <a:pt x="22" y="38"/>
                  </a:moveTo>
                  <a:lnTo>
                    <a:pt x="57" y="38"/>
                  </a:lnTo>
                  <a:lnTo>
                    <a:pt x="57" y="73"/>
                  </a:lnTo>
                  <a:lnTo>
                    <a:pt x="22" y="73"/>
                  </a:lnTo>
                  <a:lnTo>
                    <a:pt x="22" y="38"/>
                  </a:lnTo>
                  <a:lnTo>
                    <a:pt x="22" y="38"/>
                  </a:lnTo>
                  <a:close/>
                  <a:moveTo>
                    <a:pt x="22" y="111"/>
                  </a:moveTo>
                  <a:lnTo>
                    <a:pt x="57" y="111"/>
                  </a:lnTo>
                  <a:lnTo>
                    <a:pt x="57" y="146"/>
                  </a:lnTo>
                  <a:lnTo>
                    <a:pt x="22" y="146"/>
                  </a:lnTo>
                  <a:lnTo>
                    <a:pt x="22" y="111"/>
                  </a:lnTo>
                  <a:lnTo>
                    <a:pt x="22" y="111"/>
                  </a:lnTo>
                  <a:close/>
                  <a:moveTo>
                    <a:pt x="22" y="184"/>
                  </a:moveTo>
                  <a:lnTo>
                    <a:pt x="57" y="184"/>
                  </a:lnTo>
                  <a:lnTo>
                    <a:pt x="57" y="220"/>
                  </a:lnTo>
                  <a:lnTo>
                    <a:pt x="22" y="220"/>
                  </a:lnTo>
                  <a:lnTo>
                    <a:pt x="22" y="184"/>
                  </a:lnTo>
                  <a:lnTo>
                    <a:pt x="22" y="184"/>
                  </a:lnTo>
                  <a:close/>
                  <a:moveTo>
                    <a:pt x="166" y="295"/>
                  </a:moveTo>
                  <a:lnTo>
                    <a:pt x="204" y="295"/>
                  </a:lnTo>
                  <a:lnTo>
                    <a:pt x="204" y="220"/>
                  </a:lnTo>
                  <a:lnTo>
                    <a:pt x="258" y="220"/>
                  </a:lnTo>
                  <a:lnTo>
                    <a:pt x="258" y="295"/>
                  </a:lnTo>
                  <a:lnTo>
                    <a:pt x="296" y="295"/>
                  </a:lnTo>
                  <a:lnTo>
                    <a:pt x="296" y="127"/>
                  </a:lnTo>
                  <a:lnTo>
                    <a:pt x="166" y="127"/>
                  </a:lnTo>
                  <a:lnTo>
                    <a:pt x="166" y="295"/>
                  </a:lnTo>
                  <a:close/>
                  <a:moveTo>
                    <a:pt x="166" y="295"/>
                  </a:moveTo>
                  <a:lnTo>
                    <a:pt x="166" y="29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0" name="Freeform 254"/>
            <p:cNvSpPr>
              <a:spLocks noChangeAspect="1" noEditPoints="1"/>
            </p:cNvSpPr>
            <p:nvPr/>
          </p:nvSpPr>
          <p:spPr bwMode="auto">
            <a:xfrm>
              <a:off x="7138891" y="2023921"/>
              <a:ext cx="288681" cy="360000"/>
            </a:xfrm>
            <a:custGeom>
              <a:avLst/>
              <a:gdLst>
                <a:gd name="T0" fmla="*/ 2147483646 w 48"/>
                <a:gd name="T1" fmla="*/ 2147483646 h 60"/>
                <a:gd name="T2" fmla="*/ 2147483646 w 48"/>
                <a:gd name="T3" fmla="*/ 0 h 60"/>
                <a:gd name="T4" fmla="*/ 2147483646 w 48"/>
                <a:gd name="T5" fmla="*/ 2147483646 h 60"/>
                <a:gd name="T6" fmla="*/ 2147483646 w 48"/>
                <a:gd name="T7" fmla="*/ 2147483646 h 60"/>
                <a:gd name="T8" fmla="*/ 2147483646 w 48"/>
                <a:gd name="T9" fmla="*/ 2147483646 h 60"/>
                <a:gd name="T10" fmla="*/ 2147483646 w 48"/>
                <a:gd name="T11" fmla="*/ 2147483646 h 60"/>
                <a:gd name="T12" fmla="*/ 2147483646 w 48"/>
                <a:gd name="T13" fmla="*/ 2147483646 h 60"/>
                <a:gd name="T14" fmla="*/ 2147483646 w 48"/>
                <a:gd name="T15" fmla="*/ 2147483646 h 60"/>
                <a:gd name="T16" fmla="*/ 2147483646 w 48"/>
                <a:gd name="T17" fmla="*/ 2147483646 h 60"/>
                <a:gd name="T18" fmla="*/ 2147483646 w 48"/>
                <a:gd name="T19" fmla="*/ 2147483646 h 60"/>
                <a:gd name="T20" fmla="*/ 2147483646 w 48"/>
                <a:gd name="T21" fmla="*/ 2147483646 h 60"/>
                <a:gd name="T22" fmla="*/ 2147483646 w 48"/>
                <a:gd name="T23" fmla="*/ 2147483646 h 60"/>
                <a:gd name="T24" fmla="*/ 2147483646 w 48"/>
                <a:gd name="T25" fmla="*/ 2147483646 h 60"/>
                <a:gd name="T26" fmla="*/ 2147483646 w 48"/>
                <a:gd name="T27" fmla="*/ 2147483646 h 60"/>
                <a:gd name="T28" fmla="*/ 0 w 48"/>
                <a:gd name="T29" fmla="*/ 2147483646 h 60"/>
                <a:gd name="T30" fmla="*/ 0 w 48"/>
                <a:gd name="T31" fmla="*/ 2147483646 h 60"/>
                <a:gd name="T32" fmla="*/ 2147483646 w 48"/>
                <a:gd name="T33" fmla="*/ 2147483646 h 60"/>
                <a:gd name="T34" fmla="*/ 2147483646 w 48"/>
                <a:gd name="T35" fmla="*/ 2147483646 h 60"/>
                <a:gd name="T36" fmla="*/ 2147483646 w 48"/>
                <a:gd name="T37" fmla="*/ 2147483646 h 6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60">
                  <a:moveTo>
                    <a:pt x="12" y="12"/>
                  </a:moveTo>
                  <a:cubicBezTo>
                    <a:pt x="12" y="5"/>
                    <a:pt x="17" y="0"/>
                    <a:pt x="24" y="0"/>
                  </a:cubicBezTo>
                  <a:cubicBezTo>
                    <a:pt x="31" y="0"/>
                    <a:pt x="36" y="5"/>
                    <a:pt x="36" y="12"/>
                  </a:cubicBezTo>
                  <a:cubicBezTo>
                    <a:pt x="36" y="19"/>
                    <a:pt x="31" y="24"/>
                    <a:pt x="24" y="24"/>
                  </a:cubicBezTo>
                  <a:cubicBezTo>
                    <a:pt x="17" y="24"/>
                    <a:pt x="12" y="19"/>
                    <a:pt x="12" y="12"/>
                  </a:cubicBezTo>
                  <a:moveTo>
                    <a:pt x="40" y="28"/>
                  </a:moveTo>
                  <a:cubicBezTo>
                    <a:pt x="38" y="28"/>
                    <a:pt x="38" y="28"/>
                    <a:pt x="38" y="28"/>
                  </a:cubicBezTo>
                  <a:cubicBezTo>
                    <a:pt x="25" y="53"/>
                    <a:pt x="25" y="53"/>
                    <a:pt x="25" y="53"/>
                  </a:cubicBezTo>
                  <a:cubicBezTo>
                    <a:pt x="30" y="30"/>
                    <a:pt x="30" y="30"/>
                    <a:pt x="30" y="30"/>
                  </a:cubicBezTo>
                  <a:cubicBezTo>
                    <a:pt x="24" y="24"/>
                    <a:pt x="24" y="24"/>
                    <a:pt x="24" y="24"/>
                  </a:cubicBezTo>
                  <a:cubicBezTo>
                    <a:pt x="18" y="30"/>
                    <a:pt x="18" y="30"/>
                    <a:pt x="18" y="30"/>
                  </a:cubicBezTo>
                  <a:cubicBezTo>
                    <a:pt x="23" y="53"/>
                    <a:pt x="23" y="53"/>
                    <a:pt x="23" y="53"/>
                  </a:cubicBezTo>
                  <a:cubicBezTo>
                    <a:pt x="10" y="28"/>
                    <a:pt x="10" y="28"/>
                    <a:pt x="10" y="28"/>
                  </a:cubicBezTo>
                  <a:cubicBezTo>
                    <a:pt x="8" y="28"/>
                    <a:pt x="8" y="28"/>
                    <a:pt x="8" y="28"/>
                  </a:cubicBezTo>
                  <a:cubicBezTo>
                    <a:pt x="0" y="28"/>
                    <a:pt x="0" y="33"/>
                    <a:pt x="0" y="40"/>
                  </a:cubicBezTo>
                  <a:cubicBezTo>
                    <a:pt x="0" y="60"/>
                    <a:pt x="0" y="60"/>
                    <a:pt x="0" y="60"/>
                  </a:cubicBezTo>
                  <a:cubicBezTo>
                    <a:pt x="48" y="60"/>
                    <a:pt x="48" y="60"/>
                    <a:pt x="48" y="60"/>
                  </a:cubicBezTo>
                  <a:cubicBezTo>
                    <a:pt x="48" y="40"/>
                    <a:pt x="48" y="40"/>
                    <a:pt x="48" y="40"/>
                  </a:cubicBezTo>
                  <a:cubicBezTo>
                    <a:pt x="48" y="33"/>
                    <a:pt x="48" y="28"/>
                    <a:pt x="40" y="28"/>
                  </a:cubicBezTo>
                </a:path>
              </a:pathLst>
            </a:custGeom>
            <a:solidFill>
              <a:schemeClr val="bg1"/>
            </a:solidFill>
            <a:ln>
              <a:noFill/>
            </a:ln>
          </p:spPr>
          <p:txBody>
            <a:bodyPr/>
            <a:lstStyle/>
            <a:p>
              <a:endParaRPr lang="zh-CN" altLang="en-US">
                <a:solidFill>
                  <a:schemeClr val="tx1">
                    <a:lumMod val="50000"/>
                    <a:lumOff val="50000"/>
                  </a:schemeClr>
                </a:solidFill>
              </a:endParaRPr>
            </a:p>
          </p:txBody>
        </p:sp>
        <p:sp>
          <p:nvSpPr>
            <p:cNvPr id="21" name="Freeform 103"/>
            <p:cNvSpPr>
              <a:spLocks noChangeAspect="1" noEditPoints="1"/>
            </p:cNvSpPr>
            <p:nvPr/>
          </p:nvSpPr>
          <p:spPr bwMode="auto">
            <a:xfrm>
              <a:off x="7628982" y="3626672"/>
              <a:ext cx="385810" cy="360000"/>
            </a:xfrm>
            <a:custGeom>
              <a:avLst/>
              <a:gdLst>
                <a:gd name="T0" fmla="*/ 48 w 120"/>
                <a:gd name="T1" fmla="*/ 63 h 112"/>
                <a:gd name="T2" fmla="*/ 52 w 120"/>
                <a:gd name="T3" fmla="*/ 59 h 112"/>
                <a:gd name="T4" fmla="*/ 67 w 120"/>
                <a:gd name="T5" fmla="*/ 59 h 112"/>
                <a:gd name="T6" fmla="*/ 70 w 120"/>
                <a:gd name="T7" fmla="*/ 63 h 112"/>
                <a:gd name="T8" fmla="*/ 70 w 120"/>
                <a:gd name="T9" fmla="*/ 68 h 112"/>
                <a:gd name="T10" fmla="*/ 67 w 120"/>
                <a:gd name="T11" fmla="*/ 72 h 112"/>
                <a:gd name="T12" fmla="*/ 52 w 120"/>
                <a:gd name="T13" fmla="*/ 72 h 112"/>
                <a:gd name="T14" fmla="*/ 48 w 120"/>
                <a:gd name="T15" fmla="*/ 68 h 112"/>
                <a:gd name="T16" fmla="*/ 48 w 120"/>
                <a:gd name="T17" fmla="*/ 63 h 112"/>
                <a:gd name="T18" fmla="*/ 35 w 120"/>
                <a:gd name="T19" fmla="*/ 20 h 112"/>
                <a:gd name="T20" fmla="*/ 4 w 120"/>
                <a:gd name="T21" fmla="*/ 20 h 112"/>
                <a:gd name="T22" fmla="*/ 0 w 120"/>
                <a:gd name="T23" fmla="*/ 26 h 112"/>
                <a:gd name="T24" fmla="*/ 0 w 120"/>
                <a:gd name="T25" fmla="*/ 46 h 112"/>
                <a:gd name="T26" fmla="*/ 37 w 120"/>
                <a:gd name="T27" fmla="*/ 61 h 112"/>
                <a:gd name="T28" fmla="*/ 42 w 120"/>
                <a:gd name="T29" fmla="*/ 61 h 112"/>
                <a:gd name="T30" fmla="*/ 42 w 120"/>
                <a:gd name="T31" fmla="*/ 57 h 112"/>
                <a:gd name="T32" fmla="*/ 46 w 120"/>
                <a:gd name="T33" fmla="*/ 54 h 112"/>
                <a:gd name="T34" fmla="*/ 70 w 120"/>
                <a:gd name="T35" fmla="*/ 54 h 112"/>
                <a:gd name="T36" fmla="*/ 76 w 120"/>
                <a:gd name="T37" fmla="*/ 57 h 112"/>
                <a:gd name="T38" fmla="*/ 76 w 120"/>
                <a:gd name="T39" fmla="*/ 61 h 112"/>
                <a:gd name="T40" fmla="*/ 82 w 120"/>
                <a:gd name="T41" fmla="*/ 61 h 112"/>
                <a:gd name="T42" fmla="*/ 119 w 120"/>
                <a:gd name="T43" fmla="*/ 46 h 112"/>
                <a:gd name="T44" fmla="*/ 119 w 120"/>
                <a:gd name="T45" fmla="*/ 25 h 112"/>
                <a:gd name="T46" fmla="*/ 115 w 120"/>
                <a:gd name="T47" fmla="*/ 20 h 112"/>
                <a:gd name="T48" fmla="*/ 83 w 120"/>
                <a:gd name="T49" fmla="*/ 20 h 112"/>
                <a:gd name="T50" fmla="*/ 35 w 120"/>
                <a:gd name="T51" fmla="*/ 20 h 112"/>
                <a:gd name="T52" fmla="*/ 74 w 120"/>
                <a:gd name="T53" fmla="*/ 20 h 112"/>
                <a:gd name="T54" fmla="*/ 74 w 120"/>
                <a:gd name="T55" fmla="*/ 13 h 112"/>
                <a:gd name="T56" fmla="*/ 72 w 120"/>
                <a:gd name="T57" fmla="*/ 9 h 112"/>
                <a:gd name="T58" fmla="*/ 47 w 120"/>
                <a:gd name="T59" fmla="*/ 9 h 112"/>
                <a:gd name="T60" fmla="*/ 44 w 120"/>
                <a:gd name="T61" fmla="*/ 13 h 112"/>
                <a:gd name="T62" fmla="*/ 44 w 120"/>
                <a:gd name="T63" fmla="*/ 20 h 112"/>
                <a:gd name="T64" fmla="*/ 35 w 120"/>
                <a:gd name="T65" fmla="*/ 20 h 112"/>
                <a:gd name="T66" fmla="*/ 35 w 120"/>
                <a:gd name="T67" fmla="*/ 7 h 112"/>
                <a:gd name="T68" fmla="*/ 41 w 120"/>
                <a:gd name="T69" fmla="*/ 1 h 112"/>
                <a:gd name="T70" fmla="*/ 77 w 120"/>
                <a:gd name="T71" fmla="*/ 1 h 112"/>
                <a:gd name="T72" fmla="*/ 84 w 120"/>
                <a:gd name="T73" fmla="*/ 7 h 112"/>
                <a:gd name="T74" fmla="*/ 83 w 120"/>
                <a:gd name="T75" fmla="*/ 20 h 112"/>
                <a:gd name="T76" fmla="*/ 74 w 120"/>
                <a:gd name="T77" fmla="*/ 20 h 112"/>
                <a:gd name="T78" fmla="*/ 119 w 120"/>
                <a:gd name="T79" fmla="*/ 50 h 112"/>
                <a:gd name="T80" fmla="*/ 119 w 120"/>
                <a:gd name="T81" fmla="*/ 105 h 112"/>
                <a:gd name="T82" fmla="*/ 113 w 120"/>
                <a:gd name="T83" fmla="*/ 111 h 112"/>
                <a:gd name="T84" fmla="*/ 5 w 120"/>
                <a:gd name="T85" fmla="*/ 111 h 112"/>
                <a:gd name="T86" fmla="*/ 0 w 120"/>
                <a:gd name="T87" fmla="*/ 106 h 112"/>
                <a:gd name="T88" fmla="*/ 0 w 120"/>
                <a:gd name="T89" fmla="*/ 50 h 112"/>
                <a:gd name="T90" fmla="*/ 43 w 120"/>
                <a:gd name="T91" fmla="*/ 67 h 112"/>
                <a:gd name="T92" fmla="*/ 43 w 120"/>
                <a:gd name="T93" fmla="*/ 72 h 112"/>
                <a:gd name="T94" fmla="*/ 48 w 120"/>
                <a:gd name="T95" fmla="*/ 78 h 112"/>
                <a:gd name="T96" fmla="*/ 70 w 120"/>
                <a:gd name="T97" fmla="*/ 78 h 112"/>
                <a:gd name="T98" fmla="*/ 76 w 120"/>
                <a:gd name="T99" fmla="*/ 72 h 112"/>
                <a:gd name="T100" fmla="*/ 76 w 120"/>
                <a:gd name="T101" fmla="*/ 67 h 112"/>
                <a:gd name="T102" fmla="*/ 119 w 120"/>
                <a:gd name="T103" fmla="*/ 50 h 112"/>
                <a:gd name="T104" fmla="*/ 119 w 120"/>
                <a:gd name="T105" fmla="*/ 50 h 112"/>
                <a:gd name="T106" fmla="*/ 119 w 120"/>
                <a:gd name="T107" fmla="*/ 5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112">
                  <a:moveTo>
                    <a:pt x="48" y="63"/>
                  </a:moveTo>
                  <a:cubicBezTo>
                    <a:pt x="48" y="63"/>
                    <a:pt x="47" y="59"/>
                    <a:pt x="52" y="59"/>
                  </a:cubicBezTo>
                  <a:cubicBezTo>
                    <a:pt x="67" y="59"/>
                    <a:pt x="67" y="59"/>
                    <a:pt x="67" y="59"/>
                  </a:cubicBezTo>
                  <a:cubicBezTo>
                    <a:pt x="67" y="59"/>
                    <a:pt x="70" y="59"/>
                    <a:pt x="70" y="63"/>
                  </a:cubicBezTo>
                  <a:cubicBezTo>
                    <a:pt x="70" y="68"/>
                    <a:pt x="70" y="68"/>
                    <a:pt x="70" y="68"/>
                  </a:cubicBezTo>
                  <a:cubicBezTo>
                    <a:pt x="70" y="68"/>
                    <a:pt x="71" y="72"/>
                    <a:pt x="67" y="72"/>
                  </a:cubicBezTo>
                  <a:cubicBezTo>
                    <a:pt x="52" y="72"/>
                    <a:pt x="52" y="72"/>
                    <a:pt x="52" y="72"/>
                  </a:cubicBezTo>
                  <a:cubicBezTo>
                    <a:pt x="52" y="72"/>
                    <a:pt x="48" y="74"/>
                    <a:pt x="48" y="68"/>
                  </a:cubicBezTo>
                  <a:cubicBezTo>
                    <a:pt x="48" y="63"/>
                    <a:pt x="48" y="63"/>
                    <a:pt x="48" y="63"/>
                  </a:cubicBezTo>
                  <a:close/>
                  <a:moveTo>
                    <a:pt x="35" y="20"/>
                  </a:moveTo>
                  <a:cubicBezTo>
                    <a:pt x="4" y="20"/>
                    <a:pt x="4" y="20"/>
                    <a:pt x="4" y="20"/>
                  </a:cubicBezTo>
                  <a:cubicBezTo>
                    <a:pt x="4" y="20"/>
                    <a:pt x="0" y="19"/>
                    <a:pt x="0" y="26"/>
                  </a:cubicBezTo>
                  <a:cubicBezTo>
                    <a:pt x="0" y="46"/>
                    <a:pt x="0" y="46"/>
                    <a:pt x="0" y="46"/>
                  </a:cubicBezTo>
                  <a:cubicBezTo>
                    <a:pt x="37" y="61"/>
                    <a:pt x="37" y="61"/>
                    <a:pt x="37" y="61"/>
                  </a:cubicBezTo>
                  <a:cubicBezTo>
                    <a:pt x="42" y="61"/>
                    <a:pt x="42" y="61"/>
                    <a:pt x="42" y="61"/>
                  </a:cubicBezTo>
                  <a:cubicBezTo>
                    <a:pt x="42" y="57"/>
                    <a:pt x="42" y="57"/>
                    <a:pt x="42" y="57"/>
                  </a:cubicBezTo>
                  <a:cubicBezTo>
                    <a:pt x="42" y="57"/>
                    <a:pt x="43" y="54"/>
                    <a:pt x="46" y="54"/>
                  </a:cubicBezTo>
                  <a:cubicBezTo>
                    <a:pt x="70" y="54"/>
                    <a:pt x="70" y="54"/>
                    <a:pt x="70" y="54"/>
                  </a:cubicBezTo>
                  <a:cubicBezTo>
                    <a:pt x="70" y="54"/>
                    <a:pt x="76" y="53"/>
                    <a:pt x="76" y="57"/>
                  </a:cubicBezTo>
                  <a:cubicBezTo>
                    <a:pt x="76" y="61"/>
                    <a:pt x="76" y="61"/>
                    <a:pt x="76" y="61"/>
                  </a:cubicBezTo>
                  <a:cubicBezTo>
                    <a:pt x="82" y="61"/>
                    <a:pt x="82" y="61"/>
                    <a:pt x="82" y="61"/>
                  </a:cubicBezTo>
                  <a:cubicBezTo>
                    <a:pt x="119" y="46"/>
                    <a:pt x="119" y="46"/>
                    <a:pt x="119" y="46"/>
                  </a:cubicBezTo>
                  <a:cubicBezTo>
                    <a:pt x="119" y="25"/>
                    <a:pt x="119" y="25"/>
                    <a:pt x="119" y="25"/>
                  </a:cubicBezTo>
                  <a:cubicBezTo>
                    <a:pt x="119" y="25"/>
                    <a:pt x="120" y="20"/>
                    <a:pt x="115" y="20"/>
                  </a:cubicBezTo>
                  <a:cubicBezTo>
                    <a:pt x="83" y="20"/>
                    <a:pt x="83" y="20"/>
                    <a:pt x="83" y="20"/>
                  </a:cubicBezTo>
                  <a:cubicBezTo>
                    <a:pt x="35" y="20"/>
                    <a:pt x="35" y="20"/>
                    <a:pt x="35" y="20"/>
                  </a:cubicBezTo>
                  <a:close/>
                  <a:moveTo>
                    <a:pt x="74" y="20"/>
                  </a:moveTo>
                  <a:cubicBezTo>
                    <a:pt x="74" y="13"/>
                    <a:pt x="74" y="13"/>
                    <a:pt x="74" y="13"/>
                  </a:cubicBezTo>
                  <a:cubicBezTo>
                    <a:pt x="74" y="13"/>
                    <a:pt x="75" y="9"/>
                    <a:pt x="72" y="9"/>
                  </a:cubicBezTo>
                  <a:cubicBezTo>
                    <a:pt x="47" y="9"/>
                    <a:pt x="47" y="9"/>
                    <a:pt x="47" y="9"/>
                  </a:cubicBezTo>
                  <a:cubicBezTo>
                    <a:pt x="47" y="9"/>
                    <a:pt x="44" y="9"/>
                    <a:pt x="44" y="13"/>
                  </a:cubicBezTo>
                  <a:cubicBezTo>
                    <a:pt x="44" y="20"/>
                    <a:pt x="44" y="20"/>
                    <a:pt x="44" y="20"/>
                  </a:cubicBezTo>
                  <a:cubicBezTo>
                    <a:pt x="35" y="20"/>
                    <a:pt x="35" y="20"/>
                    <a:pt x="35" y="20"/>
                  </a:cubicBezTo>
                  <a:cubicBezTo>
                    <a:pt x="35" y="7"/>
                    <a:pt x="35" y="7"/>
                    <a:pt x="35" y="7"/>
                  </a:cubicBezTo>
                  <a:cubicBezTo>
                    <a:pt x="35" y="7"/>
                    <a:pt x="35" y="2"/>
                    <a:pt x="41" y="1"/>
                  </a:cubicBezTo>
                  <a:cubicBezTo>
                    <a:pt x="77" y="1"/>
                    <a:pt x="77" y="1"/>
                    <a:pt x="77" y="1"/>
                  </a:cubicBezTo>
                  <a:cubicBezTo>
                    <a:pt x="77" y="1"/>
                    <a:pt x="84" y="0"/>
                    <a:pt x="84" y="7"/>
                  </a:cubicBezTo>
                  <a:cubicBezTo>
                    <a:pt x="83" y="20"/>
                    <a:pt x="83" y="20"/>
                    <a:pt x="83" y="20"/>
                  </a:cubicBezTo>
                  <a:cubicBezTo>
                    <a:pt x="74" y="20"/>
                    <a:pt x="74" y="20"/>
                    <a:pt x="74" y="20"/>
                  </a:cubicBezTo>
                  <a:close/>
                  <a:moveTo>
                    <a:pt x="119" y="50"/>
                  </a:moveTo>
                  <a:cubicBezTo>
                    <a:pt x="119" y="105"/>
                    <a:pt x="119" y="105"/>
                    <a:pt x="119" y="105"/>
                  </a:cubicBezTo>
                  <a:cubicBezTo>
                    <a:pt x="119" y="105"/>
                    <a:pt x="119" y="111"/>
                    <a:pt x="113" y="111"/>
                  </a:cubicBezTo>
                  <a:cubicBezTo>
                    <a:pt x="5" y="111"/>
                    <a:pt x="5" y="111"/>
                    <a:pt x="5" y="111"/>
                  </a:cubicBezTo>
                  <a:cubicBezTo>
                    <a:pt x="5" y="111"/>
                    <a:pt x="0" y="112"/>
                    <a:pt x="0" y="106"/>
                  </a:cubicBezTo>
                  <a:cubicBezTo>
                    <a:pt x="0" y="50"/>
                    <a:pt x="0" y="50"/>
                    <a:pt x="0" y="50"/>
                  </a:cubicBezTo>
                  <a:cubicBezTo>
                    <a:pt x="43" y="67"/>
                    <a:pt x="43" y="67"/>
                    <a:pt x="43" y="67"/>
                  </a:cubicBezTo>
                  <a:cubicBezTo>
                    <a:pt x="43" y="72"/>
                    <a:pt x="43" y="72"/>
                    <a:pt x="43" y="72"/>
                  </a:cubicBezTo>
                  <a:cubicBezTo>
                    <a:pt x="43" y="72"/>
                    <a:pt x="43" y="78"/>
                    <a:pt x="48" y="78"/>
                  </a:cubicBezTo>
                  <a:cubicBezTo>
                    <a:pt x="70" y="78"/>
                    <a:pt x="70" y="78"/>
                    <a:pt x="70" y="78"/>
                  </a:cubicBezTo>
                  <a:cubicBezTo>
                    <a:pt x="70" y="78"/>
                    <a:pt x="76" y="78"/>
                    <a:pt x="76" y="72"/>
                  </a:cubicBezTo>
                  <a:cubicBezTo>
                    <a:pt x="76" y="67"/>
                    <a:pt x="76" y="67"/>
                    <a:pt x="76" y="67"/>
                  </a:cubicBezTo>
                  <a:cubicBezTo>
                    <a:pt x="119" y="50"/>
                    <a:pt x="119" y="50"/>
                    <a:pt x="119" y="50"/>
                  </a:cubicBezTo>
                  <a:close/>
                  <a:moveTo>
                    <a:pt x="119" y="50"/>
                  </a:moveTo>
                  <a:cubicBezTo>
                    <a:pt x="119" y="50"/>
                    <a:pt x="119" y="50"/>
                    <a:pt x="119" y="5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2" name="Freeform 145"/>
            <p:cNvSpPr>
              <a:spLocks noChangeAspect="1" noEditPoints="1"/>
            </p:cNvSpPr>
            <p:nvPr/>
          </p:nvSpPr>
          <p:spPr bwMode="auto">
            <a:xfrm>
              <a:off x="6466561" y="4992936"/>
              <a:ext cx="374690" cy="360000"/>
            </a:xfrm>
            <a:custGeom>
              <a:avLst/>
              <a:gdLst>
                <a:gd name="T0" fmla="*/ 98 w 151"/>
                <a:gd name="T1" fmla="*/ 6 h 145"/>
                <a:gd name="T2" fmla="*/ 104 w 151"/>
                <a:gd name="T3" fmla="*/ 145 h 145"/>
                <a:gd name="T4" fmla="*/ 109 w 151"/>
                <a:gd name="T5" fmla="*/ 6 h 145"/>
                <a:gd name="T6" fmla="*/ 104 w 151"/>
                <a:gd name="T7" fmla="*/ 0 h 145"/>
                <a:gd name="T8" fmla="*/ 116 w 151"/>
                <a:gd name="T9" fmla="*/ 6 h 145"/>
                <a:gd name="T10" fmla="*/ 119 w 151"/>
                <a:gd name="T11" fmla="*/ 141 h 145"/>
                <a:gd name="T12" fmla="*/ 121 w 151"/>
                <a:gd name="T13" fmla="*/ 6 h 145"/>
                <a:gd name="T14" fmla="*/ 119 w 151"/>
                <a:gd name="T15" fmla="*/ 4 h 145"/>
                <a:gd name="T16" fmla="*/ 129 w 151"/>
                <a:gd name="T17" fmla="*/ 6 h 145"/>
                <a:gd name="T18" fmla="*/ 131 w 151"/>
                <a:gd name="T19" fmla="*/ 141 h 145"/>
                <a:gd name="T20" fmla="*/ 134 w 151"/>
                <a:gd name="T21" fmla="*/ 6 h 145"/>
                <a:gd name="T22" fmla="*/ 131 w 151"/>
                <a:gd name="T23" fmla="*/ 4 h 145"/>
                <a:gd name="T24" fmla="*/ 140 w 151"/>
                <a:gd name="T25" fmla="*/ 6 h 145"/>
                <a:gd name="T26" fmla="*/ 146 w 151"/>
                <a:gd name="T27" fmla="*/ 145 h 145"/>
                <a:gd name="T28" fmla="*/ 151 w 151"/>
                <a:gd name="T29" fmla="*/ 6 h 145"/>
                <a:gd name="T30" fmla="*/ 146 w 151"/>
                <a:gd name="T31" fmla="*/ 0 h 145"/>
                <a:gd name="T32" fmla="*/ 58 w 151"/>
                <a:gd name="T33" fmla="*/ 1 h 145"/>
                <a:gd name="T34" fmla="*/ 49 w 151"/>
                <a:gd name="T35" fmla="*/ 134 h 145"/>
                <a:gd name="T36" fmla="*/ 79 w 151"/>
                <a:gd name="T37" fmla="*/ 144 h 145"/>
                <a:gd name="T38" fmla="*/ 88 w 151"/>
                <a:gd name="T39" fmla="*/ 10 h 145"/>
                <a:gd name="T40" fmla="*/ 79 w 151"/>
                <a:gd name="T41" fmla="*/ 1 h 145"/>
                <a:gd name="T42" fmla="*/ 60 w 151"/>
                <a:gd name="T43" fmla="*/ 47 h 145"/>
                <a:gd name="T44" fmla="*/ 60 w 151"/>
                <a:gd name="T45" fmla="*/ 40 h 145"/>
                <a:gd name="T46" fmla="*/ 80 w 151"/>
                <a:gd name="T47" fmla="*/ 44 h 145"/>
                <a:gd name="T48" fmla="*/ 77 w 151"/>
                <a:gd name="T49" fmla="*/ 47 h 145"/>
                <a:gd name="T50" fmla="*/ 60 w 151"/>
                <a:gd name="T51" fmla="*/ 33 h 145"/>
                <a:gd name="T52" fmla="*/ 60 w 151"/>
                <a:gd name="T53" fmla="*/ 26 h 145"/>
                <a:gd name="T54" fmla="*/ 80 w 151"/>
                <a:gd name="T55" fmla="*/ 29 h 145"/>
                <a:gd name="T56" fmla="*/ 77 w 151"/>
                <a:gd name="T57" fmla="*/ 33 h 145"/>
                <a:gd name="T58" fmla="*/ 9 w 151"/>
                <a:gd name="T59" fmla="*/ 1 h 145"/>
                <a:gd name="T60" fmla="*/ 0 w 151"/>
                <a:gd name="T61" fmla="*/ 134 h 145"/>
                <a:gd name="T62" fmla="*/ 30 w 151"/>
                <a:gd name="T63" fmla="*/ 144 h 145"/>
                <a:gd name="T64" fmla="*/ 39 w 151"/>
                <a:gd name="T65" fmla="*/ 10 h 145"/>
                <a:gd name="T66" fmla="*/ 30 w 151"/>
                <a:gd name="T67" fmla="*/ 1 h 145"/>
                <a:gd name="T68" fmla="*/ 11 w 151"/>
                <a:gd name="T69" fmla="*/ 47 h 145"/>
                <a:gd name="T70" fmla="*/ 11 w 151"/>
                <a:gd name="T71" fmla="*/ 40 h 145"/>
                <a:gd name="T72" fmla="*/ 31 w 151"/>
                <a:gd name="T73" fmla="*/ 44 h 145"/>
                <a:gd name="T74" fmla="*/ 28 w 151"/>
                <a:gd name="T75" fmla="*/ 47 h 145"/>
                <a:gd name="T76" fmla="*/ 11 w 151"/>
                <a:gd name="T77" fmla="*/ 33 h 145"/>
                <a:gd name="T78" fmla="*/ 11 w 151"/>
                <a:gd name="T79" fmla="*/ 26 h 145"/>
                <a:gd name="T80" fmla="*/ 31 w 151"/>
                <a:gd name="T81" fmla="*/ 29 h 145"/>
                <a:gd name="T82" fmla="*/ 28 w 151"/>
                <a:gd name="T83" fmla="*/ 33 h 145"/>
                <a:gd name="T84" fmla="*/ 28 w 151"/>
                <a:gd name="T85" fmla="*/ 33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 h="145">
                  <a:moveTo>
                    <a:pt x="104" y="0"/>
                  </a:moveTo>
                  <a:cubicBezTo>
                    <a:pt x="101" y="0"/>
                    <a:pt x="98" y="3"/>
                    <a:pt x="98" y="6"/>
                  </a:cubicBezTo>
                  <a:cubicBezTo>
                    <a:pt x="98" y="139"/>
                    <a:pt x="98" y="139"/>
                    <a:pt x="98" y="139"/>
                  </a:cubicBezTo>
                  <a:cubicBezTo>
                    <a:pt x="98" y="142"/>
                    <a:pt x="101" y="145"/>
                    <a:pt x="104" y="145"/>
                  </a:cubicBezTo>
                  <a:cubicBezTo>
                    <a:pt x="107" y="145"/>
                    <a:pt x="109" y="142"/>
                    <a:pt x="109" y="139"/>
                  </a:cubicBezTo>
                  <a:cubicBezTo>
                    <a:pt x="109" y="6"/>
                    <a:pt x="109" y="6"/>
                    <a:pt x="109" y="6"/>
                  </a:cubicBezTo>
                  <a:cubicBezTo>
                    <a:pt x="109" y="3"/>
                    <a:pt x="107" y="0"/>
                    <a:pt x="104" y="0"/>
                  </a:cubicBezTo>
                  <a:cubicBezTo>
                    <a:pt x="104" y="0"/>
                    <a:pt x="104" y="0"/>
                    <a:pt x="104" y="0"/>
                  </a:cubicBezTo>
                  <a:close/>
                  <a:moveTo>
                    <a:pt x="119" y="4"/>
                  </a:moveTo>
                  <a:cubicBezTo>
                    <a:pt x="117" y="4"/>
                    <a:pt x="116" y="5"/>
                    <a:pt x="116" y="6"/>
                  </a:cubicBezTo>
                  <a:cubicBezTo>
                    <a:pt x="116" y="139"/>
                    <a:pt x="116" y="139"/>
                    <a:pt x="116" y="139"/>
                  </a:cubicBezTo>
                  <a:cubicBezTo>
                    <a:pt x="116" y="140"/>
                    <a:pt x="117" y="141"/>
                    <a:pt x="119" y="141"/>
                  </a:cubicBezTo>
                  <a:cubicBezTo>
                    <a:pt x="120" y="141"/>
                    <a:pt x="121" y="140"/>
                    <a:pt x="121" y="139"/>
                  </a:cubicBezTo>
                  <a:cubicBezTo>
                    <a:pt x="121" y="6"/>
                    <a:pt x="121" y="6"/>
                    <a:pt x="121" y="6"/>
                  </a:cubicBezTo>
                  <a:cubicBezTo>
                    <a:pt x="121" y="5"/>
                    <a:pt x="120" y="4"/>
                    <a:pt x="119" y="4"/>
                  </a:cubicBezTo>
                  <a:cubicBezTo>
                    <a:pt x="119" y="4"/>
                    <a:pt x="119" y="4"/>
                    <a:pt x="119" y="4"/>
                  </a:cubicBezTo>
                  <a:close/>
                  <a:moveTo>
                    <a:pt x="131" y="4"/>
                  </a:moveTo>
                  <a:cubicBezTo>
                    <a:pt x="130" y="4"/>
                    <a:pt x="129" y="5"/>
                    <a:pt x="129" y="6"/>
                  </a:cubicBezTo>
                  <a:cubicBezTo>
                    <a:pt x="129" y="139"/>
                    <a:pt x="129" y="139"/>
                    <a:pt x="129" y="139"/>
                  </a:cubicBezTo>
                  <a:cubicBezTo>
                    <a:pt x="129" y="140"/>
                    <a:pt x="130" y="141"/>
                    <a:pt x="131" y="141"/>
                  </a:cubicBezTo>
                  <a:cubicBezTo>
                    <a:pt x="133" y="141"/>
                    <a:pt x="134" y="140"/>
                    <a:pt x="134" y="139"/>
                  </a:cubicBezTo>
                  <a:cubicBezTo>
                    <a:pt x="134" y="6"/>
                    <a:pt x="134" y="6"/>
                    <a:pt x="134" y="6"/>
                  </a:cubicBezTo>
                  <a:cubicBezTo>
                    <a:pt x="134" y="5"/>
                    <a:pt x="133" y="4"/>
                    <a:pt x="131" y="4"/>
                  </a:cubicBezTo>
                  <a:cubicBezTo>
                    <a:pt x="131" y="4"/>
                    <a:pt x="131" y="4"/>
                    <a:pt x="131" y="4"/>
                  </a:cubicBezTo>
                  <a:close/>
                  <a:moveTo>
                    <a:pt x="146" y="0"/>
                  </a:moveTo>
                  <a:cubicBezTo>
                    <a:pt x="143" y="0"/>
                    <a:pt x="140" y="3"/>
                    <a:pt x="140" y="6"/>
                  </a:cubicBezTo>
                  <a:cubicBezTo>
                    <a:pt x="140" y="139"/>
                    <a:pt x="140" y="139"/>
                    <a:pt x="140" y="139"/>
                  </a:cubicBezTo>
                  <a:cubicBezTo>
                    <a:pt x="140" y="142"/>
                    <a:pt x="143" y="145"/>
                    <a:pt x="146" y="145"/>
                  </a:cubicBezTo>
                  <a:cubicBezTo>
                    <a:pt x="149" y="145"/>
                    <a:pt x="151" y="142"/>
                    <a:pt x="151" y="139"/>
                  </a:cubicBezTo>
                  <a:cubicBezTo>
                    <a:pt x="151" y="6"/>
                    <a:pt x="151" y="6"/>
                    <a:pt x="151" y="6"/>
                  </a:cubicBezTo>
                  <a:cubicBezTo>
                    <a:pt x="151" y="3"/>
                    <a:pt x="149" y="0"/>
                    <a:pt x="146" y="0"/>
                  </a:cubicBezTo>
                  <a:cubicBezTo>
                    <a:pt x="146" y="0"/>
                    <a:pt x="146" y="0"/>
                    <a:pt x="146" y="0"/>
                  </a:cubicBezTo>
                  <a:close/>
                  <a:moveTo>
                    <a:pt x="79" y="1"/>
                  </a:moveTo>
                  <a:cubicBezTo>
                    <a:pt x="58" y="1"/>
                    <a:pt x="58" y="1"/>
                    <a:pt x="58" y="1"/>
                  </a:cubicBezTo>
                  <a:cubicBezTo>
                    <a:pt x="53" y="1"/>
                    <a:pt x="49" y="5"/>
                    <a:pt x="49" y="10"/>
                  </a:cubicBezTo>
                  <a:cubicBezTo>
                    <a:pt x="49" y="134"/>
                    <a:pt x="49" y="134"/>
                    <a:pt x="49" y="134"/>
                  </a:cubicBezTo>
                  <a:cubicBezTo>
                    <a:pt x="49" y="140"/>
                    <a:pt x="53" y="144"/>
                    <a:pt x="58" y="144"/>
                  </a:cubicBezTo>
                  <a:cubicBezTo>
                    <a:pt x="79" y="144"/>
                    <a:pt x="79" y="144"/>
                    <a:pt x="79" y="144"/>
                  </a:cubicBezTo>
                  <a:cubicBezTo>
                    <a:pt x="84" y="144"/>
                    <a:pt x="88" y="140"/>
                    <a:pt x="88" y="134"/>
                  </a:cubicBezTo>
                  <a:cubicBezTo>
                    <a:pt x="88" y="10"/>
                    <a:pt x="88" y="10"/>
                    <a:pt x="88" y="10"/>
                  </a:cubicBezTo>
                  <a:cubicBezTo>
                    <a:pt x="88" y="5"/>
                    <a:pt x="84" y="1"/>
                    <a:pt x="79" y="1"/>
                  </a:cubicBezTo>
                  <a:cubicBezTo>
                    <a:pt x="79" y="1"/>
                    <a:pt x="79" y="1"/>
                    <a:pt x="79" y="1"/>
                  </a:cubicBezTo>
                  <a:close/>
                  <a:moveTo>
                    <a:pt x="77" y="47"/>
                  </a:moveTo>
                  <a:cubicBezTo>
                    <a:pt x="60" y="47"/>
                    <a:pt x="60" y="47"/>
                    <a:pt x="60" y="47"/>
                  </a:cubicBezTo>
                  <a:cubicBezTo>
                    <a:pt x="58" y="47"/>
                    <a:pt x="57" y="46"/>
                    <a:pt x="57" y="44"/>
                  </a:cubicBezTo>
                  <a:cubicBezTo>
                    <a:pt x="57" y="42"/>
                    <a:pt x="58" y="40"/>
                    <a:pt x="60" y="40"/>
                  </a:cubicBezTo>
                  <a:cubicBezTo>
                    <a:pt x="77" y="40"/>
                    <a:pt x="77" y="40"/>
                    <a:pt x="77" y="40"/>
                  </a:cubicBezTo>
                  <a:cubicBezTo>
                    <a:pt x="79" y="40"/>
                    <a:pt x="80" y="42"/>
                    <a:pt x="80" y="44"/>
                  </a:cubicBezTo>
                  <a:cubicBezTo>
                    <a:pt x="80" y="46"/>
                    <a:pt x="79" y="47"/>
                    <a:pt x="77" y="47"/>
                  </a:cubicBezTo>
                  <a:cubicBezTo>
                    <a:pt x="77" y="47"/>
                    <a:pt x="77" y="47"/>
                    <a:pt x="77" y="47"/>
                  </a:cubicBezTo>
                  <a:close/>
                  <a:moveTo>
                    <a:pt x="77" y="33"/>
                  </a:moveTo>
                  <a:cubicBezTo>
                    <a:pt x="60" y="33"/>
                    <a:pt x="60" y="33"/>
                    <a:pt x="60" y="33"/>
                  </a:cubicBezTo>
                  <a:cubicBezTo>
                    <a:pt x="59" y="33"/>
                    <a:pt x="57" y="31"/>
                    <a:pt x="57" y="29"/>
                  </a:cubicBezTo>
                  <a:cubicBezTo>
                    <a:pt x="57" y="27"/>
                    <a:pt x="59" y="26"/>
                    <a:pt x="60" y="26"/>
                  </a:cubicBezTo>
                  <a:cubicBezTo>
                    <a:pt x="77" y="26"/>
                    <a:pt x="77" y="26"/>
                    <a:pt x="77" y="26"/>
                  </a:cubicBezTo>
                  <a:cubicBezTo>
                    <a:pt x="79" y="26"/>
                    <a:pt x="80" y="27"/>
                    <a:pt x="80" y="29"/>
                  </a:cubicBezTo>
                  <a:cubicBezTo>
                    <a:pt x="80" y="31"/>
                    <a:pt x="79" y="33"/>
                    <a:pt x="77" y="33"/>
                  </a:cubicBezTo>
                  <a:cubicBezTo>
                    <a:pt x="77" y="33"/>
                    <a:pt x="77" y="33"/>
                    <a:pt x="77" y="33"/>
                  </a:cubicBezTo>
                  <a:close/>
                  <a:moveTo>
                    <a:pt x="30" y="1"/>
                  </a:moveTo>
                  <a:cubicBezTo>
                    <a:pt x="9" y="1"/>
                    <a:pt x="9" y="1"/>
                    <a:pt x="9" y="1"/>
                  </a:cubicBezTo>
                  <a:cubicBezTo>
                    <a:pt x="4" y="1"/>
                    <a:pt x="0" y="5"/>
                    <a:pt x="0" y="10"/>
                  </a:cubicBezTo>
                  <a:cubicBezTo>
                    <a:pt x="0" y="134"/>
                    <a:pt x="0" y="134"/>
                    <a:pt x="0" y="134"/>
                  </a:cubicBezTo>
                  <a:cubicBezTo>
                    <a:pt x="0" y="140"/>
                    <a:pt x="4" y="144"/>
                    <a:pt x="9" y="144"/>
                  </a:cubicBezTo>
                  <a:cubicBezTo>
                    <a:pt x="30" y="144"/>
                    <a:pt x="30" y="144"/>
                    <a:pt x="30" y="144"/>
                  </a:cubicBezTo>
                  <a:cubicBezTo>
                    <a:pt x="35" y="144"/>
                    <a:pt x="39" y="140"/>
                    <a:pt x="39" y="134"/>
                  </a:cubicBezTo>
                  <a:cubicBezTo>
                    <a:pt x="39" y="10"/>
                    <a:pt x="39" y="10"/>
                    <a:pt x="39" y="10"/>
                  </a:cubicBezTo>
                  <a:cubicBezTo>
                    <a:pt x="39" y="5"/>
                    <a:pt x="35" y="1"/>
                    <a:pt x="30" y="1"/>
                  </a:cubicBezTo>
                  <a:cubicBezTo>
                    <a:pt x="30" y="1"/>
                    <a:pt x="30" y="1"/>
                    <a:pt x="30" y="1"/>
                  </a:cubicBezTo>
                  <a:close/>
                  <a:moveTo>
                    <a:pt x="28" y="47"/>
                  </a:moveTo>
                  <a:cubicBezTo>
                    <a:pt x="11" y="47"/>
                    <a:pt x="11" y="47"/>
                    <a:pt x="11" y="47"/>
                  </a:cubicBezTo>
                  <a:cubicBezTo>
                    <a:pt x="9" y="47"/>
                    <a:pt x="8" y="46"/>
                    <a:pt x="8" y="44"/>
                  </a:cubicBezTo>
                  <a:cubicBezTo>
                    <a:pt x="8" y="42"/>
                    <a:pt x="9" y="40"/>
                    <a:pt x="11" y="40"/>
                  </a:cubicBezTo>
                  <a:cubicBezTo>
                    <a:pt x="28" y="40"/>
                    <a:pt x="28" y="40"/>
                    <a:pt x="28" y="40"/>
                  </a:cubicBezTo>
                  <a:cubicBezTo>
                    <a:pt x="30" y="40"/>
                    <a:pt x="31" y="42"/>
                    <a:pt x="31" y="44"/>
                  </a:cubicBezTo>
                  <a:cubicBezTo>
                    <a:pt x="31" y="46"/>
                    <a:pt x="30" y="47"/>
                    <a:pt x="28" y="47"/>
                  </a:cubicBezTo>
                  <a:cubicBezTo>
                    <a:pt x="28" y="47"/>
                    <a:pt x="28" y="47"/>
                    <a:pt x="28" y="47"/>
                  </a:cubicBezTo>
                  <a:close/>
                  <a:moveTo>
                    <a:pt x="28" y="33"/>
                  </a:moveTo>
                  <a:cubicBezTo>
                    <a:pt x="11" y="33"/>
                    <a:pt x="11" y="33"/>
                    <a:pt x="11" y="33"/>
                  </a:cubicBezTo>
                  <a:cubicBezTo>
                    <a:pt x="9" y="33"/>
                    <a:pt x="8" y="31"/>
                    <a:pt x="8" y="29"/>
                  </a:cubicBezTo>
                  <a:cubicBezTo>
                    <a:pt x="8" y="27"/>
                    <a:pt x="9" y="26"/>
                    <a:pt x="11" y="26"/>
                  </a:cubicBezTo>
                  <a:cubicBezTo>
                    <a:pt x="28" y="26"/>
                    <a:pt x="28" y="26"/>
                    <a:pt x="28" y="26"/>
                  </a:cubicBezTo>
                  <a:cubicBezTo>
                    <a:pt x="30" y="26"/>
                    <a:pt x="31" y="27"/>
                    <a:pt x="31" y="29"/>
                  </a:cubicBezTo>
                  <a:cubicBezTo>
                    <a:pt x="31" y="31"/>
                    <a:pt x="30" y="33"/>
                    <a:pt x="28" y="33"/>
                  </a:cubicBezTo>
                  <a:cubicBezTo>
                    <a:pt x="28" y="33"/>
                    <a:pt x="28" y="33"/>
                    <a:pt x="28" y="33"/>
                  </a:cubicBezTo>
                  <a:close/>
                  <a:moveTo>
                    <a:pt x="28" y="33"/>
                  </a:moveTo>
                  <a:cubicBezTo>
                    <a:pt x="28" y="33"/>
                    <a:pt x="28" y="33"/>
                    <a:pt x="28" y="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3" name="Freeform 324"/>
            <p:cNvSpPr>
              <a:spLocks noChangeAspect="1" noEditPoints="1"/>
            </p:cNvSpPr>
            <p:nvPr/>
          </p:nvSpPr>
          <p:spPr bwMode="auto">
            <a:xfrm>
              <a:off x="4700206" y="4626309"/>
              <a:ext cx="360000" cy="360000"/>
            </a:xfrm>
            <a:custGeom>
              <a:avLst/>
              <a:gdLst>
                <a:gd name="T0" fmla="*/ 2147483646 w 64"/>
                <a:gd name="T1" fmla="*/ 2147483646 h 64"/>
                <a:gd name="T2" fmla="*/ 2147483646 w 64"/>
                <a:gd name="T3" fmla="*/ 2147483646 h 64"/>
                <a:gd name="T4" fmla="*/ 2147483646 w 64"/>
                <a:gd name="T5" fmla="*/ 2147483646 h 64"/>
                <a:gd name="T6" fmla="*/ 2147483646 w 64"/>
                <a:gd name="T7" fmla="*/ 2147483646 h 64"/>
                <a:gd name="T8" fmla="*/ 2147483646 w 64"/>
                <a:gd name="T9" fmla="*/ 2147483646 h 64"/>
                <a:gd name="T10" fmla="*/ 2147483646 w 64"/>
                <a:gd name="T11" fmla="*/ 0 h 64"/>
                <a:gd name="T12" fmla="*/ 2147483646 w 64"/>
                <a:gd name="T13" fmla="*/ 0 h 64"/>
                <a:gd name="T14" fmla="*/ 2147483646 w 64"/>
                <a:gd name="T15" fmla="*/ 2147483646 h 64"/>
                <a:gd name="T16" fmla="*/ 2147483646 w 64"/>
                <a:gd name="T17" fmla="*/ 2147483646 h 64"/>
                <a:gd name="T18" fmla="*/ 2147483646 w 64"/>
                <a:gd name="T19" fmla="*/ 2147483646 h 64"/>
                <a:gd name="T20" fmla="*/ 2147483646 w 64"/>
                <a:gd name="T21" fmla="*/ 2147483646 h 64"/>
                <a:gd name="T22" fmla="*/ 2147483646 w 64"/>
                <a:gd name="T23" fmla="*/ 2147483646 h 64"/>
                <a:gd name="T24" fmla="*/ 2147483646 w 64"/>
                <a:gd name="T25" fmla="*/ 2147483646 h 64"/>
                <a:gd name="T26" fmla="*/ 2147483646 w 64"/>
                <a:gd name="T27" fmla="*/ 2147483646 h 64"/>
                <a:gd name="T28" fmla="*/ 2147483646 w 64"/>
                <a:gd name="T29" fmla="*/ 2147483646 h 64"/>
                <a:gd name="T30" fmla="*/ 2147483646 w 64"/>
                <a:gd name="T31" fmla="*/ 2147483646 h 64"/>
                <a:gd name="T32" fmla="*/ 2147483646 w 64"/>
                <a:gd name="T33" fmla="*/ 2147483646 h 64"/>
                <a:gd name="T34" fmla="*/ 2147483646 w 64"/>
                <a:gd name="T35" fmla="*/ 2147483646 h 64"/>
                <a:gd name="T36" fmla="*/ 2147483646 w 64"/>
                <a:gd name="T37" fmla="*/ 2147483646 h 64"/>
                <a:gd name="T38" fmla="*/ 2147483646 w 64"/>
                <a:gd name="T39" fmla="*/ 2147483646 h 64"/>
                <a:gd name="T40" fmla="*/ 2147483646 w 64"/>
                <a:gd name="T41" fmla="*/ 2147483646 h 64"/>
                <a:gd name="T42" fmla="*/ 2147483646 w 64"/>
                <a:gd name="T43" fmla="*/ 2147483646 h 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4" h="64">
                  <a:moveTo>
                    <a:pt x="60" y="50"/>
                  </a:moveTo>
                  <a:cubicBezTo>
                    <a:pt x="40" y="17"/>
                    <a:pt x="40" y="17"/>
                    <a:pt x="40" y="17"/>
                  </a:cubicBezTo>
                  <a:cubicBezTo>
                    <a:pt x="40" y="4"/>
                    <a:pt x="40" y="4"/>
                    <a:pt x="40" y="4"/>
                  </a:cubicBezTo>
                  <a:cubicBezTo>
                    <a:pt x="42" y="4"/>
                    <a:pt x="42" y="4"/>
                    <a:pt x="42" y="4"/>
                  </a:cubicBezTo>
                  <a:cubicBezTo>
                    <a:pt x="43" y="4"/>
                    <a:pt x="44" y="3"/>
                    <a:pt x="44" y="2"/>
                  </a:cubicBezTo>
                  <a:cubicBezTo>
                    <a:pt x="44" y="1"/>
                    <a:pt x="43" y="0"/>
                    <a:pt x="42" y="0"/>
                  </a:cubicBezTo>
                  <a:cubicBezTo>
                    <a:pt x="22" y="0"/>
                    <a:pt x="22" y="0"/>
                    <a:pt x="22" y="0"/>
                  </a:cubicBezTo>
                  <a:cubicBezTo>
                    <a:pt x="21" y="0"/>
                    <a:pt x="20" y="1"/>
                    <a:pt x="20" y="2"/>
                  </a:cubicBezTo>
                  <a:cubicBezTo>
                    <a:pt x="20" y="3"/>
                    <a:pt x="21" y="4"/>
                    <a:pt x="22" y="4"/>
                  </a:cubicBezTo>
                  <a:cubicBezTo>
                    <a:pt x="24" y="4"/>
                    <a:pt x="24" y="4"/>
                    <a:pt x="24" y="4"/>
                  </a:cubicBezTo>
                  <a:cubicBezTo>
                    <a:pt x="24" y="17"/>
                    <a:pt x="24" y="17"/>
                    <a:pt x="24" y="17"/>
                  </a:cubicBezTo>
                  <a:cubicBezTo>
                    <a:pt x="4" y="50"/>
                    <a:pt x="4" y="50"/>
                    <a:pt x="4" y="50"/>
                  </a:cubicBezTo>
                  <a:cubicBezTo>
                    <a:pt x="0" y="58"/>
                    <a:pt x="3" y="64"/>
                    <a:pt x="12" y="64"/>
                  </a:cubicBezTo>
                  <a:cubicBezTo>
                    <a:pt x="52" y="64"/>
                    <a:pt x="52" y="64"/>
                    <a:pt x="52" y="64"/>
                  </a:cubicBezTo>
                  <a:cubicBezTo>
                    <a:pt x="61" y="64"/>
                    <a:pt x="64" y="58"/>
                    <a:pt x="60" y="50"/>
                  </a:cubicBezTo>
                  <a:moveTo>
                    <a:pt x="15" y="40"/>
                  </a:moveTo>
                  <a:cubicBezTo>
                    <a:pt x="28" y="18"/>
                    <a:pt x="28" y="18"/>
                    <a:pt x="28" y="18"/>
                  </a:cubicBezTo>
                  <a:cubicBezTo>
                    <a:pt x="28" y="4"/>
                    <a:pt x="28" y="4"/>
                    <a:pt x="28" y="4"/>
                  </a:cubicBezTo>
                  <a:cubicBezTo>
                    <a:pt x="36" y="4"/>
                    <a:pt x="36" y="4"/>
                    <a:pt x="36" y="4"/>
                  </a:cubicBezTo>
                  <a:cubicBezTo>
                    <a:pt x="36" y="18"/>
                    <a:pt x="36" y="18"/>
                    <a:pt x="36" y="18"/>
                  </a:cubicBezTo>
                  <a:cubicBezTo>
                    <a:pt x="49" y="40"/>
                    <a:pt x="49" y="40"/>
                    <a:pt x="49" y="40"/>
                  </a:cubicBezTo>
                  <a:lnTo>
                    <a:pt x="15" y="40"/>
                  </a:lnTo>
                  <a:close/>
                </a:path>
              </a:pathLst>
            </a:custGeom>
            <a:solidFill>
              <a:schemeClr val="bg1"/>
            </a:solidFill>
            <a:ln>
              <a:noFill/>
            </a:ln>
          </p:spPr>
          <p:txBody>
            <a:bodyPr/>
            <a:lstStyle/>
            <a:p>
              <a:endParaRPr lang="zh-CN" altLang="en-US">
                <a:solidFill>
                  <a:schemeClr val="tx1">
                    <a:lumMod val="50000"/>
                    <a:lumOff val="50000"/>
                  </a:schemeClr>
                </a:solidFill>
              </a:endParaRPr>
            </a:p>
          </p:txBody>
        </p:sp>
        <p:sp>
          <p:nvSpPr>
            <p:cNvPr id="24" name="Freeform 18"/>
            <p:cNvSpPr>
              <a:spLocks noChangeAspect="1" noEditPoints="1"/>
            </p:cNvSpPr>
            <p:nvPr/>
          </p:nvSpPr>
          <p:spPr bwMode="auto">
            <a:xfrm>
              <a:off x="4207833" y="2965059"/>
              <a:ext cx="360000" cy="360000"/>
            </a:xfrm>
            <a:custGeom>
              <a:avLst/>
              <a:gdLst>
                <a:gd name="T0" fmla="*/ 2147483646 w 391"/>
                <a:gd name="T1" fmla="*/ 2147483646 h 334"/>
                <a:gd name="T2" fmla="*/ 2147483646 w 391"/>
                <a:gd name="T3" fmla="*/ 2147483646 h 334"/>
                <a:gd name="T4" fmla="*/ 2147483646 w 391"/>
                <a:gd name="T5" fmla="*/ 2147483646 h 334"/>
                <a:gd name="T6" fmla="*/ 2147483646 w 391"/>
                <a:gd name="T7" fmla="*/ 2147483646 h 334"/>
                <a:gd name="T8" fmla="*/ 2147483646 w 391"/>
                <a:gd name="T9" fmla="*/ 2147483646 h 334"/>
                <a:gd name="T10" fmla="*/ 2147483646 w 391"/>
                <a:gd name="T11" fmla="*/ 2147483646 h 334"/>
                <a:gd name="T12" fmla="*/ 2147483646 w 391"/>
                <a:gd name="T13" fmla="*/ 0 h 334"/>
                <a:gd name="T14" fmla="*/ 2147483646 w 391"/>
                <a:gd name="T15" fmla="*/ 0 h 334"/>
                <a:gd name="T16" fmla="*/ 2147483646 w 391"/>
                <a:gd name="T17" fmla="*/ 2147483646 h 334"/>
                <a:gd name="T18" fmla="*/ 2147483646 w 391"/>
                <a:gd name="T19" fmla="*/ 2147483646 h 334"/>
                <a:gd name="T20" fmla="*/ 2147483646 w 391"/>
                <a:gd name="T21" fmla="*/ 2147483646 h 334"/>
                <a:gd name="T22" fmla="*/ 2147483646 w 391"/>
                <a:gd name="T23" fmla="*/ 2147483646 h 334"/>
                <a:gd name="T24" fmla="*/ 0 w 391"/>
                <a:gd name="T25" fmla="*/ 2147483646 h 334"/>
                <a:gd name="T26" fmla="*/ 0 w 391"/>
                <a:gd name="T27" fmla="*/ 2147483646 h 334"/>
                <a:gd name="T28" fmla="*/ 2147483646 w 391"/>
                <a:gd name="T29" fmla="*/ 2147483646 h 334"/>
                <a:gd name="T30" fmla="*/ 2147483646 w 391"/>
                <a:gd name="T31" fmla="*/ 2147483646 h 334"/>
                <a:gd name="T32" fmla="*/ 2147483646 w 391"/>
                <a:gd name="T33" fmla="*/ 2147483646 h 334"/>
                <a:gd name="T34" fmla="*/ 2147483646 w 391"/>
                <a:gd name="T35" fmla="*/ 2147483646 h 334"/>
                <a:gd name="T36" fmla="*/ 2147483646 w 391"/>
                <a:gd name="T37" fmla="*/ 2147483646 h 334"/>
                <a:gd name="T38" fmla="*/ 2147483646 w 391"/>
                <a:gd name="T39" fmla="*/ 2147483646 h 334"/>
                <a:gd name="T40" fmla="*/ 2147483646 w 391"/>
                <a:gd name="T41" fmla="*/ 2147483646 h 334"/>
                <a:gd name="T42" fmla="*/ 2147483646 w 391"/>
                <a:gd name="T43" fmla="*/ 2147483646 h 334"/>
                <a:gd name="T44" fmla="*/ 2147483646 w 391"/>
                <a:gd name="T45" fmla="*/ 2147483646 h 334"/>
                <a:gd name="T46" fmla="*/ 2147483646 w 391"/>
                <a:gd name="T47" fmla="*/ 2147483646 h 334"/>
                <a:gd name="T48" fmla="*/ 2147483646 w 391"/>
                <a:gd name="T49" fmla="*/ 2147483646 h 334"/>
                <a:gd name="T50" fmla="*/ 2147483646 w 391"/>
                <a:gd name="T51" fmla="*/ 2147483646 h 3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91" h="334">
                  <a:moveTo>
                    <a:pt x="360" y="69"/>
                  </a:moveTo>
                  <a:cubicBezTo>
                    <a:pt x="305" y="69"/>
                    <a:pt x="305" y="69"/>
                    <a:pt x="305" y="69"/>
                  </a:cubicBezTo>
                  <a:cubicBezTo>
                    <a:pt x="257" y="10"/>
                    <a:pt x="257" y="10"/>
                    <a:pt x="257" y="10"/>
                  </a:cubicBezTo>
                  <a:cubicBezTo>
                    <a:pt x="257" y="10"/>
                    <a:pt x="257" y="10"/>
                    <a:pt x="257" y="10"/>
                  </a:cubicBezTo>
                  <a:cubicBezTo>
                    <a:pt x="257" y="10"/>
                    <a:pt x="257" y="10"/>
                    <a:pt x="257" y="10"/>
                  </a:cubicBezTo>
                  <a:cubicBezTo>
                    <a:pt x="257" y="10"/>
                    <a:pt x="257" y="10"/>
                    <a:pt x="257" y="10"/>
                  </a:cubicBezTo>
                  <a:cubicBezTo>
                    <a:pt x="251" y="4"/>
                    <a:pt x="244" y="0"/>
                    <a:pt x="235" y="0"/>
                  </a:cubicBezTo>
                  <a:cubicBezTo>
                    <a:pt x="157" y="0"/>
                    <a:pt x="157" y="0"/>
                    <a:pt x="157" y="0"/>
                  </a:cubicBezTo>
                  <a:cubicBezTo>
                    <a:pt x="148" y="0"/>
                    <a:pt x="140" y="4"/>
                    <a:pt x="134" y="11"/>
                  </a:cubicBezTo>
                  <a:cubicBezTo>
                    <a:pt x="134" y="11"/>
                    <a:pt x="134" y="11"/>
                    <a:pt x="134" y="11"/>
                  </a:cubicBezTo>
                  <a:cubicBezTo>
                    <a:pt x="87" y="69"/>
                    <a:pt x="87" y="69"/>
                    <a:pt x="87" y="69"/>
                  </a:cubicBezTo>
                  <a:cubicBezTo>
                    <a:pt x="31" y="69"/>
                    <a:pt x="31" y="69"/>
                    <a:pt x="31" y="69"/>
                  </a:cubicBezTo>
                  <a:cubicBezTo>
                    <a:pt x="14" y="69"/>
                    <a:pt x="0" y="85"/>
                    <a:pt x="0" y="104"/>
                  </a:cubicBezTo>
                  <a:cubicBezTo>
                    <a:pt x="0" y="300"/>
                    <a:pt x="0" y="300"/>
                    <a:pt x="0" y="300"/>
                  </a:cubicBezTo>
                  <a:cubicBezTo>
                    <a:pt x="0" y="319"/>
                    <a:pt x="14" y="334"/>
                    <a:pt x="31" y="334"/>
                  </a:cubicBezTo>
                  <a:cubicBezTo>
                    <a:pt x="360" y="334"/>
                    <a:pt x="360" y="334"/>
                    <a:pt x="360" y="334"/>
                  </a:cubicBezTo>
                  <a:cubicBezTo>
                    <a:pt x="377" y="334"/>
                    <a:pt x="391" y="319"/>
                    <a:pt x="391" y="300"/>
                  </a:cubicBezTo>
                  <a:cubicBezTo>
                    <a:pt x="391" y="104"/>
                    <a:pt x="391" y="104"/>
                    <a:pt x="391" y="104"/>
                  </a:cubicBezTo>
                  <a:cubicBezTo>
                    <a:pt x="391" y="85"/>
                    <a:pt x="377" y="69"/>
                    <a:pt x="360" y="69"/>
                  </a:cubicBezTo>
                  <a:close/>
                  <a:moveTo>
                    <a:pt x="195" y="276"/>
                  </a:moveTo>
                  <a:cubicBezTo>
                    <a:pt x="145" y="276"/>
                    <a:pt x="103" y="235"/>
                    <a:pt x="103" y="184"/>
                  </a:cubicBezTo>
                  <a:cubicBezTo>
                    <a:pt x="103" y="134"/>
                    <a:pt x="145" y="92"/>
                    <a:pt x="195" y="92"/>
                  </a:cubicBezTo>
                  <a:cubicBezTo>
                    <a:pt x="246" y="92"/>
                    <a:pt x="287" y="134"/>
                    <a:pt x="287" y="184"/>
                  </a:cubicBezTo>
                  <a:cubicBezTo>
                    <a:pt x="287" y="235"/>
                    <a:pt x="246" y="276"/>
                    <a:pt x="195" y="276"/>
                  </a:cubicBezTo>
                  <a:close/>
                  <a:moveTo>
                    <a:pt x="195" y="276"/>
                  </a:moveTo>
                  <a:cubicBezTo>
                    <a:pt x="195" y="276"/>
                    <a:pt x="195" y="276"/>
                    <a:pt x="195" y="276"/>
                  </a:cubicBezTo>
                </a:path>
              </a:pathLst>
            </a:custGeom>
            <a:solidFill>
              <a:schemeClr val="bg1"/>
            </a:solidFill>
            <a:ln>
              <a:noFill/>
            </a:ln>
          </p:spPr>
          <p:txBody>
            <a:bodyPr/>
            <a:lstStyle/>
            <a:p>
              <a:endParaRPr lang="zh-CN" altLang="en-US">
                <a:solidFill>
                  <a:schemeClr val="tx1">
                    <a:lumMod val="50000"/>
                    <a:lumOff val="50000"/>
                  </a:schemeClr>
                </a:solidFill>
              </a:endParaRPr>
            </a:p>
          </p:txBody>
        </p:sp>
      </p:grpSp>
      <p:sp>
        <p:nvSpPr>
          <p:cNvPr id="31" name="文本框 30"/>
          <p:cNvSpPr txBox="1"/>
          <p:nvPr/>
        </p:nvSpPr>
        <p:spPr>
          <a:xfrm>
            <a:off x="1137111" y="1496621"/>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668366" y="1815207"/>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3" name="文本框 32"/>
          <p:cNvSpPr txBox="1"/>
          <p:nvPr/>
        </p:nvSpPr>
        <p:spPr>
          <a:xfrm>
            <a:off x="-9783" y="2958126"/>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521472" y="3276712"/>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5" name="文本框 34"/>
          <p:cNvSpPr txBox="1"/>
          <p:nvPr/>
        </p:nvSpPr>
        <p:spPr>
          <a:xfrm>
            <a:off x="480668" y="4482118"/>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011923" y="4800704"/>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7" name="文本框 36"/>
          <p:cNvSpPr txBox="1"/>
          <p:nvPr/>
        </p:nvSpPr>
        <p:spPr>
          <a:xfrm>
            <a:off x="8109735" y="1847432"/>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8115076" y="2131352"/>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9" name="文本框 38"/>
          <p:cNvSpPr txBox="1"/>
          <p:nvPr/>
        </p:nvSpPr>
        <p:spPr>
          <a:xfrm>
            <a:off x="8623859" y="3527824"/>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8629200" y="3811744"/>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41" name="文本框 40"/>
          <p:cNvSpPr txBox="1"/>
          <p:nvPr/>
        </p:nvSpPr>
        <p:spPr>
          <a:xfrm>
            <a:off x="7578879" y="4831479"/>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7584220" y="5115399"/>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Tree>
    <p:extLst>
      <p:ext uri="{BB962C8B-B14F-4D97-AF65-F5344CB8AC3E}">
        <p14:creationId xmlns:p14="http://schemas.microsoft.com/office/powerpoint/2010/main" val="124109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8229704" y="2066477"/>
            <a:ext cx="2433815" cy="893271"/>
            <a:chOff x="1603804" y="2220559"/>
            <a:chExt cx="2433815" cy="893271"/>
          </a:xfrm>
        </p:grpSpPr>
        <p:sp>
          <p:nvSpPr>
            <p:cNvPr id="5" name="Text Placeholder 2"/>
            <p:cNvSpPr txBox="1">
              <a:spLocks/>
            </p:cNvSpPr>
            <p:nvPr/>
          </p:nvSpPr>
          <p:spPr>
            <a:xfrm>
              <a:off x="1603804"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Accumulation</a:t>
              </a:r>
            </a:p>
          </p:txBody>
        </p:sp>
        <p:sp>
          <p:nvSpPr>
            <p:cNvPr id="6" name="TextBox 5"/>
            <p:cNvSpPr txBox="1"/>
            <p:nvPr/>
          </p:nvSpPr>
          <p:spPr>
            <a:xfrm>
              <a:off x="1679271" y="2559832"/>
              <a:ext cx="2358348" cy="553998"/>
            </a:xfrm>
            <a:prstGeom prst="rect">
              <a:avLst/>
            </a:prstGeom>
            <a:noFill/>
          </p:spPr>
          <p:txBody>
            <a:bodyPr wrap="square" lIns="0" tIns="0" rIns="0" bIns="0" rtlCol="0">
              <a:spAutoFit/>
            </a:bodyPr>
            <a:lstStyle/>
            <a:p>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7" name="Group 6"/>
          <p:cNvGrpSpPr/>
          <p:nvPr/>
        </p:nvGrpSpPr>
        <p:grpSpPr>
          <a:xfrm>
            <a:off x="8794478" y="3435594"/>
            <a:ext cx="2475438" cy="893271"/>
            <a:chOff x="1603804" y="2220559"/>
            <a:chExt cx="2475438" cy="893271"/>
          </a:xfrm>
        </p:grpSpPr>
        <p:sp>
          <p:nvSpPr>
            <p:cNvPr id="8" name="Text Placeholder 2"/>
            <p:cNvSpPr txBox="1">
              <a:spLocks/>
            </p:cNvSpPr>
            <p:nvPr/>
          </p:nvSpPr>
          <p:spPr>
            <a:xfrm>
              <a:off x="1603804"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Warning</a:t>
              </a:r>
            </a:p>
          </p:txBody>
        </p:sp>
        <p:sp>
          <p:nvSpPr>
            <p:cNvPr id="9" name="TextBox 8"/>
            <p:cNvSpPr txBox="1"/>
            <p:nvPr/>
          </p:nvSpPr>
          <p:spPr>
            <a:xfrm>
              <a:off x="1679271" y="2559832"/>
              <a:ext cx="2399971" cy="553998"/>
            </a:xfrm>
            <a:prstGeom prst="rect">
              <a:avLst/>
            </a:prstGeom>
            <a:noFill/>
          </p:spPr>
          <p:txBody>
            <a:bodyPr wrap="square" lIns="0" tIns="0" rIns="0" bIns="0" rtlCol="0">
              <a:spAutoFit/>
            </a:bodyPr>
            <a:lstStyle/>
            <a:p>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10" name="Group 9"/>
          <p:cNvGrpSpPr/>
          <p:nvPr/>
        </p:nvGrpSpPr>
        <p:grpSpPr>
          <a:xfrm>
            <a:off x="8229704" y="4768008"/>
            <a:ext cx="2433815" cy="893271"/>
            <a:chOff x="1603804" y="2220559"/>
            <a:chExt cx="2433815" cy="893271"/>
          </a:xfrm>
        </p:grpSpPr>
        <p:sp>
          <p:nvSpPr>
            <p:cNvPr id="11" name="Text Placeholder 2"/>
            <p:cNvSpPr txBox="1">
              <a:spLocks/>
            </p:cNvSpPr>
            <p:nvPr/>
          </p:nvSpPr>
          <p:spPr>
            <a:xfrm>
              <a:off x="1603804"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Bearish</a:t>
              </a:r>
            </a:p>
          </p:txBody>
        </p:sp>
        <p:sp>
          <p:nvSpPr>
            <p:cNvPr id="12" name="TextBox 11"/>
            <p:cNvSpPr txBox="1"/>
            <p:nvPr/>
          </p:nvSpPr>
          <p:spPr>
            <a:xfrm>
              <a:off x="1679271" y="2559832"/>
              <a:ext cx="2358348" cy="553998"/>
            </a:xfrm>
            <a:prstGeom prst="rect">
              <a:avLst/>
            </a:prstGeom>
            <a:noFill/>
          </p:spPr>
          <p:txBody>
            <a:bodyPr wrap="square" lIns="0" tIns="0" rIns="0" bIns="0" rtlCol="0">
              <a:spAutoFit/>
            </a:bodyPr>
            <a:lstStyle/>
            <a:p>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13" name="Group 12"/>
          <p:cNvGrpSpPr/>
          <p:nvPr/>
        </p:nvGrpSpPr>
        <p:grpSpPr>
          <a:xfrm>
            <a:off x="1519519" y="2066477"/>
            <a:ext cx="2427694" cy="893271"/>
            <a:chOff x="1494367" y="2220559"/>
            <a:chExt cx="2427694" cy="893271"/>
          </a:xfrm>
        </p:grpSpPr>
        <p:sp>
          <p:nvSpPr>
            <p:cNvPr id="14" name="Text Placeholder 2"/>
            <p:cNvSpPr txBox="1">
              <a:spLocks/>
            </p:cNvSpPr>
            <p:nvPr/>
          </p:nvSpPr>
          <p:spPr>
            <a:xfrm>
              <a:off x="1908601"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Recovery</a:t>
              </a:r>
            </a:p>
          </p:txBody>
        </p:sp>
        <p:sp>
          <p:nvSpPr>
            <p:cNvPr id="15" name="TextBox 14"/>
            <p:cNvSpPr txBox="1"/>
            <p:nvPr/>
          </p:nvSpPr>
          <p:spPr>
            <a:xfrm>
              <a:off x="1494367" y="2559832"/>
              <a:ext cx="2324283" cy="553998"/>
            </a:xfrm>
            <a:prstGeom prst="rect">
              <a:avLst/>
            </a:prstGeom>
            <a:noFill/>
          </p:spPr>
          <p:txBody>
            <a:bodyPr wrap="square" lIns="0" tIns="0" rIns="0" bIns="0" rtlCol="0">
              <a:spAutoFit/>
            </a:bodyPr>
            <a:lstStyle/>
            <a:p>
              <a:pPr algn="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16" name="Group 15"/>
          <p:cNvGrpSpPr/>
          <p:nvPr/>
        </p:nvGrpSpPr>
        <p:grpSpPr>
          <a:xfrm>
            <a:off x="1054101" y="3435594"/>
            <a:ext cx="2382128" cy="893271"/>
            <a:chOff x="1539935" y="2220559"/>
            <a:chExt cx="2382128" cy="893271"/>
          </a:xfrm>
        </p:grpSpPr>
        <p:sp>
          <p:nvSpPr>
            <p:cNvPr id="17" name="Text Placeholder 2"/>
            <p:cNvSpPr txBox="1">
              <a:spLocks/>
            </p:cNvSpPr>
            <p:nvPr/>
          </p:nvSpPr>
          <p:spPr>
            <a:xfrm>
              <a:off x="1908603"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Bullish</a:t>
              </a:r>
            </a:p>
          </p:txBody>
        </p:sp>
        <p:sp>
          <p:nvSpPr>
            <p:cNvPr id="18" name="TextBox 17"/>
            <p:cNvSpPr txBox="1"/>
            <p:nvPr/>
          </p:nvSpPr>
          <p:spPr>
            <a:xfrm>
              <a:off x="1539935" y="2559832"/>
              <a:ext cx="2278716" cy="553998"/>
            </a:xfrm>
            <a:prstGeom prst="rect">
              <a:avLst/>
            </a:prstGeom>
            <a:noFill/>
          </p:spPr>
          <p:txBody>
            <a:bodyPr wrap="square" lIns="0" tIns="0" rIns="0" bIns="0" rtlCol="0">
              <a:spAutoFit/>
            </a:bodyPr>
            <a:lstStyle/>
            <a:p>
              <a:pPr algn="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grpSp>
        <p:nvGrpSpPr>
          <p:cNvPr id="19" name="Group 18"/>
          <p:cNvGrpSpPr/>
          <p:nvPr/>
        </p:nvGrpSpPr>
        <p:grpSpPr>
          <a:xfrm>
            <a:off x="1519519" y="4768008"/>
            <a:ext cx="2427698" cy="893271"/>
            <a:chOff x="1494367" y="2220559"/>
            <a:chExt cx="2427698" cy="893271"/>
          </a:xfrm>
        </p:grpSpPr>
        <p:sp>
          <p:nvSpPr>
            <p:cNvPr id="20" name="Text Placeholder 2"/>
            <p:cNvSpPr txBox="1">
              <a:spLocks/>
            </p:cNvSpPr>
            <p:nvPr/>
          </p:nvSpPr>
          <p:spPr>
            <a:xfrm>
              <a:off x="1908605" y="2220559"/>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dirty="0">
                  <a:solidFill>
                    <a:schemeClr val="tx1">
                      <a:lumMod val="65000"/>
                      <a:lumOff val="35000"/>
                    </a:schemeClr>
                  </a:solidFill>
                  <a:latin typeface="Open Sans" panose="020B0606030504020204" pitchFamily="34" charset="0"/>
                  <a:ea typeface="Open Sans" panose="020B0606030504020204" pitchFamily="34" charset="0"/>
                  <a:cs typeface="Clear Sans" panose="020B0503030202020304" pitchFamily="34" charset="0"/>
                </a:rPr>
                <a:t>Distribution</a:t>
              </a:r>
            </a:p>
          </p:txBody>
        </p:sp>
        <p:sp>
          <p:nvSpPr>
            <p:cNvPr id="21" name="TextBox 20"/>
            <p:cNvSpPr txBox="1"/>
            <p:nvPr/>
          </p:nvSpPr>
          <p:spPr>
            <a:xfrm>
              <a:off x="1494367" y="2559832"/>
              <a:ext cx="2324283" cy="553998"/>
            </a:xfrm>
            <a:prstGeom prst="rect">
              <a:avLst/>
            </a:prstGeom>
            <a:noFill/>
          </p:spPr>
          <p:txBody>
            <a:bodyPr wrap="square" lIns="0" tIns="0" rIns="0" bIns="0" rtlCol="0">
              <a:spAutoFit/>
            </a:bodyPr>
            <a:lstStyle/>
            <a:p>
              <a:pPr algn="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Dorum</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ipser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kolar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sit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amet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pot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edipeping</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elik</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red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imperun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palit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paorut</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dacilasir</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dirty="0" err="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caeten</a:t>
              </a:r>
              <a:r>
                <a:rPr lang="en-US" sz="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grpSp>
      <p:sp>
        <p:nvSpPr>
          <p:cNvPr id="78" name="Title 1"/>
          <p:cNvSpPr txBox="1">
            <a:spLocks/>
          </p:cNvSpPr>
          <p:nvPr/>
        </p:nvSpPr>
        <p:spPr>
          <a:xfrm>
            <a:off x="1519519" y="426148"/>
            <a:ext cx="9144000" cy="629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b="1" dirty="0">
                <a:solidFill>
                  <a:schemeClr val="tx1">
                    <a:lumMod val="65000"/>
                    <a:lumOff val="35000"/>
                  </a:schemeClr>
                </a:solidFill>
                <a:latin typeface="Open Sans" panose="020B0606030504020204" pitchFamily="34" charset="0"/>
                <a:ea typeface="Open Sans" panose="020B0606030504020204" pitchFamily="34" charset="0"/>
                <a:cs typeface="Clear Sans Light" panose="020B0303030202020304" pitchFamily="34" charset="0"/>
              </a:rPr>
              <a:t>6 Market Phases</a:t>
            </a:r>
          </a:p>
        </p:txBody>
      </p:sp>
      <p:sp>
        <p:nvSpPr>
          <p:cNvPr id="79" name="Subtitle 2"/>
          <p:cNvSpPr txBox="1">
            <a:spLocks/>
          </p:cNvSpPr>
          <p:nvPr/>
        </p:nvSpPr>
        <p:spPr>
          <a:xfrm>
            <a:off x="2444750" y="946710"/>
            <a:ext cx="7308850" cy="338554"/>
          </a:xfrm>
          <a:prstGeom prst="rect">
            <a:avLst/>
          </a:prstGeom>
        </p:spPr>
        <p:txBody>
          <a:bodyPr vert="horz" wrap="square" lIns="121920" tIns="60960" rIns="121920" bIns="60960" rtlCol="0">
            <a:spAutoFit/>
          </a:bodyPr>
          <a:lstStyle/>
          <a:p>
            <a:pPr algn="ctr" defTabSz="1219050">
              <a:spcBef>
                <a:spcPct val="20000"/>
              </a:spcBef>
              <a:defRPr/>
            </a:pPr>
            <a:r>
              <a:rPr lang="en-US" sz="14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To be successful you have to have your heart in your business.</a:t>
            </a:r>
          </a:p>
        </p:txBody>
      </p:sp>
      <p:grpSp>
        <p:nvGrpSpPr>
          <p:cNvPr id="2" name="Group 1"/>
          <p:cNvGrpSpPr/>
          <p:nvPr/>
        </p:nvGrpSpPr>
        <p:grpSpPr>
          <a:xfrm>
            <a:off x="3949950" y="1935228"/>
            <a:ext cx="4292100" cy="3816694"/>
            <a:chOff x="3949950" y="1935228"/>
            <a:chExt cx="4292100" cy="3816694"/>
          </a:xfrm>
        </p:grpSpPr>
        <p:sp>
          <p:nvSpPr>
            <p:cNvPr id="29" name="Freeform 28"/>
            <p:cNvSpPr>
              <a:spLocks/>
            </p:cNvSpPr>
            <p:nvPr/>
          </p:nvSpPr>
          <p:spPr bwMode="auto">
            <a:xfrm>
              <a:off x="6856115" y="2914246"/>
              <a:ext cx="639249" cy="929328"/>
            </a:xfrm>
            <a:custGeom>
              <a:avLst/>
              <a:gdLst>
                <a:gd name="T0" fmla="*/ 476 w 476"/>
                <a:gd name="T1" fmla="*/ 0 h 692"/>
                <a:gd name="T2" fmla="*/ 0 w 476"/>
                <a:gd name="T3" fmla="*/ 559 h 692"/>
                <a:gd name="T4" fmla="*/ 78 w 476"/>
                <a:gd name="T5" fmla="*/ 692 h 692"/>
                <a:gd name="T6" fmla="*/ 476 w 476"/>
                <a:gd name="T7" fmla="*/ 0 h 692"/>
              </a:gdLst>
              <a:ahLst/>
              <a:cxnLst>
                <a:cxn ang="0">
                  <a:pos x="T0" y="T1"/>
                </a:cxn>
                <a:cxn ang="0">
                  <a:pos x="T2" y="T3"/>
                </a:cxn>
                <a:cxn ang="0">
                  <a:pos x="T4" y="T5"/>
                </a:cxn>
                <a:cxn ang="0">
                  <a:pos x="T6" y="T7"/>
                </a:cxn>
              </a:cxnLst>
              <a:rect l="0" t="0" r="r" b="b"/>
              <a:pathLst>
                <a:path w="476" h="692">
                  <a:moveTo>
                    <a:pt x="476" y="0"/>
                  </a:moveTo>
                  <a:lnTo>
                    <a:pt x="0" y="559"/>
                  </a:lnTo>
                  <a:lnTo>
                    <a:pt x="78" y="692"/>
                  </a:lnTo>
                  <a:lnTo>
                    <a:pt x="4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9"/>
            <p:cNvSpPr>
              <a:spLocks/>
            </p:cNvSpPr>
            <p:nvPr/>
          </p:nvSpPr>
          <p:spPr bwMode="auto">
            <a:xfrm>
              <a:off x="6528433" y="4412990"/>
              <a:ext cx="102065" cy="181300"/>
            </a:xfrm>
            <a:custGeom>
              <a:avLst/>
              <a:gdLst>
                <a:gd name="T0" fmla="*/ 76 w 76"/>
                <a:gd name="T1" fmla="*/ 0 h 135"/>
                <a:gd name="T2" fmla="*/ 0 w 76"/>
                <a:gd name="T3" fmla="*/ 135 h 135"/>
                <a:gd name="T4" fmla="*/ 76 w 76"/>
                <a:gd name="T5" fmla="*/ 0 h 135"/>
                <a:gd name="T6" fmla="*/ 76 w 76"/>
                <a:gd name="T7" fmla="*/ 0 h 135"/>
              </a:gdLst>
              <a:ahLst/>
              <a:cxnLst>
                <a:cxn ang="0">
                  <a:pos x="T0" y="T1"/>
                </a:cxn>
                <a:cxn ang="0">
                  <a:pos x="T2" y="T3"/>
                </a:cxn>
                <a:cxn ang="0">
                  <a:pos x="T4" y="T5"/>
                </a:cxn>
                <a:cxn ang="0">
                  <a:pos x="T6" y="T7"/>
                </a:cxn>
              </a:cxnLst>
              <a:rect l="0" t="0" r="r" b="b"/>
              <a:pathLst>
                <a:path w="76" h="135">
                  <a:moveTo>
                    <a:pt x="76" y="0"/>
                  </a:moveTo>
                  <a:lnTo>
                    <a:pt x="0" y="135"/>
                  </a:lnTo>
                  <a:lnTo>
                    <a:pt x="76" y="0"/>
                  </a:lnTo>
                  <a:lnTo>
                    <a:pt x="76"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30"/>
            <p:cNvSpPr>
              <a:spLocks/>
            </p:cNvSpPr>
            <p:nvPr/>
          </p:nvSpPr>
          <p:spPr bwMode="auto">
            <a:xfrm>
              <a:off x="6528433" y="4412990"/>
              <a:ext cx="102065" cy="181300"/>
            </a:xfrm>
            <a:custGeom>
              <a:avLst/>
              <a:gdLst>
                <a:gd name="T0" fmla="*/ 76 w 76"/>
                <a:gd name="T1" fmla="*/ 0 h 135"/>
                <a:gd name="T2" fmla="*/ 0 w 76"/>
                <a:gd name="T3" fmla="*/ 135 h 135"/>
                <a:gd name="T4" fmla="*/ 76 w 76"/>
                <a:gd name="T5" fmla="*/ 0 h 135"/>
                <a:gd name="T6" fmla="*/ 76 w 76"/>
                <a:gd name="T7" fmla="*/ 0 h 135"/>
              </a:gdLst>
              <a:ahLst/>
              <a:cxnLst>
                <a:cxn ang="0">
                  <a:pos x="T0" y="T1"/>
                </a:cxn>
                <a:cxn ang="0">
                  <a:pos x="T2" y="T3"/>
                </a:cxn>
                <a:cxn ang="0">
                  <a:pos x="T4" y="T5"/>
                </a:cxn>
                <a:cxn ang="0">
                  <a:pos x="T6" y="T7"/>
                </a:cxn>
              </a:cxnLst>
              <a:rect l="0" t="0" r="r" b="b"/>
              <a:pathLst>
                <a:path w="76" h="135">
                  <a:moveTo>
                    <a:pt x="76" y="0"/>
                  </a:moveTo>
                  <a:lnTo>
                    <a:pt x="0" y="135"/>
                  </a:lnTo>
                  <a:lnTo>
                    <a:pt x="76" y="0"/>
                  </a:lnTo>
                  <a:lnTo>
                    <a:pt x="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31"/>
            <p:cNvSpPr>
              <a:spLocks/>
            </p:cNvSpPr>
            <p:nvPr/>
          </p:nvSpPr>
          <p:spPr bwMode="auto">
            <a:xfrm>
              <a:off x="6528433" y="4412990"/>
              <a:ext cx="1071682" cy="181300"/>
            </a:xfrm>
            <a:custGeom>
              <a:avLst/>
              <a:gdLst>
                <a:gd name="T0" fmla="*/ 76 w 798"/>
                <a:gd name="T1" fmla="*/ 0 h 135"/>
                <a:gd name="T2" fmla="*/ 0 w 798"/>
                <a:gd name="T3" fmla="*/ 135 h 135"/>
                <a:gd name="T4" fmla="*/ 798 w 798"/>
                <a:gd name="T5" fmla="*/ 135 h 135"/>
                <a:gd name="T6" fmla="*/ 76 w 798"/>
                <a:gd name="T7" fmla="*/ 0 h 135"/>
              </a:gdLst>
              <a:ahLst/>
              <a:cxnLst>
                <a:cxn ang="0">
                  <a:pos x="T0" y="T1"/>
                </a:cxn>
                <a:cxn ang="0">
                  <a:pos x="T2" y="T3"/>
                </a:cxn>
                <a:cxn ang="0">
                  <a:pos x="T4" y="T5"/>
                </a:cxn>
                <a:cxn ang="0">
                  <a:pos x="T6" y="T7"/>
                </a:cxn>
              </a:cxnLst>
              <a:rect l="0" t="0" r="r" b="b"/>
              <a:pathLst>
                <a:path w="798" h="135">
                  <a:moveTo>
                    <a:pt x="76" y="0"/>
                  </a:moveTo>
                  <a:lnTo>
                    <a:pt x="0" y="135"/>
                  </a:lnTo>
                  <a:lnTo>
                    <a:pt x="798" y="135"/>
                  </a:lnTo>
                  <a:lnTo>
                    <a:pt x="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32"/>
            <p:cNvSpPr>
              <a:spLocks/>
            </p:cNvSpPr>
            <p:nvPr/>
          </p:nvSpPr>
          <p:spPr bwMode="auto">
            <a:xfrm>
              <a:off x="5663567" y="4594289"/>
              <a:ext cx="206816" cy="0"/>
            </a:xfrm>
            <a:custGeom>
              <a:avLst/>
              <a:gdLst>
                <a:gd name="T0" fmla="*/ 154 w 154"/>
                <a:gd name="T1" fmla="*/ 0 w 154"/>
                <a:gd name="T2" fmla="*/ 154 w 154"/>
                <a:gd name="T3" fmla="*/ 154 w 154"/>
              </a:gdLst>
              <a:ahLst/>
              <a:cxnLst>
                <a:cxn ang="0">
                  <a:pos x="T0" y="0"/>
                </a:cxn>
                <a:cxn ang="0">
                  <a:pos x="T1" y="0"/>
                </a:cxn>
                <a:cxn ang="0">
                  <a:pos x="T2" y="0"/>
                </a:cxn>
                <a:cxn ang="0">
                  <a:pos x="T3" y="0"/>
                </a:cxn>
              </a:cxnLst>
              <a:rect l="0" t="0" r="r" b="b"/>
              <a:pathLst>
                <a:path w="154">
                  <a:moveTo>
                    <a:pt x="154" y="0"/>
                  </a:moveTo>
                  <a:lnTo>
                    <a:pt x="0" y="0"/>
                  </a:lnTo>
                  <a:lnTo>
                    <a:pt x="154" y="0"/>
                  </a:lnTo>
                  <a:lnTo>
                    <a:pt x="154"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33"/>
            <p:cNvSpPr>
              <a:spLocks/>
            </p:cNvSpPr>
            <p:nvPr/>
          </p:nvSpPr>
          <p:spPr bwMode="auto">
            <a:xfrm>
              <a:off x="5663567" y="4594289"/>
              <a:ext cx="206816" cy="0"/>
            </a:xfrm>
            <a:custGeom>
              <a:avLst/>
              <a:gdLst>
                <a:gd name="T0" fmla="*/ 154 w 154"/>
                <a:gd name="T1" fmla="*/ 0 w 154"/>
                <a:gd name="T2" fmla="*/ 154 w 154"/>
                <a:gd name="T3" fmla="*/ 154 w 154"/>
              </a:gdLst>
              <a:ahLst/>
              <a:cxnLst>
                <a:cxn ang="0">
                  <a:pos x="T0" y="0"/>
                </a:cxn>
                <a:cxn ang="0">
                  <a:pos x="T1" y="0"/>
                </a:cxn>
                <a:cxn ang="0">
                  <a:pos x="T2" y="0"/>
                </a:cxn>
                <a:cxn ang="0">
                  <a:pos x="T3" y="0"/>
                </a:cxn>
              </a:cxnLst>
              <a:rect l="0" t="0" r="r" b="b"/>
              <a:pathLst>
                <a:path w="154">
                  <a:moveTo>
                    <a:pt x="154" y="0"/>
                  </a:moveTo>
                  <a:lnTo>
                    <a:pt x="0" y="0"/>
                  </a:lnTo>
                  <a:lnTo>
                    <a:pt x="154" y="0"/>
                  </a:lnTo>
                  <a:lnTo>
                    <a:pt x="15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4"/>
            <p:cNvSpPr>
              <a:spLocks/>
            </p:cNvSpPr>
            <p:nvPr/>
          </p:nvSpPr>
          <p:spPr bwMode="auto">
            <a:xfrm>
              <a:off x="5663567" y="4594289"/>
              <a:ext cx="534498" cy="927986"/>
            </a:xfrm>
            <a:custGeom>
              <a:avLst/>
              <a:gdLst>
                <a:gd name="T0" fmla="*/ 0 w 398"/>
                <a:gd name="T1" fmla="*/ 0 h 691"/>
                <a:gd name="T2" fmla="*/ 5 w 398"/>
                <a:gd name="T3" fmla="*/ 7 h 691"/>
                <a:gd name="T4" fmla="*/ 398 w 398"/>
                <a:gd name="T5" fmla="*/ 691 h 691"/>
                <a:gd name="T6" fmla="*/ 154 w 398"/>
                <a:gd name="T7" fmla="*/ 0 h 691"/>
                <a:gd name="T8" fmla="*/ 0 w 398"/>
                <a:gd name="T9" fmla="*/ 0 h 691"/>
              </a:gdLst>
              <a:ahLst/>
              <a:cxnLst>
                <a:cxn ang="0">
                  <a:pos x="T0" y="T1"/>
                </a:cxn>
                <a:cxn ang="0">
                  <a:pos x="T2" y="T3"/>
                </a:cxn>
                <a:cxn ang="0">
                  <a:pos x="T4" y="T5"/>
                </a:cxn>
                <a:cxn ang="0">
                  <a:pos x="T6" y="T7"/>
                </a:cxn>
                <a:cxn ang="0">
                  <a:pos x="T8" y="T9"/>
                </a:cxn>
              </a:cxnLst>
              <a:rect l="0" t="0" r="r" b="b"/>
              <a:pathLst>
                <a:path w="398" h="691">
                  <a:moveTo>
                    <a:pt x="0" y="0"/>
                  </a:moveTo>
                  <a:lnTo>
                    <a:pt x="5" y="7"/>
                  </a:lnTo>
                  <a:lnTo>
                    <a:pt x="398" y="691"/>
                  </a:lnTo>
                  <a:lnTo>
                    <a:pt x="15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5"/>
            <p:cNvSpPr>
              <a:spLocks/>
            </p:cNvSpPr>
            <p:nvPr/>
          </p:nvSpPr>
          <p:spPr bwMode="auto">
            <a:xfrm>
              <a:off x="4693950" y="3843574"/>
              <a:ext cx="639249" cy="927986"/>
            </a:xfrm>
            <a:custGeom>
              <a:avLst/>
              <a:gdLst>
                <a:gd name="T0" fmla="*/ 400 w 476"/>
                <a:gd name="T1" fmla="*/ 0 h 691"/>
                <a:gd name="T2" fmla="*/ 0 w 476"/>
                <a:gd name="T3" fmla="*/ 691 h 691"/>
                <a:gd name="T4" fmla="*/ 400 w 476"/>
                <a:gd name="T5" fmla="*/ 0 h 691"/>
                <a:gd name="T6" fmla="*/ 476 w 476"/>
                <a:gd name="T7" fmla="*/ 132 h 691"/>
                <a:gd name="T8" fmla="*/ 476 w 476"/>
                <a:gd name="T9" fmla="*/ 132 h 691"/>
                <a:gd name="T10" fmla="*/ 400 w 476"/>
                <a:gd name="T11" fmla="*/ 0 h 691"/>
              </a:gdLst>
              <a:ahLst/>
              <a:cxnLst>
                <a:cxn ang="0">
                  <a:pos x="T0" y="T1"/>
                </a:cxn>
                <a:cxn ang="0">
                  <a:pos x="T2" y="T3"/>
                </a:cxn>
                <a:cxn ang="0">
                  <a:pos x="T4" y="T5"/>
                </a:cxn>
                <a:cxn ang="0">
                  <a:pos x="T6" y="T7"/>
                </a:cxn>
                <a:cxn ang="0">
                  <a:pos x="T8" y="T9"/>
                </a:cxn>
                <a:cxn ang="0">
                  <a:pos x="T10" y="T11"/>
                </a:cxn>
              </a:cxnLst>
              <a:rect l="0" t="0" r="r" b="b"/>
              <a:pathLst>
                <a:path w="476" h="691">
                  <a:moveTo>
                    <a:pt x="400" y="0"/>
                  </a:moveTo>
                  <a:lnTo>
                    <a:pt x="0" y="691"/>
                  </a:lnTo>
                  <a:lnTo>
                    <a:pt x="400" y="0"/>
                  </a:lnTo>
                  <a:lnTo>
                    <a:pt x="476" y="132"/>
                  </a:lnTo>
                  <a:lnTo>
                    <a:pt x="476" y="132"/>
                  </a:lnTo>
                  <a:lnTo>
                    <a:pt x="400"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6"/>
            <p:cNvSpPr>
              <a:spLocks/>
            </p:cNvSpPr>
            <p:nvPr/>
          </p:nvSpPr>
          <p:spPr bwMode="auto">
            <a:xfrm>
              <a:off x="4693950" y="3843574"/>
              <a:ext cx="639249" cy="927986"/>
            </a:xfrm>
            <a:custGeom>
              <a:avLst/>
              <a:gdLst>
                <a:gd name="T0" fmla="*/ 400 w 476"/>
                <a:gd name="T1" fmla="*/ 0 h 691"/>
                <a:gd name="T2" fmla="*/ 0 w 476"/>
                <a:gd name="T3" fmla="*/ 691 h 691"/>
                <a:gd name="T4" fmla="*/ 400 w 476"/>
                <a:gd name="T5" fmla="*/ 0 h 691"/>
                <a:gd name="T6" fmla="*/ 476 w 476"/>
                <a:gd name="T7" fmla="*/ 132 h 691"/>
                <a:gd name="T8" fmla="*/ 476 w 476"/>
                <a:gd name="T9" fmla="*/ 132 h 691"/>
                <a:gd name="T10" fmla="*/ 400 w 476"/>
                <a:gd name="T11" fmla="*/ 0 h 691"/>
              </a:gdLst>
              <a:ahLst/>
              <a:cxnLst>
                <a:cxn ang="0">
                  <a:pos x="T0" y="T1"/>
                </a:cxn>
                <a:cxn ang="0">
                  <a:pos x="T2" y="T3"/>
                </a:cxn>
                <a:cxn ang="0">
                  <a:pos x="T4" y="T5"/>
                </a:cxn>
                <a:cxn ang="0">
                  <a:pos x="T6" y="T7"/>
                </a:cxn>
                <a:cxn ang="0">
                  <a:pos x="T8" y="T9"/>
                </a:cxn>
                <a:cxn ang="0">
                  <a:pos x="T10" y="T11"/>
                </a:cxn>
              </a:cxnLst>
              <a:rect l="0" t="0" r="r" b="b"/>
              <a:pathLst>
                <a:path w="476" h="691">
                  <a:moveTo>
                    <a:pt x="400" y="0"/>
                  </a:moveTo>
                  <a:lnTo>
                    <a:pt x="0" y="691"/>
                  </a:lnTo>
                  <a:lnTo>
                    <a:pt x="400" y="0"/>
                  </a:lnTo>
                  <a:lnTo>
                    <a:pt x="476" y="132"/>
                  </a:lnTo>
                  <a:lnTo>
                    <a:pt x="476" y="132"/>
                  </a:lnTo>
                  <a:lnTo>
                    <a:pt x="4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7"/>
            <p:cNvSpPr>
              <a:spLocks/>
            </p:cNvSpPr>
            <p:nvPr/>
          </p:nvSpPr>
          <p:spPr bwMode="auto">
            <a:xfrm>
              <a:off x="4693950" y="3843574"/>
              <a:ext cx="639249" cy="927986"/>
            </a:xfrm>
            <a:custGeom>
              <a:avLst/>
              <a:gdLst>
                <a:gd name="T0" fmla="*/ 400 w 476"/>
                <a:gd name="T1" fmla="*/ 0 h 691"/>
                <a:gd name="T2" fmla="*/ 0 w 476"/>
                <a:gd name="T3" fmla="*/ 691 h 691"/>
                <a:gd name="T4" fmla="*/ 476 w 476"/>
                <a:gd name="T5" fmla="*/ 132 h 691"/>
                <a:gd name="T6" fmla="*/ 400 w 476"/>
                <a:gd name="T7" fmla="*/ 0 h 691"/>
              </a:gdLst>
              <a:ahLst/>
              <a:cxnLst>
                <a:cxn ang="0">
                  <a:pos x="T0" y="T1"/>
                </a:cxn>
                <a:cxn ang="0">
                  <a:pos x="T2" y="T3"/>
                </a:cxn>
                <a:cxn ang="0">
                  <a:pos x="T4" y="T5"/>
                </a:cxn>
                <a:cxn ang="0">
                  <a:pos x="T6" y="T7"/>
                </a:cxn>
              </a:cxnLst>
              <a:rect l="0" t="0" r="r" b="b"/>
              <a:pathLst>
                <a:path w="476" h="691">
                  <a:moveTo>
                    <a:pt x="400" y="0"/>
                  </a:moveTo>
                  <a:lnTo>
                    <a:pt x="0" y="691"/>
                  </a:lnTo>
                  <a:lnTo>
                    <a:pt x="476" y="132"/>
                  </a:lnTo>
                  <a:lnTo>
                    <a:pt x="4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8"/>
            <p:cNvSpPr>
              <a:spLocks/>
            </p:cNvSpPr>
            <p:nvPr/>
          </p:nvSpPr>
          <p:spPr bwMode="auto">
            <a:xfrm>
              <a:off x="5558816" y="3095545"/>
              <a:ext cx="104751" cy="178614"/>
            </a:xfrm>
            <a:custGeom>
              <a:avLst/>
              <a:gdLst>
                <a:gd name="T0" fmla="*/ 78 w 78"/>
                <a:gd name="T1" fmla="*/ 0 h 133"/>
                <a:gd name="T2" fmla="*/ 0 w 78"/>
                <a:gd name="T3" fmla="*/ 133 h 133"/>
                <a:gd name="T4" fmla="*/ 0 w 78"/>
                <a:gd name="T5" fmla="*/ 133 h 133"/>
                <a:gd name="T6" fmla="*/ 78 w 78"/>
                <a:gd name="T7" fmla="*/ 0 h 133"/>
              </a:gdLst>
              <a:ahLst/>
              <a:cxnLst>
                <a:cxn ang="0">
                  <a:pos x="T0" y="T1"/>
                </a:cxn>
                <a:cxn ang="0">
                  <a:pos x="T2" y="T3"/>
                </a:cxn>
                <a:cxn ang="0">
                  <a:pos x="T4" y="T5"/>
                </a:cxn>
                <a:cxn ang="0">
                  <a:pos x="T6" y="T7"/>
                </a:cxn>
              </a:cxnLst>
              <a:rect l="0" t="0" r="r" b="b"/>
              <a:pathLst>
                <a:path w="78" h="133">
                  <a:moveTo>
                    <a:pt x="78" y="0"/>
                  </a:moveTo>
                  <a:lnTo>
                    <a:pt x="0" y="133"/>
                  </a:lnTo>
                  <a:lnTo>
                    <a:pt x="0" y="133"/>
                  </a:lnTo>
                  <a:lnTo>
                    <a:pt x="78"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9"/>
            <p:cNvSpPr>
              <a:spLocks/>
            </p:cNvSpPr>
            <p:nvPr/>
          </p:nvSpPr>
          <p:spPr bwMode="auto">
            <a:xfrm>
              <a:off x="5558816" y="3095545"/>
              <a:ext cx="104751" cy="178614"/>
            </a:xfrm>
            <a:custGeom>
              <a:avLst/>
              <a:gdLst>
                <a:gd name="T0" fmla="*/ 78 w 78"/>
                <a:gd name="T1" fmla="*/ 0 h 133"/>
                <a:gd name="T2" fmla="*/ 0 w 78"/>
                <a:gd name="T3" fmla="*/ 133 h 133"/>
                <a:gd name="T4" fmla="*/ 0 w 78"/>
                <a:gd name="T5" fmla="*/ 133 h 133"/>
                <a:gd name="T6" fmla="*/ 78 w 78"/>
                <a:gd name="T7" fmla="*/ 0 h 133"/>
              </a:gdLst>
              <a:ahLst/>
              <a:cxnLst>
                <a:cxn ang="0">
                  <a:pos x="T0" y="T1"/>
                </a:cxn>
                <a:cxn ang="0">
                  <a:pos x="T2" y="T3"/>
                </a:cxn>
                <a:cxn ang="0">
                  <a:pos x="T4" y="T5"/>
                </a:cxn>
                <a:cxn ang="0">
                  <a:pos x="T6" y="T7"/>
                </a:cxn>
              </a:cxnLst>
              <a:rect l="0" t="0" r="r" b="b"/>
              <a:pathLst>
                <a:path w="78" h="133">
                  <a:moveTo>
                    <a:pt x="78" y="0"/>
                  </a:moveTo>
                  <a:lnTo>
                    <a:pt x="0" y="133"/>
                  </a:lnTo>
                  <a:lnTo>
                    <a:pt x="0" y="133"/>
                  </a:lnTo>
                  <a:lnTo>
                    <a:pt x="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0"/>
            <p:cNvSpPr>
              <a:spLocks/>
            </p:cNvSpPr>
            <p:nvPr/>
          </p:nvSpPr>
          <p:spPr bwMode="auto">
            <a:xfrm>
              <a:off x="4589199" y="3095545"/>
              <a:ext cx="1074368" cy="178614"/>
            </a:xfrm>
            <a:custGeom>
              <a:avLst/>
              <a:gdLst>
                <a:gd name="T0" fmla="*/ 800 w 800"/>
                <a:gd name="T1" fmla="*/ 0 h 133"/>
                <a:gd name="T2" fmla="*/ 0 w 800"/>
                <a:gd name="T3" fmla="*/ 0 h 133"/>
                <a:gd name="T4" fmla="*/ 722 w 800"/>
                <a:gd name="T5" fmla="*/ 133 h 133"/>
                <a:gd name="T6" fmla="*/ 800 w 800"/>
                <a:gd name="T7" fmla="*/ 0 h 133"/>
              </a:gdLst>
              <a:ahLst/>
              <a:cxnLst>
                <a:cxn ang="0">
                  <a:pos x="T0" y="T1"/>
                </a:cxn>
                <a:cxn ang="0">
                  <a:pos x="T2" y="T3"/>
                </a:cxn>
                <a:cxn ang="0">
                  <a:pos x="T4" y="T5"/>
                </a:cxn>
                <a:cxn ang="0">
                  <a:pos x="T6" y="T7"/>
                </a:cxn>
              </a:cxnLst>
              <a:rect l="0" t="0" r="r" b="b"/>
              <a:pathLst>
                <a:path w="800" h="133">
                  <a:moveTo>
                    <a:pt x="800" y="0"/>
                  </a:moveTo>
                  <a:lnTo>
                    <a:pt x="0" y="0"/>
                  </a:lnTo>
                  <a:lnTo>
                    <a:pt x="722" y="133"/>
                  </a:lnTo>
                  <a:lnTo>
                    <a:pt x="8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41"/>
            <p:cNvSpPr>
              <a:spLocks/>
            </p:cNvSpPr>
            <p:nvPr/>
          </p:nvSpPr>
          <p:spPr bwMode="auto">
            <a:xfrm>
              <a:off x="6321617" y="3095545"/>
              <a:ext cx="206816" cy="0"/>
            </a:xfrm>
            <a:custGeom>
              <a:avLst/>
              <a:gdLst>
                <a:gd name="T0" fmla="*/ 0 w 154"/>
                <a:gd name="T1" fmla="*/ 0 w 154"/>
                <a:gd name="T2" fmla="*/ 154 w 154"/>
                <a:gd name="T3" fmla="*/ 0 w 154"/>
              </a:gdLst>
              <a:ahLst/>
              <a:cxnLst>
                <a:cxn ang="0">
                  <a:pos x="T0" y="0"/>
                </a:cxn>
                <a:cxn ang="0">
                  <a:pos x="T1" y="0"/>
                </a:cxn>
                <a:cxn ang="0">
                  <a:pos x="T2" y="0"/>
                </a:cxn>
                <a:cxn ang="0">
                  <a:pos x="T3" y="0"/>
                </a:cxn>
              </a:cxnLst>
              <a:rect l="0" t="0" r="r" b="b"/>
              <a:pathLst>
                <a:path w="154">
                  <a:moveTo>
                    <a:pt x="0" y="0"/>
                  </a:moveTo>
                  <a:lnTo>
                    <a:pt x="0" y="0"/>
                  </a:lnTo>
                  <a:lnTo>
                    <a:pt x="154" y="0"/>
                  </a:lnTo>
                  <a:lnTo>
                    <a:pt x="0"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2"/>
            <p:cNvSpPr>
              <a:spLocks/>
            </p:cNvSpPr>
            <p:nvPr/>
          </p:nvSpPr>
          <p:spPr bwMode="auto">
            <a:xfrm>
              <a:off x="6321617" y="3095545"/>
              <a:ext cx="206816" cy="0"/>
            </a:xfrm>
            <a:custGeom>
              <a:avLst/>
              <a:gdLst>
                <a:gd name="T0" fmla="*/ 0 w 154"/>
                <a:gd name="T1" fmla="*/ 0 w 154"/>
                <a:gd name="T2" fmla="*/ 154 w 154"/>
                <a:gd name="T3" fmla="*/ 0 w 154"/>
              </a:gdLst>
              <a:ahLst/>
              <a:cxnLst>
                <a:cxn ang="0">
                  <a:pos x="T0" y="0"/>
                </a:cxn>
                <a:cxn ang="0">
                  <a:pos x="T1" y="0"/>
                </a:cxn>
                <a:cxn ang="0">
                  <a:pos x="T2" y="0"/>
                </a:cxn>
                <a:cxn ang="0">
                  <a:pos x="T3" y="0"/>
                </a:cxn>
              </a:cxnLst>
              <a:rect l="0" t="0" r="r" b="b"/>
              <a:pathLst>
                <a:path w="154">
                  <a:moveTo>
                    <a:pt x="0" y="0"/>
                  </a:moveTo>
                  <a:lnTo>
                    <a:pt x="0" y="0"/>
                  </a:lnTo>
                  <a:lnTo>
                    <a:pt x="15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43"/>
            <p:cNvSpPr>
              <a:spLocks/>
            </p:cNvSpPr>
            <p:nvPr/>
          </p:nvSpPr>
          <p:spPr bwMode="auto">
            <a:xfrm>
              <a:off x="5991249" y="2167560"/>
              <a:ext cx="537184" cy="927986"/>
            </a:xfrm>
            <a:custGeom>
              <a:avLst/>
              <a:gdLst>
                <a:gd name="T0" fmla="*/ 0 w 400"/>
                <a:gd name="T1" fmla="*/ 0 h 691"/>
                <a:gd name="T2" fmla="*/ 246 w 400"/>
                <a:gd name="T3" fmla="*/ 691 h 691"/>
                <a:gd name="T4" fmla="*/ 400 w 400"/>
                <a:gd name="T5" fmla="*/ 691 h 691"/>
                <a:gd name="T6" fmla="*/ 182 w 400"/>
                <a:gd name="T7" fmla="*/ 315 h 691"/>
                <a:gd name="T8" fmla="*/ 0 w 400"/>
                <a:gd name="T9" fmla="*/ 0 h 691"/>
              </a:gdLst>
              <a:ahLst/>
              <a:cxnLst>
                <a:cxn ang="0">
                  <a:pos x="T0" y="T1"/>
                </a:cxn>
                <a:cxn ang="0">
                  <a:pos x="T2" y="T3"/>
                </a:cxn>
                <a:cxn ang="0">
                  <a:pos x="T4" y="T5"/>
                </a:cxn>
                <a:cxn ang="0">
                  <a:pos x="T6" y="T7"/>
                </a:cxn>
                <a:cxn ang="0">
                  <a:pos x="T8" y="T9"/>
                </a:cxn>
              </a:cxnLst>
              <a:rect l="0" t="0" r="r" b="b"/>
              <a:pathLst>
                <a:path w="400" h="691">
                  <a:moveTo>
                    <a:pt x="0" y="0"/>
                  </a:moveTo>
                  <a:lnTo>
                    <a:pt x="246" y="691"/>
                  </a:lnTo>
                  <a:lnTo>
                    <a:pt x="400" y="691"/>
                  </a:lnTo>
                  <a:lnTo>
                    <a:pt x="182" y="31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5" name="Group 44"/>
            <p:cNvGrpSpPr/>
            <p:nvPr/>
          </p:nvGrpSpPr>
          <p:grpSpPr>
            <a:xfrm>
              <a:off x="3949950" y="3095545"/>
              <a:ext cx="1713617" cy="2152765"/>
              <a:chOff x="3949950" y="3095545"/>
              <a:chExt cx="1713617" cy="2152765"/>
            </a:xfrm>
          </p:grpSpPr>
          <p:sp>
            <p:nvSpPr>
              <p:cNvPr id="76" name="Freeform 75"/>
              <p:cNvSpPr>
                <a:spLocks/>
              </p:cNvSpPr>
              <p:nvPr/>
            </p:nvSpPr>
            <p:spPr bwMode="auto">
              <a:xfrm>
                <a:off x="3949950" y="3095545"/>
                <a:ext cx="1713617" cy="2152765"/>
              </a:xfrm>
              <a:custGeom>
                <a:avLst/>
                <a:gdLst>
                  <a:gd name="T0" fmla="*/ 201 w 539"/>
                  <a:gd name="T1" fmla="*/ 0 h 677"/>
                  <a:gd name="T2" fmla="*/ 73 w 539"/>
                  <a:gd name="T3" fmla="*/ 77 h 677"/>
                  <a:gd name="T4" fmla="*/ 22 w 539"/>
                  <a:gd name="T5" fmla="*/ 166 h 677"/>
                  <a:gd name="T6" fmla="*/ 22 w 539"/>
                  <a:gd name="T7" fmla="*/ 304 h 677"/>
                  <a:gd name="T8" fmla="*/ 237 w 539"/>
                  <a:gd name="T9" fmla="*/ 677 h 677"/>
                  <a:gd name="T10" fmla="*/ 234 w 539"/>
                  <a:gd name="T11" fmla="*/ 527 h 677"/>
                  <a:gd name="T12" fmla="*/ 539 w 539"/>
                  <a:gd name="T13" fmla="*/ 0 h 677"/>
                  <a:gd name="T14" fmla="*/ 201 w 539"/>
                  <a:gd name="T15" fmla="*/ 0 h 6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7">
                    <a:moveTo>
                      <a:pt x="201" y="0"/>
                    </a:moveTo>
                    <a:cubicBezTo>
                      <a:pt x="150" y="2"/>
                      <a:pt x="101" y="29"/>
                      <a:pt x="73" y="77"/>
                    </a:cubicBezTo>
                    <a:cubicBezTo>
                      <a:pt x="22" y="166"/>
                      <a:pt x="22" y="166"/>
                      <a:pt x="22" y="166"/>
                    </a:cubicBezTo>
                    <a:cubicBezTo>
                      <a:pt x="0" y="204"/>
                      <a:pt x="0" y="266"/>
                      <a:pt x="22" y="304"/>
                    </a:cubicBezTo>
                    <a:cubicBezTo>
                      <a:pt x="237" y="677"/>
                      <a:pt x="237" y="677"/>
                      <a:pt x="237" y="677"/>
                    </a:cubicBezTo>
                    <a:cubicBezTo>
                      <a:pt x="209" y="629"/>
                      <a:pt x="210" y="573"/>
                      <a:pt x="234" y="527"/>
                    </a:cubicBezTo>
                    <a:cubicBezTo>
                      <a:pt x="539" y="0"/>
                      <a:pt x="539" y="0"/>
                      <a:pt x="539" y="0"/>
                    </a:cubicBezTo>
                    <a:cubicBezTo>
                      <a:pt x="201" y="0"/>
                      <a:pt x="201" y="0"/>
                      <a:pt x="201" y="0"/>
                    </a:cubicBezTo>
                  </a:path>
                </a:pathLst>
              </a:custGeom>
              <a:solidFill>
                <a:srgbClr val="16A0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6"/>
              <p:cNvSpPr>
                <a:spLocks/>
              </p:cNvSpPr>
              <p:nvPr/>
            </p:nvSpPr>
            <p:spPr bwMode="auto">
              <a:xfrm>
                <a:off x="4589199" y="3095545"/>
                <a:ext cx="1074368" cy="178614"/>
              </a:xfrm>
              <a:custGeom>
                <a:avLst/>
                <a:gdLst>
                  <a:gd name="T0" fmla="*/ 800 w 800"/>
                  <a:gd name="T1" fmla="*/ 0 h 133"/>
                  <a:gd name="T2" fmla="*/ 0 w 800"/>
                  <a:gd name="T3" fmla="*/ 0 h 133"/>
                  <a:gd name="T4" fmla="*/ 722 w 800"/>
                  <a:gd name="T5" fmla="*/ 133 h 133"/>
                  <a:gd name="T6" fmla="*/ 800 w 800"/>
                  <a:gd name="T7" fmla="*/ 0 h 133"/>
                </a:gdLst>
                <a:ahLst/>
                <a:cxnLst>
                  <a:cxn ang="0">
                    <a:pos x="T0" y="T1"/>
                  </a:cxn>
                  <a:cxn ang="0">
                    <a:pos x="T2" y="T3"/>
                  </a:cxn>
                  <a:cxn ang="0">
                    <a:pos x="T4" y="T5"/>
                  </a:cxn>
                  <a:cxn ang="0">
                    <a:pos x="T6" y="T7"/>
                  </a:cxn>
                </a:cxnLst>
                <a:rect l="0" t="0" r="r" b="b"/>
                <a:pathLst>
                  <a:path w="800" h="133">
                    <a:moveTo>
                      <a:pt x="800" y="0"/>
                    </a:moveTo>
                    <a:lnTo>
                      <a:pt x="0" y="0"/>
                    </a:lnTo>
                    <a:lnTo>
                      <a:pt x="722" y="133"/>
                    </a:lnTo>
                    <a:lnTo>
                      <a:pt x="800"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72" name="Group 71"/>
            <p:cNvGrpSpPr/>
            <p:nvPr/>
          </p:nvGrpSpPr>
          <p:grpSpPr>
            <a:xfrm>
              <a:off x="4182282" y="1935228"/>
              <a:ext cx="2346151" cy="1404736"/>
              <a:chOff x="4182282" y="1935228"/>
              <a:chExt cx="2346151" cy="1404736"/>
            </a:xfrm>
          </p:grpSpPr>
          <p:sp>
            <p:nvSpPr>
              <p:cNvPr id="74" name="Freeform 73"/>
              <p:cNvSpPr>
                <a:spLocks/>
              </p:cNvSpPr>
              <p:nvPr/>
            </p:nvSpPr>
            <p:spPr bwMode="auto">
              <a:xfrm>
                <a:off x="4182282" y="1935228"/>
                <a:ext cx="2346151" cy="1404736"/>
              </a:xfrm>
              <a:custGeom>
                <a:avLst/>
                <a:gdLst>
                  <a:gd name="T0" fmla="*/ 569 w 738"/>
                  <a:gd name="T1" fmla="*/ 73 h 442"/>
                  <a:gd name="T2" fmla="*/ 438 w 738"/>
                  <a:gd name="T3" fmla="*/ 0 h 442"/>
                  <a:gd name="T4" fmla="*/ 335 w 738"/>
                  <a:gd name="T5" fmla="*/ 0 h 442"/>
                  <a:gd name="T6" fmla="*/ 215 w 738"/>
                  <a:gd name="T7" fmla="*/ 69 h 442"/>
                  <a:gd name="T8" fmla="*/ 0 w 738"/>
                  <a:gd name="T9" fmla="*/ 442 h 442"/>
                  <a:gd name="T10" fmla="*/ 128 w 738"/>
                  <a:gd name="T11" fmla="*/ 365 h 442"/>
                  <a:gd name="T12" fmla="*/ 738 w 738"/>
                  <a:gd name="T13" fmla="*/ 365 h 442"/>
                  <a:gd name="T14" fmla="*/ 569 w 738"/>
                  <a:gd name="T15" fmla="*/ 73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569" y="73"/>
                    </a:moveTo>
                    <a:cubicBezTo>
                      <a:pt x="542" y="29"/>
                      <a:pt x="493" y="0"/>
                      <a:pt x="438" y="0"/>
                    </a:cubicBezTo>
                    <a:cubicBezTo>
                      <a:pt x="335" y="0"/>
                      <a:pt x="335" y="0"/>
                      <a:pt x="335" y="0"/>
                    </a:cubicBezTo>
                    <a:cubicBezTo>
                      <a:pt x="291" y="0"/>
                      <a:pt x="237" y="31"/>
                      <a:pt x="215" y="69"/>
                    </a:cubicBezTo>
                    <a:cubicBezTo>
                      <a:pt x="0" y="442"/>
                      <a:pt x="0" y="442"/>
                      <a:pt x="0" y="442"/>
                    </a:cubicBezTo>
                    <a:cubicBezTo>
                      <a:pt x="28" y="394"/>
                      <a:pt x="77" y="367"/>
                      <a:pt x="128" y="365"/>
                    </a:cubicBezTo>
                    <a:cubicBezTo>
                      <a:pt x="738" y="365"/>
                      <a:pt x="738" y="365"/>
                      <a:pt x="738" y="365"/>
                    </a:cubicBezTo>
                    <a:cubicBezTo>
                      <a:pt x="569" y="73"/>
                      <a:pt x="569" y="73"/>
                      <a:pt x="569" y="73"/>
                    </a:cubicBezTo>
                  </a:path>
                </a:pathLst>
              </a:custGeom>
              <a:solidFill>
                <a:srgbClr val="B2D2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74"/>
              <p:cNvSpPr>
                <a:spLocks/>
              </p:cNvSpPr>
              <p:nvPr/>
            </p:nvSpPr>
            <p:spPr bwMode="auto">
              <a:xfrm>
                <a:off x="5991249" y="2167560"/>
                <a:ext cx="537184" cy="927986"/>
              </a:xfrm>
              <a:custGeom>
                <a:avLst/>
                <a:gdLst>
                  <a:gd name="T0" fmla="*/ 0 w 400"/>
                  <a:gd name="T1" fmla="*/ 0 h 691"/>
                  <a:gd name="T2" fmla="*/ 246 w 400"/>
                  <a:gd name="T3" fmla="*/ 691 h 691"/>
                  <a:gd name="T4" fmla="*/ 400 w 400"/>
                  <a:gd name="T5" fmla="*/ 691 h 691"/>
                  <a:gd name="T6" fmla="*/ 182 w 400"/>
                  <a:gd name="T7" fmla="*/ 315 h 691"/>
                  <a:gd name="T8" fmla="*/ 0 w 400"/>
                  <a:gd name="T9" fmla="*/ 0 h 691"/>
                </a:gdLst>
                <a:ahLst/>
                <a:cxnLst>
                  <a:cxn ang="0">
                    <a:pos x="T0" y="T1"/>
                  </a:cxn>
                  <a:cxn ang="0">
                    <a:pos x="T2" y="T3"/>
                  </a:cxn>
                  <a:cxn ang="0">
                    <a:pos x="T4" y="T5"/>
                  </a:cxn>
                  <a:cxn ang="0">
                    <a:pos x="T6" y="T7"/>
                  </a:cxn>
                  <a:cxn ang="0">
                    <a:pos x="T8" y="T9"/>
                  </a:cxn>
                </a:cxnLst>
                <a:rect l="0" t="0" r="r" b="b"/>
                <a:pathLst>
                  <a:path w="400" h="691">
                    <a:moveTo>
                      <a:pt x="0" y="0"/>
                    </a:moveTo>
                    <a:lnTo>
                      <a:pt x="246" y="691"/>
                    </a:lnTo>
                    <a:lnTo>
                      <a:pt x="400" y="691"/>
                    </a:lnTo>
                    <a:lnTo>
                      <a:pt x="182" y="315"/>
                    </a:lnTo>
                    <a:lnTo>
                      <a:pt x="0"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7" name="Group 46"/>
            <p:cNvGrpSpPr/>
            <p:nvPr/>
          </p:nvGrpSpPr>
          <p:grpSpPr>
            <a:xfrm>
              <a:off x="5663567" y="4345842"/>
              <a:ext cx="2346151" cy="1406079"/>
              <a:chOff x="5663567" y="4345842"/>
              <a:chExt cx="2346151" cy="1406079"/>
            </a:xfrm>
          </p:grpSpPr>
          <p:grpSp>
            <p:nvGrpSpPr>
              <p:cNvPr id="66" name="Group 65"/>
              <p:cNvGrpSpPr/>
              <p:nvPr/>
            </p:nvGrpSpPr>
            <p:grpSpPr>
              <a:xfrm>
                <a:off x="5663567" y="4345842"/>
                <a:ext cx="2346151" cy="1406079"/>
                <a:chOff x="5663567" y="4345842"/>
                <a:chExt cx="2346151" cy="1406079"/>
              </a:xfrm>
            </p:grpSpPr>
            <p:sp>
              <p:nvSpPr>
                <p:cNvPr id="70" name="Freeform 69"/>
                <p:cNvSpPr>
                  <a:spLocks/>
                </p:cNvSpPr>
                <p:nvPr/>
              </p:nvSpPr>
              <p:spPr bwMode="auto">
                <a:xfrm>
                  <a:off x="5663567" y="4345842"/>
                  <a:ext cx="2346151" cy="1406079"/>
                </a:xfrm>
                <a:custGeom>
                  <a:avLst/>
                  <a:gdLst>
                    <a:gd name="T0" fmla="*/ 168 w 738"/>
                    <a:gd name="T1" fmla="*/ 370 h 442"/>
                    <a:gd name="T2" fmla="*/ 300 w 738"/>
                    <a:gd name="T3" fmla="*/ 442 h 442"/>
                    <a:gd name="T4" fmla="*/ 402 w 738"/>
                    <a:gd name="T5" fmla="*/ 442 h 442"/>
                    <a:gd name="T6" fmla="*/ 522 w 738"/>
                    <a:gd name="T7" fmla="*/ 373 h 442"/>
                    <a:gd name="T8" fmla="*/ 738 w 738"/>
                    <a:gd name="T9" fmla="*/ 0 h 442"/>
                    <a:gd name="T10" fmla="*/ 609 w 738"/>
                    <a:gd name="T11" fmla="*/ 78 h 442"/>
                    <a:gd name="T12" fmla="*/ 0 w 738"/>
                    <a:gd name="T13" fmla="*/ 78 h 442"/>
                    <a:gd name="T14" fmla="*/ 168 w 738"/>
                    <a:gd name="T15" fmla="*/ 370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168" y="370"/>
                      </a:moveTo>
                      <a:cubicBezTo>
                        <a:pt x="196" y="413"/>
                        <a:pt x="244" y="442"/>
                        <a:pt x="300" y="442"/>
                      </a:cubicBezTo>
                      <a:cubicBezTo>
                        <a:pt x="402" y="442"/>
                        <a:pt x="402" y="442"/>
                        <a:pt x="402" y="442"/>
                      </a:cubicBezTo>
                      <a:cubicBezTo>
                        <a:pt x="446" y="442"/>
                        <a:pt x="500" y="411"/>
                        <a:pt x="522" y="373"/>
                      </a:cubicBezTo>
                      <a:cubicBezTo>
                        <a:pt x="738" y="0"/>
                        <a:pt x="738" y="0"/>
                        <a:pt x="738" y="0"/>
                      </a:cubicBezTo>
                      <a:cubicBezTo>
                        <a:pt x="710" y="48"/>
                        <a:pt x="661" y="76"/>
                        <a:pt x="609" y="78"/>
                      </a:cubicBezTo>
                      <a:cubicBezTo>
                        <a:pt x="0" y="78"/>
                        <a:pt x="0" y="78"/>
                        <a:pt x="0" y="78"/>
                      </a:cubicBezTo>
                      <a:cubicBezTo>
                        <a:pt x="168" y="370"/>
                        <a:pt x="168" y="370"/>
                        <a:pt x="168" y="370"/>
                      </a:cubicBezTo>
                    </a:path>
                  </a:pathLst>
                </a:custGeom>
                <a:solidFill>
                  <a:srgbClr val="F23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70"/>
                <p:cNvSpPr>
                  <a:spLocks/>
                </p:cNvSpPr>
                <p:nvPr/>
              </p:nvSpPr>
              <p:spPr bwMode="auto">
                <a:xfrm>
                  <a:off x="5663567" y="4594289"/>
                  <a:ext cx="534498" cy="927986"/>
                </a:xfrm>
                <a:custGeom>
                  <a:avLst/>
                  <a:gdLst>
                    <a:gd name="T0" fmla="*/ 0 w 398"/>
                    <a:gd name="T1" fmla="*/ 0 h 691"/>
                    <a:gd name="T2" fmla="*/ 5 w 398"/>
                    <a:gd name="T3" fmla="*/ 7 h 691"/>
                    <a:gd name="T4" fmla="*/ 398 w 398"/>
                    <a:gd name="T5" fmla="*/ 691 h 691"/>
                    <a:gd name="T6" fmla="*/ 154 w 398"/>
                    <a:gd name="T7" fmla="*/ 0 h 691"/>
                    <a:gd name="T8" fmla="*/ 0 w 398"/>
                    <a:gd name="T9" fmla="*/ 0 h 691"/>
                  </a:gdLst>
                  <a:ahLst/>
                  <a:cxnLst>
                    <a:cxn ang="0">
                      <a:pos x="T0" y="T1"/>
                    </a:cxn>
                    <a:cxn ang="0">
                      <a:pos x="T2" y="T3"/>
                    </a:cxn>
                    <a:cxn ang="0">
                      <a:pos x="T4" y="T5"/>
                    </a:cxn>
                    <a:cxn ang="0">
                      <a:pos x="T6" y="T7"/>
                    </a:cxn>
                    <a:cxn ang="0">
                      <a:pos x="T8" y="T9"/>
                    </a:cxn>
                  </a:cxnLst>
                  <a:rect l="0" t="0" r="r" b="b"/>
                  <a:pathLst>
                    <a:path w="398" h="691">
                      <a:moveTo>
                        <a:pt x="0" y="0"/>
                      </a:moveTo>
                      <a:lnTo>
                        <a:pt x="5" y="7"/>
                      </a:lnTo>
                      <a:lnTo>
                        <a:pt x="398" y="691"/>
                      </a:lnTo>
                      <a:lnTo>
                        <a:pt x="154" y="0"/>
                      </a:lnTo>
                      <a:lnTo>
                        <a:pt x="0"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7" name="Group 66"/>
              <p:cNvGrpSpPr/>
              <p:nvPr/>
            </p:nvGrpSpPr>
            <p:grpSpPr>
              <a:xfrm>
                <a:off x="6674717" y="4979124"/>
                <a:ext cx="362796" cy="338611"/>
                <a:chOff x="4418013" y="3475038"/>
                <a:chExt cx="285750" cy="266701"/>
              </a:xfrm>
              <a:solidFill>
                <a:schemeClr val="bg1"/>
              </a:solidFill>
            </p:grpSpPr>
            <p:sp>
              <p:nvSpPr>
                <p:cNvPr id="68" name="Freeform 105"/>
                <p:cNvSpPr>
                  <a:spLocks/>
                </p:cNvSpPr>
                <p:nvPr/>
              </p:nvSpPr>
              <p:spPr bwMode="auto">
                <a:xfrm>
                  <a:off x="4418013" y="3651251"/>
                  <a:ext cx="98425" cy="90488"/>
                </a:xfrm>
                <a:custGeom>
                  <a:avLst/>
                  <a:gdLst>
                    <a:gd name="T0" fmla="*/ 22 w 26"/>
                    <a:gd name="T1" fmla="*/ 1 h 24"/>
                    <a:gd name="T2" fmla="*/ 20 w 26"/>
                    <a:gd name="T3" fmla="*/ 1 h 24"/>
                    <a:gd name="T4" fmla="*/ 0 w 26"/>
                    <a:gd name="T5" fmla="*/ 20 h 24"/>
                    <a:gd name="T6" fmla="*/ 0 w 26"/>
                    <a:gd name="T7" fmla="*/ 22 h 24"/>
                    <a:gd name="T8" fmla="*/ 1 w 26"/>
                    <a:gd name="T9" fmla="*/ 23 h 24"/>
                    <a:gd name="T10" fmla="*/ 5 w 26"/>
                    <a:gd name="T11" fmla="*/ 24 h 24"/>
                    <a:gd name="T12" fmla="*/ 7 w 26"/>
                    <a:gd name="T13" fmla="*/ 24 h 24"/>
                    <a:gd name="T14" fmla="*/ 25 w 26"/>
                    <a:gd name="T15" fmla="*/ 6 h 24"/>
                    <a:gd name="T16" fmla="*/ 25 w 26"/>
                    <a:gd name="T17" fmla="*/ 3 h 24"/>
                    <a:gd name="T18" fmla="*/ 22 w 26"/>
                    <a:gd name="T19"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4">
                      <a:moveTo>
                        <a:pt x="22" y="1"/>
                      </a:moveTo>
                      <a:cubicBezTo>
                        <a:pt x="22" y="0"/>
                        <a:pt x="21" y="0"/>
                        <a:pt x="20" y="1"/>
                      </a:cubicBezTo>
                      <a:cubicBezTo>
                        <a:pt x="0" y="20"/>
                        <a:pt x="0" y="20"/>
                        <a:pt x="0" y="20"/>
                      </a:cubicBezTo>
                      <a:cubicBezTo>
                        <a:pt x="0" y="20"/>
                        <a:pt x="0" y="21"/>
                        <a:pt x="0" y="22"/>
                      </a:cubicBezTo>
                      <a:cubicBezTo>
                        <a:pt x="0" y="22"/>
                        <a:pt x="1" y="23"/>
                        <a:pt x="1" y="23"/>
                      </a:cubicBezTo>
                      <a:cubicBezTo>
                        <a:pt x="5" y="24"/>
                        <a:pt x="5" y="24"/>
                        <a:pt x="5" y="24"/>
                      </a:cubicBezTo>
                      <a:cubicBezTo>
                        <a:pt x="6" y="24"/>
                        <a:pt x="7" y="24"/>
                        <a:pt x="7" y="24"/>
                      </a:cubicBezTo>
                      <a:cubicBezTo>
                        <a:pt x="25" y="6"/>
                        <a:pt x="25" y="6"/>
                        <a:pt x="25" y="6"/>
                      </a:cubicBezTo>
                      <a:cubicBezTo>
                        <a:pt x="26" y="5"/>
                        <a:pt x="26" y="4"/>
                        <a:pt x="25" y="3"/>
                      </a:cubicBezTo>
                      <a:lnTo>
                        <a:pt x="22"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106"/>
                <p:cNvSpPr>
                  <a:spLocks noEditPoints="1"/>
                </p:cNvSpPr>
                <p:nvPr/>
              </p:nvSpPr>
              <p:spPr bwMode="auto">
                <a:xfrm>
                  <a:off x="4456113" y="3475038"/>
                  <a:ext cx="247650" cy="236538"/>
                </a:xfrm>
                <a:custGeom>
                  <a:avLst/>
                  <a:gdLst>
                    <a:gd name="T0" fmla="*/ 45 w 66"/>
                    <a:gd name="T1" fmla="*/ 1 h 63"/>
                    <a:gd name="T2" fmla="*/ 45 w 66"/>
                    <a:gd name="T3" fmla="*/ 0 h 63"/>
                    <a:gd name="T4" fmla="*/ 45 w 66"/>
                    <a:gd name="T5" fmla="*/ 1 h 63"/>
                    <a:gd name="T6" fmla="*/ 40 w 66"/>
                    <a:gd name="T7" fmla="*/ 1 h 63"/>
                    <a:gd name="T8" fmla="*/ 39 w 66"/>
                    <a:gd name="T9" fmla="*/ 2 h 63"/>
                    <a:gd name="T10" fmla="*/ 37 w 66"/>
                    <a:gd name="T11" fmla="*/ 6 h 63"/>
                    <a:gd name="T12" fmla="*/ 38 w 66"/>
                    <a:gd name="T13" fmla="*/ 9 h 63"/>
                    <a:gd name="T14" fmla="*/ 36 w 66"/>
                    <a:gd name="T15" fmla="*/ 16 h 63"/>
                    <a:gd name="T16" fmla="*/ 21 w 66"/>
                    <a:gd name="T17" fmla="*/ 26 h 63"/>
                    <a:gd name="T18" fmla="*/ 5 w 66"/>
                    <a:gd name="T19" fmla="*/ 26 h 63"/>
                    <a:gd name="T20" fmla="*/ 5 w 66"/>
                    <a:gd name="T21" fmla="*/ 26 h 63"/>
                    <a:gd name="T22" fmla="*/ 5 w 66"/>
                    <a:gd name="T23" fmla="*/ 26 h 63"/>
                    <a:gd name="T24" fmla="*/ 0 w 66"/>
                    <a:gd name="T25" fmla="*/ 29 h 63"/>
                    <a:gd name="T26" fmla="*/ 0 w 66"/>
                    <a:gd name="T27" fmla="*/ 30 h 63"/>
                    <a:gd name="T28" fmla="*/ 0 w 66"/>
                    <a:gd name="T29" fmla="*/ 32 h 63"/>
                    <a:gd name="T30" fmla="*/ 31 w 66"/>
                    <a:gd name="T31" fmla="*/ 62 h 63"/>
                    <a:gd name="T32" fmla="*/ 32 w 66"/>
                    <a:gd name="T33" fmla="*/ 63 h 63"/>
                    <a:gd name="T34" fmla="*/ 33 w 66"/>
                    <a:gd name="T35" fmla="*/ 62 h 63"/>
                    <a:gd name="T36" fmla="*/ 37 w 66"/>
                    <a:gd name="T37" fmla="*/ 42 h 63"/>
                    <a:gd name="T38" fmla="*/ 46 w 66"/>
                    <a:gd name="T39" fmla="*/ 27 h 63"/>
                    <a:gd name="T40" fmla="*/ 54 w 66"/>
                    <a:gd name="T41" fmla="*/ 25 h 63"/>
                    <a:gd name="T42" fmla="*/ 56 w 66"/>
                    <a:gd name="T43" fmla="*/ 25 h 63"/>
                    <a:gd name="T44" fmla="*/ 61 w 66"/>
                    <a:gd name="T45" fmla="*/ 23 h 63"/>
                    <a:gd name="T46" fmla="*/ 61 w 66"/>
                    <a:gd name="T47" fmla="*/ 23 h 63"/>
                    <a:gd name="T48" fmla="*/ 45 w 66"/>
                    <a:gd name="T49" fmla="*/ 1 h 63"/>
                    <a:gd name="T50" fmla="*/ 54 w 66"/>
                    <a:gd name="T51" fmla="*/ 9 h 63"/>
                    <a:gd name="T52" fmla="*/ 52 w 66"/>
                    <a:gd name="T53" fmla="*/ 8 h 63"/>
                    <a:gd name="T54" fmla="*/ 54 w 66"/>
                    <a:gd name="T55"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63">
                      <a:moveTo>
                        <a:pt x="45" y="1"/>
                      </a:moveTo>
                      <a:cubicBezTo>
                        <a:pt x="45" y="0"/>
                        <a:pt x="45" y="0"/>
                        <a:pt x="45" y="0"/>
                      </a:cubicBezTo>
                      <a:cubicBezTo>
                        <a:pt x="45" y="1"/>
                        <a:pt x="45" y="1"/>
                        <a:pt x="45" y="1"/>
                      </a:cubicBezTo>
                      <a:cubicBezTo>
                        <a:pt x="43" y="0"/>
                        <a:pt x="41" y="0"/>
                        <a:pt x="40" y="1"/>
                      </a:cubicBezTo>
                      <a:cubicBezTo>
                        <a:pt x="39" y="2"/>
                        <a:pt x="39" y="2"/>
                        <a:pt x="39" y="2"/>
                      </a:cubicBezTo>
                      <a:cubicBezTo>
                        <a:pt x="38" y="3"/>
                        <a:pt x="37" y="5"/>
                        <a:pt x="37" y="6"/>
                      </a:cubicBezTo>
                      <a:cubicBezTo>
                        <a:pt x="37" y="7"/>
                        <a:pt x="37" y="8"/>
                        <a:pt x="38" y="9"/>
                      </a:cubicBezTo>
                      <a:cubicBezTo>
                        <a:pt x="39" y="12"/>
                        <a:pt x="38" y="15"/>
                        <a:pt x="36" y="16"/>
                      </a:cubicBezTo>
                      <a:cubicBezTo>
                        <a:pt x="33" y="19"/>
                        <a:pt x="24" y="28"/>
                        <a:pt x="21" y="26"/>
                      </a:cubicBezTo>
                      <a:cubicBezTo>
                        <a:pt x="16" y="23"/>
                        <a:pt x="10" y="24"/>
                        <a:pt x="5" y="26"/>
                      </a:cubicBezTo>
                      <a:cubicBezTo>
                        <a:pt x="5" y="26"/>
                        <a:pt x="5" y="26"/>
                        <a:pt x="5" y="26"/>
                      </a:cubicBezTo>
                      <a:cubicBezTo>
                        <a:pt x="5" y="26"/>
                        <a:pt x="5" y="26"/>
                        <a:pt x="5" y="26"/>
                      </a:cubicBezTo>
                      <a:cubicBezTo>
                        <a:pt x="3" y="27"/>
                        <a:pt x="2" y="28"/>
                        <a:pt x="0" y="29"/>
                      </a:cubicBezTo>
                      <a:cubicBezTo>
                        <a:pt x="0" y="29"/>
                        <a:pt x="0" y="30"/>
                        <a:pt x="0" y="30"/>
                      </a:cubicBezTo>
                      <a:cubicBezTo>
                        <a:pt x="0" y="31"/>
                        <a:pt x="0" y="31"/>
                        <a:pt x="0" y="32"/>
                      </a:cubicBezTo>
                      <a:cubicBezTo>
                        <a:pt x="31" y="62"/>
                        <a:pt x="31" y="62"/>
                        <a:pt x="31" y="62"/>
                      </a:cubicBezTo>
                      <a:cubicBezTo>
                        <a:pt x="31" y="63"/>
                        <a:pt x="32" y="63"/>
                        <a:pt x="32" y="63"/>
                      </a:cubicBezTo>
                      <a:cubicBezTo>
                        <a:pt x="33" y="63"/>
                        <a:pt x="33" y="63"/>
                        <a:pt x="33" y="62"/>
                      </a:cubicBezTo>
                      <a:cubicBezTo>
                        <a:pt x="38" y="57"/>
                        <a:pt x="41" y="49"/>
                        <a:pt x="37" y="42"/>
                      </a:cubicBezTo>
                      <a:cubicBezTo>
                        <a:pt x="35" y="39"/>
                        <a:pt x="44" y="30"/>
                        <a:pt x="46" y="27"/>
                      </a:cubicBezTo>
                      <a:cubicBezTo>
                        <a:pt x="48" y="25"/>
                        <a:pt x="51" y="24"/>
                        <a:pt x="54" y="25"/>
                      </a:cubicBezTo>
                      <a:cubicBezTo>
                        <a:pt x="54" y="25"/>
                        <a:pt x="55" y="25"/>
                        <a:pt x="56" y="25"/>
                      </a:cubicBezTo>
                      <a:cubicBezTo>
                        <a:pt x="58" y="25"/>
                        <a:pt x="60" y="25"/>
                        <a:pt x="61" y="23"/>
                      </a:cubicBezTo>
                      <a:cubicBezTo>
                        <a:pt x="61" y="23"/>
                        <a:pt x="61" y="23"/>
                        <a:pt x="61" y="23"/>
                      </a:cubicBezTo>
                      <a:cubicBezTo>
                        <a:pt x="66" y="17"/>
                        <a:pt x="54" y="3"/>
                        <a:pt x="45" y="1"/>
                      </a:cubicBezTo>
                      <a:close/>
                      <a:moveTo>
                        <a:pt x="54" y="9"/>
                      </a:moveTo>
                      <a:cubicBezTo>
                        <a:pt x="52" y="8"/>
                        <a:pt x="52" y="8"/>
                        <a:pt x="52" y="8"/>
                      </a:cubicBezTo>
                      <a:cubicBezTo>
                        <a:pt x="53" y="8"/>
                        <a:pt x="53" y="9"/>
                        <a:pt x="5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48" name="Group 47"/>
            <p:cNvGrpSpPr/>
            <p:nvPr/>
          </p:nvGrpSpPr>
          <p:grpSpPr>
            <a:xfrm>
              <a:off x="4614716" y="3843574"/>
              <a:ext cx="2002354" cy="1908348"/>
              <a:chOff x="4614716" y="3843574"/>
              <a:chExt cx="2002354" cy="1908348"/>
            </a:xfrm>
          </p:grpSpPr>
          <p:grpSp>
            <p:nvGrpSpPr>
              <p:cNvPr id="62" name="Group 61"/>
              <p:cNvGrpSpPr/>
              <p:nvPr/>
            </p:nvGrpSpPr>
            <p:grpSpPr>
              <a:xfrm>
                <a:off x="4614716" y="3843574"/>
                <a:ext cx="2002354" cy="1908348"/>
                <a:chOff x="4614716" y="3843574"/>
                <a:chExt cx="2002354" cy="1908348"/>
              </a:xfrm>
            </p:grpSpPr>
            <p:sp>
              <p:nvSpPr>
                <p:cNvPr id="64" name="Freeform 63"/>
                <p:cNvSpPr>
                  <a:spLocks/>
                </p:cNvSpPr>
                <p:nvPr/>
              </p:nvSpPr>
              <p:spPr bwMode="auto">
                <a:xfrm>
                  <a:off x="4614716" y="3843575"/>
                  <a:ext cx="2002354" cy="1908347"/>
                </a:xfrm>
                <a:custGeom>
                  <a:avLst/>
                  <a:gdLst>
                    <a:gd name="T0" fmla="*/ 25 w 630"/>
                    <a:gd name="T1" fmla="*/ 292 h 600"/>
                    <a:gd name="T2" fmla="*/ 28 w 630"/>
                    <a:gd name="T3" fmla="*/ 442 h 600"/>
                    <a:gd name="T4" fmla="*/ 79 w 630"/>
                    <a:gd name="T5" fmla="*/ 531 h 600"/>
                    <a:gd name="T6" fmla="*/ 199 w 630"/>
                    <a:gd name="T7" fmla="*/ 600 h 600"/>
                    <a:gd name="T8" fmla="*/ 630 w 630"/>
                    <a:gd name="T9" fmla="*/ 600 h 600"/>
                    <a:gd name="T10" fmla="*/ 498 w 630"/>
                    <a:gd name="T11" fmla="*/ 528 h 600"/>
                    <a:gd name="T12" fmla="*/ 194 w 630"/>
                    <a:gd name="T13" fmla="*/ 0 h 600"/>
                    <a:gd name="T14" fmla="*/ 25 w 630"/>
                    <a:gd name="T15" fmla="*/ 292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600">
                      <a:moveTo>
                        <a:pt x="25" y="292"/>
                      </a:moveTo>
                      <a:cubicBezTo>
                        <a:pt x="1" y="338"/>
                        <a:pt x="0" y="394"/>
                        <a:pt x="28" y="442"/>
                      </a:cubicBezTo>
                      <a:cubicBezTo>
                        <a:pt x="79" y="531"/>
                        <a:pt x="79" y="531"/>
                        <a:pt x="79" y="531"/>
                      </a:cubicBezTo>
                      <a:cubicBezTo>
                        <a:pt x="101" y="569"/>
                        <a:pt x="155" y="600"/>
                        <a:pt x="199" y="600"/>
                      </a:cubicBezTo>
                      <a:cubicBezTo>
                        <a:pt x="630" y="600"/>
                        <a:pt x="630" y="600"/>
                        <a:pt x="630" y="600"/>
                      </a:cubicBezTo>
                      <a:cubicBezTo>
                        <a:pt x="574" y="600"/>
                        <a:pt x="526" y="571"/>
                        <a:pt x="498" y="528"/>
                      </a:cubicBezTo>
                      <a:cubicBezTo>
                        <a:pt x="194" y="0"/>
                        <a:pt x="194" y="0"/>
                        <a:pt x="194" y="0"/>
                      </a:cubicBezTo>
                      <a:cubicBezTo>
                        <a:pt x="25" y="292"/>
                        <a:pt x="25" y="292"/>
                        <a:pt x="25" y="292"/>
                      </a:cubicBezTo>
                    </a:path>
                  </a:pathLst>
                </a:custGeom>
                <a:solidFill>
                  <a:srgbClr val="8958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64"/>
                <p:cNvSpPr>
                  <a:spLocks/>
                </p:cNvSpPr>
                <p:nvPr/>
              </p:nvSpPr>
              <p:spPr bwMode="auto">
                <a:xfrm>
                  <a:off x="4693950" y="3843574"/>
                  <a:ext cx="639249" cy="927986"/>
                </a:xfrm>
                <a:custGeom>
                  <a:avLst/>
                  <a:gdLst>
                    <a:gd name="T0" fmla="*/ 400 w 476"/>
                    <a:gd name="T1" fmla="*/ 0 h 691"/>
                    <a:gd name="T2" fmla="*/ 0 w 476"/>
                    <a:gd name="T3" fmla="*/ 691 h 691"/>
                    <a:gd name="T4" fmla="*/ 476 w 476"/>
                    <a:gd name="T5" fmla="*/ 132 h 691"/>
                    <a:gd name="T6" fmla="*/ 400 w 476"/>
                    <a:gd name="T7" fmla="*/ 0 h 691"/>
                  </a:gdLst>
                  <a:ahLst/>
                  <a:cxnLst>
                    <a:cxn ang="0">
                      <a:pos x="T0" y="T1"/>
                    </a:cxn>
                    <a:cxn ang="0">
                      <a:pos x="T2" y="T3"/>
                    </a:cxn>
                    <a:cxn ang="0">
                      <a:pos x="T4" y="T5"/>
                    </a:cxn>
                    <a:cxn ang="0">
                      <a:pos x="T6" y="T7"/>
                    </a:cxn>
                  </a:cxnLst>
                  <a:rect l="0" t="0" r="r" b="b"/>
                  <a:pathLst>
                    <a:path w="476" h="691">
                      <a:moveTo>
                        <a:pt x="400" y="0"/>
                      </a:moveTo>
                      <a:lnTo>
                        <a:pt x="0" y="691"/>
                      </a:lnTo>
                      <a:lnTo>
                        <a:pt x="476" y="132"/>
                      </a:lnTo>
                      <a:lnTo>
                        <a:pt x="400"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63" name="Freeform 18"/>
              <p:cNvSpPr>
                <a:spLocks/>
              </p:cNvSpPr>
              <p:nvPr/>
            </p:nvSpPr>
            <p:spPr bwMode="auto">
              <a:xfrm>
                <a:off x="5122816" y="4936315"/>
                <a:ext cx="413624" cy="413623"/>
              </a:xfrm>
              <a:custGeom>
                <a:avLst/>
                <a:gdLst>
                  <a:gd name="T0" fmla="*/ 266 w 360"/>
                  <a:gd name="T1" fmla="*/ 360 h 360"/>
                  <a:gd name="T2" fmla="*/ 294 w 360"/>
                  <a:gd name="T3" fmla="*/ 331 h 360"/>
                  <a:gd name="T4" fmla="*/ 245 w 360"/>
                  <a:gd name="T5" fmla="*/ 155 h 360"/>
                  <a:gd name="T6" fmla="*/ 318 w 360"/>
                  <a:gd name="T7" fmla="*/ 82 h 360"/>
                  <a:gd name="T8" fmla="*/ 340 w 360"/>
                  <a:gd name="T9" fmla="*/ 19 h 360"/>
                  <a:gd name="T10" fmla="*/ 278 w 360"/>
                  <a:gd name="T11" fmla="*/ 42 h 360"/>
                  <a:gd name="T12" fmla="*/ 205 w 360"/>
                  <a:gd name="T13" fmla="*/ 115 h 360"/>
                  <a:gd name="T14" fmla="*/ 28 w 360"/>
                  <a:gd name="T15" fmla="*/ 65 h 360"/>
                  <a:gd name="T16" fmla="*/ 0 w 360"/>
                  <a:gd name="T17" fmla="*/ 94 h 360"/>
                  <a:gd name="T18" fmla="*/ 148 w 360"/>
                  <a:gd name="T19" fmla="*/ 172 h 360"/>
                  <a:gd name="T20" fmla="*/ 98 w 360"/>
                  <a:gd name="T21" fmla="*/ 222 h 360"/>
                  <a:gd name="T22" fmla="*/ 38 w 360"/>
                  <a:gd name="T23" fmla="*/ 226 h 360"/>
                  <a:gd name="T24" fmla="*/ 9 w 360"/>
                  <a:gd name="T25" fmla="*/ 254 h 360"/>
                  <a:gd name="T26" fmla="*/ 80 w 360"/>
                  <a:gd name="T27" fmla="*/ 280 h 360"/>
                  <a:gd name="T28" fmla="*/ 105 w 360"/>
                  <a:gd name="T29" fmla="*/ 350 h 360"/>
                  <a:gd name="T30" fmla="*/ 134 w 360"/>
                  <a:gd name="T31" fmla="*/ 322 h 360"/>
                  <a:gd name="T32" fmla="*/ 137 w 360"/>
                  <a:gd name="T33" fmla="*/ 262 h 360"/>
                  <a:gd name="T34" fmla="*/ 188 w 360"/>
                  <a:gd name="T35" fmla="*/ 211 h 360"/>
                  <a:gd name="T36" fmla="*/ 266 w 360"/>
                  <a:gd name="T37" fmla="*/ 36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56" name="Group 55"/>
            <p:cNvGrpSpPr/>
            <p:nvPr/>
          </p:nvGrpSpPr>
          <p:grpSpPr>
            <a:xfrm>
              <a:off x="5574932" y="1935228"/>
              <a:ext cx="1999668" cy="1908347"/>
              <a:chOff x="5574932" y="1935228"/>
              <a:chExt cx="1999668" cy="1908347"/>
            </a:xfrm>
          </p:grpSpPr>
          <p:sp>
            <p:nvSpPr>
              <p:cNvPr id="60" name="Freeform 59"/>
              <p:cNvSpPr>
                <a:spLocks/>
              </p:cNvSpPr>
              <p:nvPr/>
            </p:nvSpPr>
            <p:spPr bwMode="auto">
              <a:xfrm>
                <a:off x="5574932" y="1935228"/>
                <a:ext cx="1999668" cy="1908347"/>
              </a:xfrm>
              <a:custGeom>
                <a:avLst/>
                <a:gdLst>
                  <a:gd name="T0" fmla="*/ 604 w 629"/>
                  <a:gd name="T1" fmla="*/ 308 h 600"/>
                  <a:gd name="T2" fmla="*/ 602 w 629"/>
                  <a:gd name="T3" fmla="*/ 158 h 600"/>
                  <a:gd name="T4" fmla="*/ 550 w 629"/>
                  <a:gd name="T5" fmla="*/ 69 h 600"/>
                  <a:gd name="T6" fmla="*/ 430 w 629"/>
                  <a:gd name="T7" fmla="*/ 0 h 600"/>
                  <a:gd name="T8" fmla="*/ 0 w 629"/>
                  <a:gd name="T9" fmla="*/ 0 h 600"/>
                  <a:gd name="T10" fmla="*/ 131 w 629"/>
                  <a:gd name="T11" fmla="*/ 73 h 600"/>
                  <a:gd name="T12" fmla="*/ 436 w 629"/>
                  <a:gd name="T13" fmla="*/ 600 h 600"/>
                  <a:gd name="T14" fmla="*/ 604 w 629"/>
                  <a:gd name="T15" fmla="*/ 308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9" h="600">
                    <a:moveTo>
                      <a:pt x="604" y="308"/>
                    </a:moveTo>
                    <a:cubicBezTo>
                      <a:pt x="628" y="262"/>
                      <a:pt x="629" y="206"/>
                      <a:pt x="602" y="158"/>
                    </a:cubicBezTo>
                    <a:cubicBezTo>
                      <a:pt x="550" y="69"/>
                      <a:pt x="550" y="69"/>
                      <a:pt x="550" y="69"/>
                    </a:cubicBezTo>
                    <a:cubicBezTo>
                      <a:pt x="528" y="31"/>
                      <a:pt x="474" y="0"/>
                      <a:pt x="430" y="0"/>
                    </a:cubicBezTo>
                    <a:cubicBezTo>
                      <a:pt x="0" y="0"/>
                      <a:pt x="0" y="0"/>
                      <a:pt x="0" y="0"/>
                    </a:cubicBezTo>
                    <a:cubicBezTo>
                      <a:pt x="55" y="0"/>
                      <a:pt x="104" y="29"/>
                      <a:pt x="131" y="73"/>
                    </a:cubicBezTo>
                    <a:cubicBezTo>
                      <a:pt x="436" y="600"/>
                      <a:pt x="436" y="600"/>
                      <a:pt x="436" y="600"/>
                    </a:cubicBezTo>
                    <a:cubicBezTo>
                      <a:pt x="604" y="308"/>
                      <a:pt x="604" y="308"/>
                      <a:pt x="604" y="308"/>
                    </a:cubicBezTo>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60"/>
              <p:cNvSpPr>
                <a:spLocks/>
              </p:cNvSpPr>
              <p:nvPr/>
            </p:nvSpPr>
            <p:spPr bwMode="auto">
              <a:xfrm>
                <a:off x="6856115" y="2914246"/>
                <a:ext cx="639249" cy="929328"/>
              </a:xfrm>
              <a:custGeom>
                <a:avLst/>
                <a:gdLst>
                  <a:gd name="T0" fmla="*/ 476 w 476"/>
                  <a:gd name="T1" fmla="*/ 0 h 692"/>
                  <a:gd name="T2" fmla="*/ 0 w 476"/>
                  <a:gd name="T3" fmla="*/ 559 h 692"/>
                  <a:gd name="T4" fmla="*/ 78 w 476"/>
                  <a:gd name="T5" fmla="*/ 692 h 692"/>
                  <a:gd name="T6" fmla="*/ 476 w 476"/>
                  <a:gd name="T7" fmla="*/ 0 h 692"/>
                </a:gdLst>
                <a:ahLst/>
                <a:cxnLst>
                  <a:cxn ang="0">
                    <a:pos x="T0" y="T1"/>
                  </a:cxn>
                  <a:cxn ang="0">
                    <a:pos x="T2" y="T3"/>
                  </a:cxn>
                  <a:cxn ang="0">
                    <a:pos x="T4" y="T5"/>
                  </a:cxn>
                  <a:cxn ang="0">
                    <a:pos x="T6" y="T7"/>
                  </a:cxn>
                </a:cxnLst>
                <a:rect l="0" t="0" r="r" b="b"/>
                <a:pathLst>
                  <a:path w="476" h="692">
                    <a:moveTo>
                      <a:pt x="476" y="0"/>
                    </a:moveTo>
                    <a:lnTo>
                      <a:pt x="0" y="559"/>
                    </a:lnTo>
                    <a:lnTo>
                      <a:pt x="78" y="692"/>
                    </a:lnTo>
                    <a:lnTo>
                      <a:pt x="476"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2" name="Group 51"/>
            <p:cNvGrpSpPr/>
            <p:nvPr/>
          </p:nvGrpSpPr>
          <p:grpSpPr>
            <a:xfrm>
              <a:off x="6528433" y="2437495"/>
              <a:ext cx="1713617" cy="2156795"/>
              <a:chOff x="6528433" y="2437495"/>
              <a:chExt cx="1713617" cy="2156795"/>
            </a:xfrm>
          </p:grpSpPr>
          <p:sp>
            <p:nvSpPr>
              <p:cNvPr id="54" name="Freeform 53"/>
              <p:cNvSpPr>
                <a:spLocks/>
              </p:cNvSpPr>
              <p:nvPr/>
            </p:nvSpPr>
            <p:spPr bwMode="auto">
              <a:xfrm>
                <a:off x="6528433" y="2437495"/>
                <a:ext cx="1713617" cy="2156794"/>
              </a:xfrm>
              <a:custGeom>
                <a:avLst/>
                <a:gdLst>
                  <a:gd name="T0" fmla="*/ 337 w 539"/>
                  <a:gd name="T1" fmla="*/ 678 h 678"/>
                  <a:gd name="T2" fmla="*/ 466 w 539"/>
                  <a:gd name="T3" fmla="*/ 600 h 678"/>
                  <a:gd name="T4" fmla="*/ 517 w 539"/>
                  <a:gd name="T5" fmla="*/ 511 h 678"/>
                  <a:gd name="T6" fmla="*/ 517 w 539"/>
                  <a:gd name="T7" fmla="*/ 373 h 678"/>
                  <a:gd name="T8" fmla="*/ 302 w 539"/>
                  <a:gd name="T9" fmla="*/ 0 h 678"/>
                  <a:gd name="T10" fmla="*/ 304 w 539"/>
                  <a:gd name="T11" fmla="*/ 150 h 678"/>
                  <a:gd name="T12" fmla="*/ 0 w 539"/>
                  <a:gd name="T13" fmla="*/ 678 h 678"/>
                  <a:gd name="T14" fmla="*/ 337 w 539"/>
                  <a:gd name="T15" fmla="*/ 678 h 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8">
                    <a:moveTo>
                      <a:pt x="337" y="678"/>
                    </a:moveTo>
                    <a:cubicBezTo>
                      <a:pt x="389" y="676"/>
                      <a:pt x="438" y="648"/>
                      <a:pt x="466" y="600"/>
                    </a:cubicBezTo>
                    <a:cubicBezTo>
                      <a:pt x="517" y="511"/>
                      <a:pt x="517" y="511"/>
                      <a:pt x="517" y="511"/>
                    </a:cubicBezTo>
                    <a:cubicBezTo>
                      <a:pt x="539" y="473"/>
                      <a:pt x="539" y="411"/>
                      <a:pt x="517" y="373"/>
                    </a:cubicBezTo>
                    <a:cubicBezTo>
                      <a:pt x="302" y="0"/>
                      <a:pt x="302" y="0"/>
                      <a:pt x="302" y="0"/>
                    </a:cubicBezTo>
                    <a:cubicBezTo>
                      <a:pt x="329" y="48"/>
                      <a:pt x="328" y="104"/>
                      <a:pt x="304" y="150"/>
                    </a:cubicBezTo>
                    <a:cubicBezTo>
                      <a:pt x="0" y="678"/>
                      <a:pt x="0" y="678"/>
                      <a:pt x="0" y="678"/>
                    </a:cubicBezTo>
                    <a:cubicBezTo>
                      <a:pt x="337" y="678"/>
                      <a:pt x="337" y="678"/>
                      <a:pt x="337" y="678"/>
                    </a:cubicBezTo>
                  </a:path>
                </a:pathLst>
              </a:custGeom>
              <a:solidFill>
                <a:srgbClr val="2F55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4"/>
              <p:cNvSpPr>
                <a:spLocks/>
              </p:cNvSpPr>
              <p:nvPr/>
            </p:nvSpPr>
            <p:spPr bwMode="auto">
              <a:xfrm>
                <a:off x="6528433" y="4412990"/>
                <a:ext cx="1071682" cy="181300"/>
              </a:xfrm>
              <a:custGeom>
                <a:avLst/>
                <a:gdLst>
                  <a:gd name="T0" fmla="*/ 76 w 798"/>
                  <a:gd name="T1" fmla="*/ 0 h 135"/>
                  <a:gd name="T2" fmla="*/ 0 w 798"/>
                  <a:gd name="T3" fmla="*/ 135 h 135"/>
                  <a:gd name="T4" fmla="*/ 798 w 798"/>
                  <a:gd name="T5" fmla="*/ 135 h 135"/>
                  <a:gd name="T6" fmla="*/ 76 w 798"/>
                  <a:gd name="T7" fmla="*/ 0 h 135"/>
                </a:gdLst>
                <a:ahLst/>
                <a:cxnLst>
                  <a:cxn ang="0">
                    <a:pos x="T0" y="T1"/>
                  </a:cxn>
                  <a:cxn ang="0">
                    <a:pos x="T2" y="T3"/>
                  </a:cxn>
                  <a:cxn ang="0">
                    <a:pos x="T4" y="T5"/>
                  </a:cxn>
                  <a:cxn ang="0">
                    <a:pos x="T6" y="T7"/>
                  </a:cxn>
                </a:cxnLst>
                <a:rect l="0" t="0" r="r" b="b"/>
                <a:pathLst>
                  <a:path w="798" h="135">
                    <a:moveTo>
                      <a:pt x="76" y="0"/>
                    </a:moveTo>
                    <a:lnTo>
                      <a:pt x="0" y="135"/>
                    </a:lnTo>
                    <a:lnTo>
                      <a:pt x="798" y="135"/>
                    </a:lnTo>
                    <a:lnTo>
                      <a:pt x="76" y="0"/>
                    </a:lnTo>
                    <a:close/>
                  </a:path>
                </a:pathLst>
              </a:custGeom>
              <a:solidFill>
                <a:schemeClr val="tx1">
                  <a:lumMod val="95000"/>
                  <a:lumOff val="5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3" name="Shape 222"/>
            <p:cNvSpPr/>
            <p:nvPr/>
          </p:nvSpPr>
          <p:spPr>
            <a:xfrm>
              <a:off x="4445538" y="3585006"/>
              <a:ext cx="328470" cy="412689"/>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chemeClr val="bg1"/>
            </a:solidFill>
            <a:ln w="12700" cap="flat">
              <a:noFill/>
              <a:miter lim="400000"/>
            </a:ln>
            <a:effectLst/>
          </p:spPr>
          <p:txBody>
            <a:bodyPr wrap="square" lIns="38100" tIns="38100" rIns="38100" bIns="38100" numCol="1" anchor="ctr">
              <a:noAutofit/>
            </a:bodyPr>
            <a:lstStyle/>
            <a:p>
              <a:pPr lvl="0" algn="l" defTabSz="457200">
                <a:defRPr sz="1200">
                  <a:solidFill>
                    <a:srgbClr val="000000"/>
                  </a:solidFill>
                  <a:latin typeface="Helvetica"/>
                  <a:ea typeface="Helvetica"/>
                  <a:cs typeface="Helvetica"/>
                  <a:sym typeface="Helvetica"/>
                </a:defRPr>
              </a:pPr>
              <a:endParaRPr/>
            </a:p>
          </p:txBody>
        </p:sp>
        <p:grpSp>
          <p:nvGrpSpPr>
            <p:cNvPr id="84" name="Group 83"/>
            <p:cNvGrpSpPr/>
            <p:nvPr/>
          </p:nvGrpSpPr>
          <p:grpSpPr>
            <a:xfrm>
              <a:off x="5051424" y="2328257"/>
              <a:ext cx="612143" cy="429803"/>
              <a:chOff x="7350125" y="1003300"/>
              <a:chExt cx="522288" cy="366713"/>
            </a:xfrm>
            <a:solidFill>
              <a:schemeClr val="bg1"/>
            </a:solidFill>
          </p:grpSpPr>
          <p:sp>
            <p:nvSpPr>
              <p:cNvPr id="85" name="Freeform 21"/>
              <p:cNvSpPr>
                <a:spLocks noEditPoints="1"/>
              </p:cNvSpPr>
              <p:nvPr/>
            </p:nvSpPr>
            <p:spPr bwMode="auto">
              <a:xfrm>
                <a:off x="7350125" y="1003300"/>
                <a:ext cx="373063" cy="366713"/>
              </a:xfrm>
              <a:custGeom>
                <a:avLst/>
                <a:gdLst>
                  <a:gd name="T0" fmla="*/ 85 w 99"/>
                  <a:gd name="T1" fmla="*/ 60 h 97"/>
                  <a:gd name="T2" fmla="*/ 99 w 99"/>
                  <a:gd name="T3" fmla="*/ 54 h 97"/>
                  <a:gd name="T4" fmla="*/ 99 w 99"/>
                  <a:gd name="T5" fmla="*/ 43 h 97"/>
                  <a:gd name="T6" fmla="*/ 85 w 99"/>
                  <a:gd name="T7" fmla="*/ 38 h 97"/>
                  <a:gd name="T8" fmla="*/ 83 w 99"/>
                  <a:gd name="T9" fmla="*/ 32 h 97"/>
                  <a:gd name="T10" fmla="*/ 88 w 99"/>
                  <a:gd name="T11" fmla="*/ 18 h 97"/>
                  <a:gd name="T12" fmla="*/ 81 w 99"/>
                  <a:gd name="T13" fmla="*/ 11 h 97"/>
                  <a:gd name="T14" fmla="*/ 67 w 99"/>
                  <a:gd name="T15" fmla="*/ 16 h 97"/>
                  <a:gd name="T16" fmla="*/ 61 w 99"/>
                  <a:gd name="T17" fmla="*/ 14 h 97"/>
                  <a:gd name="T18" fmla="*/ 55 w 99"/>
                  <a:gd name="T19" fmla="*/ 0 h 97"/>
                  <a:gd name="T20" fmla="*/ 44 w 99"/>
                  <a:gd name="T21" fmla="*/ 0 h 97"/>
                  <a:gd name="T22" fmla="*/ 38 w 99"/>
                  <a:gd name="T23" fmla="*/ 14 h 97"/>
                  <a:gd name="T24" fmla="*/ 32 w 99"/>
                  <a:gd name="T25" fmla="*/ 16 h 97"/>
                  <a:gd name="T26" fmla="*/ 18 w 99"/>
                  <a:gd name="T27" fmla="*/ 11 h 97"/>
                  <a:gd name="T28" fmla="*/ 10 w 99"/>
                  <a:gd name="T29" fmla="*/ 18 h 97"/>
                  <a:gd name="T30" fmla="*/ 16 w 99"/>
                  <a:gd name="T31" fmla="*/ 32 h 97"/>
                  <a:gd name="T32" fmla="*/ 14 w 99"/>
                  <a:gd name="T33" fmla="*/ 38 h 97"/>
                  <a:gd name="T34" fmla="*/ 0 w 99"/>
                  <a:gd name="T35" fmla="*/ 44 h 97"/>
                  <a:gd name="T36" fmla="*/ 0 w 99"/>
                  <a:gd name="T37" fmla="*/ 54 h 97"/>
                  <a:gd name="T38" fmla="*/ 14 w 99"/>
                  <a:gd name="T39" fmla="*/ 60 h 97"/>
                  <a:gd name="T40" fmla="*/ 16 w 99"/>
                  <a:gd name="T41" fmla="*/ 66 h 97"/>
                  <a:gd name="T42" fmla="*/ 11 w 99"/>
                  <a:gd name="T43" fmla="*/ 79 h 97"/>
                  <a:gd name="T44" fmla="*/ 18 w 99"/>
                  <a:gd name="T45" fmla="*/ 87 h 97"/>
                  <a:gd name="T46" fmla="*/ 32 w 99"/>
                  <a:gd name="T47" fmla="*/ 82 h 97"/>
                  <a:gd name="T48" fmla="*/ 38 w 99"/>
                  <a:gd name="T49" fmla="*/ 84 h 97"/>
                  <a:gd name="T50" fmla="*/ 44 w 99"/>
                  <a:gd name="T51" fmla="*/ 97 h 97"/>
                  <a:gd name="T52" fmla="*/ 55 w 99"/>
                  <a:gd name="T53" fmla="*/ 97 h 97"/>
                  <a:gd name="T54" fmla="*/ 61 w 99"/>
                  <a:gd name="T55" fmla="*/ 84 h 97"/>
                  <a:gd name="T56" fmla="*/ 67 w 99"/>
                  <a:gd name="T57" fmla="*/ 81 h 97"/>
                  <a:gd name="T58" fmla="*/ 81 w 99"/>
                  <a:gd name="T59" fmla="*/ 87 h 97"/>
                  <a:gd name="T60" fmla="*/ 89 w 99"/>
                  <a:gd name="T61" fmla="*/ 79 h 97"/>
                  <a:gd name="T62" fmla="*/ 83 w 99"/>
                  <a:gd name="T63" fmla="*/ 66 h 97"/>
                  <a:gd name="T64" fmla="*/ 85 w 99"/>
                  <a:gd name="T65" fmla="*/ 60 h 97"/>
                  <a:gd name="T66" fmla="*/ 49 w 99"/>
                  <a:gd name="T67" fmla="*/ 64 h 97"/>
                  <a:gd name="T68" fmla="*/ 34 w 99"/>
                  <a:gd name="T69" fmla="*/ 49 h 97"/>
                  <a:gd name="T70" fmla="*/ 49 w 99"/>
                  <a:gd name="T71" fmla="*/ 33 h 97"/>
                  <a:gd name="T72" fmla="*/ 65 w 99"/>
                  <a:gd name="T73" fmla="*/ 49 h 97"/>
                  <a:gd name="T74" fmla="*/ 49 w 99"/>
                  <a:gd name="T75" fmla="*/ 6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9" h="97">
                    <a:moveTo>
                      <a:pt x="85" y="60"/>
                    </a:moveTo>
                    <a:cubicBezTo>
                      <a:pt x="85" y="60"/>
                      <a:pt x="99" y="55"/>
                      <a:pt x="99" y="54"/>
                    </a:cubicBezTo>
                    <a:cubicBezTo>
                      <a:pt x="99" y="43"/>
                      <a:pt x="99" y="43"/>
                      <a:pt x="99" y="43"/>
                    </a:cubicBezTo>
                    <a:cubicBezTo>
                      <a:pt x="99" y="42"/>
                      <a:pt x="85" y="38"/>
                      <a:pt x="85" y="38"/>
                    </a:cubicBezTo>
                    <a:cubicBezTo>
                      <a:pt x="83" y="32"/>
                      <a:pt x="83" y="32"/>
                      <a:pt x="83" y="32"/>
                    </a:cubicBezTo>
                    <a:cubicBezTo>
                      <a:pt x="83" y="32"/>
                      <a:pt x="89" y="19"/>
                      <a:pt x="88" y="18"/>
                    </a:cubicBezTo>
                    <a:cubicBezTo>
                      <a:pt x="81" y="11"/>
                      <a:pt x="81" y="11"/>
                      <a:pt x="81" y="11"/>
                    </a:cubicBezTo>
                    <a:cubicBezTo>
                      <a:pt x="80" y="10"/>
                      <a:pt x="67" y="16"/>
                      <a:pt x="67" y="16"/>
                    </a:cubicBezTo>
                    <a:cubicBezTo>
                      <a:pt x="61" y="14"/>
                      <a:pt x="61" y="14"/>
                      <a:pt x="61" y="14"/>
                    </a:cubicBezTo>
                    <a:cubicBezTo>
                      <a:pt x="61" y="14"/>
                      <a:pt x="55" y="0"/>
                      <a:pt x="55" y="0"/>
                    </a:cubicBezTo>
                    <a:cubicBezTo>
                      <a:pt x="44" y="0"/>
                      <a:pt x="44" y="0"/>
                      <a:pt x="44" y="0"/>
                    </a:cubicBezTo>
                    <a:cubicBezTo>
                      <a:pt x="43" y="0"/>
                      <a:pt x="38" y="14"/>
                      <a:pt x="38" y="14"/>
                    </a:cubicBezTo>
                    <a:cubicBezTo>
                      <a:pt x="32" y="16"/>
                      <a:pt x="32" y="16"/>
                      <a:pt x="32" y="16"/>
                    </a:cubicBezTo>
                    <a:cubicBezTo>
                      <a:pt x="32" y="16"/>
                      <a:pt x="19" y="10"/>
                      <a:pt x="18" y="11"/>
                    </a:cubicBezTo>
                    <a:cubicBezTo>
                      <a:pt x="10" y="18"/>
                      <a:pt x="10" y="18"/>
                      <a:pt x="10" y="18"/>
                    </a:cubicBezTo>
                    <a:cubicBezTo>
                      <a:pt x="10" y="19"/>
                      <a:pt x="16" y="32"/>
                      <a:pt x="16" y="32"/>
                    </a:cubicBezTo>
                    <a:cubicBezTo>
                      <a:pt x="14" y="38"/>
                      <a:pt x="14" y="38"/>
                      <a:pt x="14" y="38"/>
                    </a:cubicBezTo>
                    <a:cubicBezTo>
                      <a:pt x="14" y="38"/>
                      <a:pt x="0" y="43"/>
                      <a:pt x="0" y="44"/>
                    </a:cubicBezTo>
                    <a:cubicBezTo>
                      <a:pt x="0" y="54"/>
                      <a:pt x="0" y="54"/>
                      <a:pt x="0" y="54"/>
                    </a:cubicBezTo>
                    <a:cubicBezTo>
                      <a:pt x="0" y="55"/>
                      <a:pt x="14" y="60"/>
                      <a:pt x="14" y="60"/>
                    </a:cubicBezTo>
                    <a:cubicBezTo>
                      <a:pt x="16" y="66"/>
                      <a:pt x="16" y="66"/>
                      <a:pt x="16" y="66"/>
                    </a:cubicBezTo>
                    <a:cubicBezTo>
                      <a:pt x="16" y="66"/>
                      <a:pt x="10" y="79"/>
                      <a:pt x="11" y="79"/>
                    </a:cubicBezTo>
                    <a:cubicBezTo>
                      <a:pt x="18" y="87"/>
                      <a:pt x="18" y="87"/>
                      <a:pt x="18" y="87"/>
                    </a:cubicBezTo>
                    <a:cubicBezTo>
                      <a:pt x="19" y="88"/>
                      <a:pt x="32" y="82"/>
                      <a:pt x="32" y="82"/>
                    </a:cubicBezTo>
                    <a:cubicBezTo>
                      <a:pt x="38" y="84"/>
                      <a:pt x="38" y="84"/>
                      <a:pt x="38" y="84"/>
                    </a:cubicBezTo>
                    <a:cubicBezTo>
                      <a:pt x="38" y="84"/>
                      <a:pt x="44" y="97"/>
                      <a:pt x="44" y="97"/>
                    </a:cubicBezTo>
                    <a:cubicBezTo>
                      <a:pt x="55" y="97"/>
                      <a:pt x="55" y="97"/>
                      <a:pt x="55" y="97"/>
                    </a:cubicBezTo>
                    <a:cubicBezTo>
                      <a:pt x="56" y="97"/>
                      <a:pt x="61" y="84"/>
                      <a:pt x="61" y="84"/>
                    </a:cubicBezTo>
                    <a:cubicBezTo>
                      <a:pt x="67" y="81"/>
                      <a:pt x="67" y="81"/>
                      <a:pt x="67" y="81"/>
                    </a:cubicBezTo>
                    <a:cubicBezTo>
                      <a:pt x="67" y="81"/>
                      <a:pt x="80" y="87"/>
                      <a:pt x="81" y="87"/>
                    </a:cubicBezTo>
                    <a:cubicBezTo>
                      <a:pt x="89" y="79"/>
                      <a:pt x="89" y="79"/>
                      <a:pt x="89" y="79"/>
                    </a:cubicBezTo>
                    <a:cubicBezTo>
                      <a:pt x="89" y="79"/>
                      <a:pt x="83" y="66"/>
                      <a:pt x="83" y="66"/>
                    </a:cubicBezTo>
                    <a:lnTo>
                      <a:pt x="85" y="60"/>
                    </a:lnTo>
                    <a:close/>
                    <a:moveTo>
                      <a:pt x="49" y="64"/>
                    </a:moveTo>
                    <a:cubicBezTo>
                      <a:pt x="41" y="64"/>
                      <a:pt x="34" y="57"/>
                      <a:pt x="34" y="49"/>
                    </a:cubicBezTo>
                    <a:cubicBezTo>
                      <a:pt x="34" y="40"/>
                      <a:pt x="41" y="33"/>
                      <a:pt x="49" y="33"/>
                    </a:cubicBezTo>
                    <a:cubicBezTo>
                      <a:pt x="58" y="33"/>
                      <a:pt x="65" y="40"/>
                      <a:pt x="65" y="49"/>
                    </a:cubicBezTo>
                    <a:cubicBezTo>
                      <a:pt x="65" y="57"/>
                      <a:pt x="58" y="64"/>
                      <a:pt x="49"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86" name="Freeform 22"/>
              <p:cNvSpPr>
                <a:spLocks noEditPoints="1"/>
              </p:cNvSpPr>
              <p:nvPr/>
            </p:nvSpPr>
            <p:spPr bwMode="auto">
              <a:xfrm>
                <a:off x="7699375" y="1189038"/>
                <a:ext cx="173038" cy="176213"/>
              </a:xfrm>
              <a:custGeom>
                <a:avLst/>
                <a:gdLst>
                  <a:gd name="T0" fmla="*/ 41 w 46"/>
                  <a:gd name="T1" fmla="*/ 22 h 47"/>
                  <a:gd name="T2" fmla="*/ 40 w 46"/>
                  <a:gd name="T3" fmla="*/ 19 h 47"/>
                  <a:gd name="T4" fmla="*/ 44 w 46"/>
                  <a:gd name="T5" fmla="*/ 13 h 47"/>
                  <a:gd name="T6" fmla="*/ 42 w 46"/>
                  <a:gd name="T7" fmla="*/ 9 h 47"/>
                  <a:gd name="T8" fmla="*/ 35 w 46"/>
                  <a:gd name="T9" fmla="*/ 10 h 47"/>
                  <a:gd name="T10" fmla="*/ 32 w 46"/>
                  <a:gd name="T11" fmla="*/ 8 h 47"/>
                  <a:gd name="T12" fmla="*/ 31 w 46"/>
                  <a:gd name="T13" fmla="*/ 1 h 47"/>
                  <a:gd name="T14" fmla="*/ 26 w 46"/>
                  <a:gd name="T15" fmla="*/ 0 h 47"/>
                  <a:gd name="T16" fmla="*/ 22 w 46"/>
                  <a:gd name="T17" fmla="*/ 5 h 47"/>
                  <a:gd name="T18" fmla="*/ 19 w 46"/>
                  <a:gd name="T19" fmla="*/ 6 h 47"/>
                  <a:gd name="T20" fmla="*/ 13 w 46"/>
                  <a:gd name="T21" fmla="*/ 2 h 47"/>
                  <a:gd name="T22" fmla="*/ 9 w 46"/>
                  <a:gd name="T23" fmla="*/ 5 h 47"/>
                  <a:gd name="T24" fmla="*/ 10 w 46"/>
                  <a:gd name="T25" fmla="*/ 12 h 47"/>
                  <a:gd name="T26" fmla="*/ 8 w 46"/>
                  <a:gd name="T27" fmla="*/ 14 h 47"/>
                  <a:gd name="T28" fmla="*/ 1 w 46"/>
                  <a:gd name="T29" fmla="*/ 15 h 47"/>
                  <a:gd name="T30" fmla="*/ 0 w 46"/>
                  <a:gd name="T31" fmla="*/ 20 h 47"/>
                  <a:gd name="T32" fmla="*/ 6 w 46"/>
                  <a:gd name="T33" fmla="*/ 25 h 47"/>
                  <a:gd name="T34" fmla="*/ 6 w 46"/>
                  <a:gd name="T35" fmla="*/ 28 h 47"/>
                  <a:gd name="T36" fmla="*/ 2 w 46"/>
                  <a:gd name="T37" fmla="*/ 34 h 47"/>
                  <a:gd name="T38" fmla="*/ 5 w 46"/>
                  <a:gd name="T39" fmla="*/ 38 h 47"/>
                  <a:gd name="T40" fmla="*/ 11 w 46"/>
                  <a:gd name="T41" fmla="*/ 37 h 47"/>
                  <a:gd name="T42" fmla="*/ 14 w 46"/>
                  <a:gd name="T43" fmla="*/ 39 h 47"/>
                  <a:gd name="T44" fmla="*/ 15 w 46"/>
                  <a:gd name="T45" fmla="*/ 46 h 47"/>
                  <a:gd name="T46" fmla="*/ 20 w 46"/>
                  <a:gd name="T47" fmla="*/ 47 h 47"/>
                  <a:gd name="T48" fmla="*/ 24 w 46"/>
                  <a:gd name="T49" fmla="*/ 41 h 47"/>
                  <a:gd name="T50" fmla="*/ 27 w 46"/>
                  <a:gd name="T51" fmla="*/ 41 h 47"/>
                  <a:gd name="T52" fmla="*/ 33 w 46"/>
                  <a:gd name="T53" fmla="*/ 45 h 47"/>
                  <a:gd name="T54" fmla="*/ 37 w 46"/>
                  <a:gd name="T55" fmla="*/ 42 h 47"/>
                  <a:gd name="T56" fmla="*/ 36 w 46"/>
                  <a:gd name="T57" fmla="*/ 35 h 47"/>
                  <a:gd name="T58" fmla="*/ 38 w 46"/>
                  <a:gd name="T59" fmla="*/ 33 h 47"/>
                  <a:gd name="T60" fmla="*/ 45 w 46"/>
                  <a:gd name="T61" fmla="*/ 31 h 47"/>
                  <a:gd name="T62" fmla="*/ 46 w 46"/>
                  <a:gd name="T63" fmla="*/ 26 h 47"/>
                  <a:gd name="T64" fmla="*/ 41 w 46"/>
                  <a:gd name="T65" fmla="*/ 22 h 47"/>
                  <a:gd name="T66" fmla="*/ 30 w 46"/>
                  <a:gd name="T67" fmla="*/ 25 h 47"/>
                  <a:gd name="T68" fmla="*/ 21 w 46"/>
                  <a:gd name="T69" fmla="*/ 31 h 47"/>
                  <a:gd name="T70" fmla="*/ 16 w 46"/>
                  <a:gd name="T71" fmla="*/ 22 h 47"/>
                  <a:gd name="T72" fmla="*/ 25 w 46"/>
                  <a:gd name="T73" fmla="*/ 16 h 47"/>
                  <a:gd name="T74" fmla="*/ 30 w 46"/>
                  <a:gd name="T75"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 h="47">
                    <a:moveTo>
                      <a:pt x="41" y="22"/>
                    </a:moveTo>
                    <a:cubicBezTo>
                      <a:pt x="40" y="19"/>
                      <a:pt x="40" y="19"/>
                      <a:pt x="40" y="19"/>
                    </a:cubicBezTo>
                    <a:cubicBezTo>
                      <a:pt x="40" y="19"/>
                      <a:pt x="44" y="13"/>
                      <a:pt x="44" y="13"/>
                    </a:cubicBezTo>
                    <a:cubicBezTo>
                      <a:pt x="42" y="9"/>
                      <a:pt x="42" y="9"/>
                      <a:pt x="42" y="9"/>
                    </a:cubicBezTo>
                    <a:cubicBezTo>
                      <a:pt x="41" y="8"/>
                      <a:pt x="35" y="10"/>
                      <a:pt x="35" y="10"/>
                    </a:cubicBezTo>
                    <a:cubicBezTo>
                      <a:pt x="32" y="8"/>
                      <a:pt x="32" y="8"/>
                      <a:pt x="32" y="8"/>
                    </a:cubicBezTo>
                    <a:cubicBezTo>
                      <a:pt x="32" y="8"/>
                      <a:pt x="32" y="1"/>
                      <a:pt x="31" y="1"/>
                    </a:cubicBezTo>
                    <a:cubicBezTo>
                      <a:pt x="26" y="0"/>
                      <a:pt x="26" y="0"/>
                      <a:pt x="26" y="0"/>
                    </a:cubicBezTo>
                    <a:cubicBezTo>
                      <a:pt x="26" y="0"/>
                      <a:pt x="22" y="5"/>
                      <a:pt x="22" y="5"/>
                    </a:cubicBezTo>
                    <a:cubicBezTo>
                      <a:pt x="19" y="6"/>
                      <a:pt x="19" y="6"/>
                      <a:pt x="19" y="6"/>
                    </a:cubicBezTo>
                    <a:cubicBezTo>
                      <a:pt x="19" y="6"/>
                      <a:pt x="14" y="2"/>
                      <a:pt x="13" y="2"/>
                    </a:cubicBezTo>
                    <a:cubicBezTo>
                      <a:pt x="9" y="5"/>
                      <a:pt x="9" y="5"/>
                      <a:pt x="9" y="5"/>
                    </a:cubicBezTo>
                    <a:cubicBezTo>
                      <a:pt x="9" y="5"/>
                      <a:pt x="10" y="12"/>
                      <a:pt x="10" y="12"/>
                    </a:cubicBezTo>
                    <a:cubicBezTo>
                      <a:pt x="8" y="14"/>
                      <a:pt x="8" y="14"/>
                      <a:pt x="8" y="14"/>
                    </a:cubicBezTo>
                    <a:cubicBezTo>
                      <a:pt x="8" y="14"/>
                      <a:pt x="1" y="15"/>
                      <a:pt x="1" y="15"/>
                    </a:cubicBezTo>
                    <a:cubicBezTo>
                      <a:pt x="0" y="20"/>
                      <a:pt x="0" y="20"/>
                      <a:pt x="0" y="20"/>
                    </a:cubicBezTo>
                    <a:cubicBezTo>
                      <a:pt x="0" y="21"/>
                      <a:pt x="6" y="25"/>
                      <a:pt x="6" y="25"/>
                    </a:cubicBezTo>
                    <a:cubicBezTo>
                      <a:pt x="6" y="28"/>
                      <a:pt x="6" y="28"/>
                      <a:pt x="6" y="28"/>
                    </a:cubicBezTo>
                    <a:cubicBezTo>
                      <a:pt x="6" y="28"/>
                      <a:pt x="2" y="33"/>
                      <a:pt x="2" y="34"/>
                    </a:cubicBezTo>
                    <a:cubicBezTo>
                      <a:pt x="5" y="38"/>
                      <a:pt x="5" y="38"/>
                      <a:pt x="5" y="38"/>
                    </a:cubicBezTo>
                    <a:cubicBezTo>
                      <a:pt x="5" y="38"/>
                      <a:pt x="11" y="37"/>
                      <a:pt x="11" y="37"/>
                    </a:cubicBezTo>
                    <a:cubicBezTo>
                      <a:pt x="14" y="39"/>
                      <a:pt x="14" y="39"/>
                      <a:pt x="14" y="39"/>
                    </a:cubicBezTo>
                    <a:cubicBezTo>
                      <a:pt x="14" y="39"/>
                      <a:pt x="15" y="46"/>
                      <a:pt x="15" y="46"/>
                    </a:cubicBezTo>
                    <a:cubicBezTo>
                      <a:pt x="20" y="47"/>
                      <a:pt x="20" y="47"/>
                      <a:pt x="20" y="47"/>
                    </a:cubicBezTo>
                    <a:cubicBezTo>
                      <a:pt x="20" y="47"/>
                      <a:pt x="24" y="41"/>
                      <a:pt x="24" y="41"/>
                    </a:cubicBezTo>
                    <a:cubicBezTo>
                      <a:pt x="27" y="41"/>
                      <a:pt x="27" y="41"/>
                      <a:pt x="27" y="41"/>
                    </a:cubicBezTo>
                    <a:cubicBezTo>
                      <a:pt x="27" y="41"/>
                      <a:pt x="33" y="45"/>
                      <a:pt x="33" y="45"/>
                    </a:cubicBezTo>
                    <a:cubicBezTo>
                      <a:pt x="37" y="42"/>
                      <a:pt x="37" y="42"/>
                      <a:pt x="37" y="42"/>
                    </a:cubicBezTo>
                    <a:cubicBezTo>
                      <a:pt x="38" y="42"/>
                      <a:pt x="36" y="35"/>
                      <a:pt x="36" y="35"/>
                    </a:cubicBezTo>
                    <a:cubicBezTo>
                      <a:pt x="38" y="33"/>
                      <a:pt x="38" y="33"/>
                      <a:pt x="38" y="33"/>
                    </a:cubicBezTo>
                    <a:cubicBezTo>
                      <a:pt x="38" y="33"/>
                      <a:pt x="45" y="32"/>
                      <a:pt x="45" y="31"/>
                    </a:cubicBezTo>
                    <a:cubicBezTo>
                      <a:pt x="46" y="26"/>
                      <a:pt x="46" y="26"/>
                      <a:pt x="46" y="26"/>
                    </a:cubicBezTo>
                    <a:cubicBezTo>
                      <a:pt x="46" y="26"/>
                      <a:pt x="41" y="22"/>
                      <a:pt x="41" y="22"/>
                    </a:cubicBezTo>
                    <a:close/>
                    <a:moveTo>
                      <a:pt x="30" y="25"/>
                    </a:moveTo>
                    <a:cubicBezTo>
                      <a:pt x="29" y="29"/>
                      <a:pt x="25" y="32"/>
                      <a:pt x="21" y="31"/>
                    </a:cubicBezTo>
                    <a:cubicBezTo>
                      <a:pt x="17" y="30"/>
                      <a:pt x="15" y="26"/>
                      <a:pt x="16" y="22"/>
                    </a:cubicBezTo>
                    <a:cubicBezTo>
                      <a:pt x="17" y="18"/>
                      <a:pt x="21" y="15"/>
                      <a:pt x="25" y="16"/>
                    </a:cubicBezTo>
                    <a:cubicBezTo>
                      <a:pt x="29" y="17"/>
                      <a:pt x="31" y="21"/>
                      <a:pt x="30"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sp>
          <p:nvSpPr>
            <p:cNvPr id="87" name="Freeform 71"/>
            <p:cNvSpPr>
              <a:spLocks noEditPoints="1"/>
            </p:cNvSpPr>
            <p:nvPr/>
          </p:nvSpPr>
          <p:spPr bwMode="auto">
            <a:xfrm>
              <a:off x="6760765" y="2349305"/>
              <a:ext cx="252470" cy="383135"/>
            </a:xfrm>
            <a:custGeom>
              <a:avLst/>
              <a:gdLst>
                <a:gd name="T0" fmla="*/ 13 w 48"/>
                <a:gd name="T1" fmla="*/ 59 h 73"/>
                <a:gd name="T2" fmla="*/ 36 w 48"/>
                <a:gd name="T3" fmla="*/ 59 h 73"/>
                <a:gd name="T4" fmla="*/ 36 w 48"/>
                <a:gd name="T5" fmla="*/ 59 h 73"/>
                <a:gd name="T6" fmla="*/ 37 w 48"/>
                <a:gd name="T7" fmla="*/ 59 h 73"/>
                <a:gd name="T8" fmla="*/ 38 w 48"/>
                <a:gd name="T9" fmla="*/ 57 h 73"/>
                <a:gd name="T10" fmla="*/ 24 w 48"/>
                <a:gd name="T11" fmla="*/ 41 h 73"/>
                <a:gd name="T12" fmla="*/ 11 w 48"/>
                <a:gd name="T13" fmla="*/ 57 h 73"/>
                <a:gd name="T14" fmla="*/ 11 w 48"/>
                <a:gd name="T15" fmla="*/ 59 h 73"/>
                <a:gd name="T16" fmla="*/ 13 w 48"/>
                <a:gd name="T17" fmla="*/ 59 h 73"/>
                <a:gd name="T18" fmla="*/ 13 w 48"/>
                <a:gd name="T19" fmla="*/ 59 h 73"/>
                <a:gd name="T20" fmla="*/ 44 w 48"/>
                <a:gd name="T21" fmla="*/ 11 h 73"/>
                <a:gd name="T22" fmla="*/ 48 w 48"/>
                <a:gd name="T23" fmla="*/ 7 h 73"/>
                <a:gd name="T24" fmla="*/ 48 w 48"/>
                <a:gd name="T25" fmla="*/ 5 h 73"/>
                <a:gd name="T26" fmla="*/ 44 w 48"/>
                <a:gd name="T27" fmla="*/ 0 h 73"/>
                <a:gd name="T28" fmla="*/ 5 w 48"/>
                <a:gd name="T29" fmla="*/ 0 h 73"/>
                <a:gd name="T30" fmla="*/ 0 w 48"/>
                <a:gd name="T31" fmla="*/ 5 h 73"/>
                <a:gd name="T32" fmla="*/ 0 w 48"/>
                <a:gd name="T33" fmla="*/ 7 h 73"/>
                <a:gd name="T34" fmla="*/ 4 w 48"/>
                <a:gd name="T35" fmla="*/ 11 h 73"/>
                <a:gd name="T36" fmla="*/ 44 w 48"/>
                <a:gd name="T37" fmla="*/ 11 h 73"/>
                <a:gd name="T38" fmla="*/ 40 w 48"/>
                <a:gd name="T39" fmla="*/ 13 h 73"/>
                <a:gd name="T40" fmla="*/ 44 w 48"/>
                <a:gd name="T41" fmla="*/ 13 h 73"/>
                <a:gd name="T42" fmla="*/ 31 w 48"/>
                <a:gd name="T43" fmla="*/ 36 h 73"/>
                <a:gd name="T44" fmla="*/ 44 w 48"/>
                <a:gd name="T45" fmla="*/ 59 h 73"/>
                <a:gd name="T46" fmla="*/ 40 w 48"/>
                <a:gd name="T47" fmla="*/ 59 h 73"/>
                <a:gd name="T48" fmla="*/ 26 w 48"/>
                <a:gd name="T49" fmla="*/ 38 h 73"/>
                <a:gd name="T50" fmla="*/ 25 w 48"/>
                <a:gd name="T51" fmla="*/ 36 h 73"/>
                <a:gd name="T52" fmla="*/ 26 w 48"/>
                <a:gd name="T53" fmla="*/ 35 h 73"/>
                <a:gd name="T54" fmla="*/ 26 w 48"/>
                <a:gd name="T55" fmla="*/ 35 h 73"/>
                <a:gd name="T56" fmla="*/ 40 w 48"/>
                <a:gd name="T57" fmla="*/ 13 h 73"/>
                <a:gd name="T58" fmla="*/ 4 w 48"/>
                <a:gd name="T59" fmla="*/ 61 h 73"/>
                <a:gd name="T60" fmla="*/ 0 w 48"/>
                <a:gd name="T61" fmla="*/ 66 h 73"/>
                <a:gd name="T62" fmla="*/ 0 w 48"/>
                <a:gd name="T63" fmla="*/ 68 h 73"/>
                <a:gd name="T64" fmla="*/ 5 w 48"/>
                <a:gd name="T65" fmla="*/ 73 h 73"/>
                <a:gd name="T66" fmla="*/ 44 w 48"/>
                <a:gd name="T67" fmla="*/ 73 h 73"/>
                <a:gd name="T68" fmla="*/ 48 w 48"/>
                <a:gd name="T69" fmla="*/ 68 h 73"/>
                <a:gd name="T70" fmla="*/ 48 w 48"/>
                <a:gd name="T71" fmla="*/ 66 h 73"/>
                <a:gd name="T72" fmla="*/ 44 w 48"/>
                <a:gd name="T73" fmla="*/ 61 h 73"/>
                <a:gd name="T74" fmla="*/ 4 w 48"/>
                <a:gd name="T75" fmla="*/ 61 h 73"/>
                <a:gd name="T76" fmla="*/ 8 w 48"/>
                <a:gd name="T77" fmla="*/ 59 h 73"/>
                <a:gd name="T78" fmla="*/ 4 w 48"/>
                <a:gd name="T79" fmla="*/ 59 h 73"/>
                <a:gd name="T80" fmla="*/ 18 w 48"/>
                <a:gd name="T81" fmla="*/ 36 h 73"/>
                <a:gd name="T82" fmla="*/ 4 w 48"/>
                <a:gd name="T83" fmla="*/ 13 h 73"/>
                <a:gd name="T84" fmla="*/ 8 w 48"/>
                <a:gd name="T85" fmla="*/ 13 h 73"/>
                <a:gd name="T86" fmla="*/ 22 w 48"/>
                <a:gd name="T87" fmla="*/ 35 h 73"/>
                <a:gd name="T88" fmla="*/ 24 w 48"/>
                <a:gd name="T89" fmla="*/ 37 h 73"/>
                <a:gd name="T90" fmla="*/ 22 w 48"/>
                <a:gd name="T91" fmla="*/ 38 h 73"/>
                <a:gd name="T92" fmla="*/ 8 w 48"/>
                <a:gd name="T93" fmla="*/ 5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 h="73">
                  <a:moveTo>
                    <a:pt x="13" y="59"/>
                  </a:moveTo>
                  <a:cubicBezTo>
                    <a:pt x="36" y="59"/>
                    <a:pt x="36" y="59"/>
                    <a:pt x="36" y="59"/>
                  </a:cubicBezTo>
                  <a:cubicBezTo>
                    <a:pt x="36" y="59"/>
                    <a:pt x="36" y="59"/>
                    <a:pt x="36" y="59"/>
                  </a:cubicBezTo>
                  <a:cubicBezTo>
                    <a:pt x="36" y="59"/>
                    <a:pt x="37" y="59"/>
                    <a:pt x="37" y="59"/>
                  </a:cubicBezTo>
                  <a:cubicBezTo>
                    <a:pt x="38" y="58"/>
                    <a:pt x="38" y="57"/>
                    <a:pt x="38" y="57"/>
                  </a:cubicBezTo>
                  <a:cubicBezTo>
                    <a:pt x="36" y="49"/>
                    <a:pt x="31" y="41"/>
                    <a:pt x="24" y="41"/>
                  </a:cubicBezTo>
                  <a:cubicBezTo>
                    <a:pt x="17" y="41"/>
                    <a:pt x="12" y="49"/>
                    <a:pt x="11" y="57"/>
                  </a:cubicBezTo>
                  <a:cubicBezTo>
                    <a:pt x="11" y="57"/>
                    <a:pt x="11" y="58"/>
                    <a:pt x="11" y="59"/>
                  </a:cubicBezTo>
                  <a:cubicBezTo>
                    <a:pt x="12" y="59"/>
                    <a:pt x="12" y="59"/>
                    <a:pt x="13" y="59"/>
                  </a:cubicBezTo>
                  <a:cubicBezTo>
                    <a:pt x="13" y="59"/>
                    <a:pt x="13" y="59"/>
                    <a:pt x="13" y="59"/>
                  </a:cubicBezTo>
                  <a:close/>
                  <a:moveTo>
                    <a:pt x="44" y="11"/>
                  </a:moveTo>
                  <a:cubicBezTo>
                    <a:pt x="47" y="11"/>
                    <a:pt x="48" y="9"/>
                    <a:pt x="48" y="7"/>
                  </a:cubicBezTo>
                  <a:cubicBezTo>
                    <a:pt x="48" y="5"/>
                    <a:pt x="48" y="5"/>
                    <a:pt x="48" y="5"/>
                  </a:cubicBezTo>
                  <a:cubicBezTo>
                    <a:pt x="48" y="2"/>
                    <a:pt x="46" y="0"/>
                    <a:pt x="44" y="0"/>
                  </a:cubicBezTo>
                  <a:cubicBezTo>
                    <a:pt x="5" y="0"/>
                    <a:pt x="5" y="0"/>
                    <a:pt x="5" y="0"/>
                  </a:cubicBezTo>
                  <a:cubicBezTo>
                    <a:pt x="2" y="0"/>
                    <a:pt x="0" y="2"/>
                    <a:pt x="0" y="5"/>
                  </a:cubicBezTo>
                  <a:cubicBezTo>
                    <a:pt x="0" y="7"/>
                    <a:pt x="0" y="7"/>
                    <a:pt x="0" y="7"/>
                  </a:cubicBezTo>
                  <a:cubicBezTo>
                    <a:pt x="0" y="9"/>
                    <a:pt x="2" y="11"/>
                    <a:pt x="4" y="11"/>
                  </a:cubicBezTo>
                  <a:cubicBezTo>
                    <a:pt x="44" y="11"/>
                    <a:pt x="44" y="11"/>
                    <a:pt x="44" y="11"/>
                  </a:cubicBezTo>
                  <a:close/>
                  <a:moveTo>
                    <a:pt x="40" y="13"/>
                  </a:moveTo>
                  <a:cubicBezTo>
                    <a:pt x="44" y="13"/>
                    <a:pt x="44" y="13"/>
                    <a:pt x="44" y="13"/>
                  </a:cubicBezTo>
                  <a:cubicBezTo>
                    <a:pt x="43" y="22"/>
                    <a:pt x="39" y="31"/>
                    <a:pt x="31" y="36"/>
                  </a:cubicBezTo>
                  <a:cubicBezTo>
                    <a:pt x="39" y="42"/>
                    <a:pt x="43" y="50"/>
                    <a:pt x="44" y="59"/>
                  </a:cubicBezTo>
                  <a:cubicBezTo>
                    <a:pt x="40" y="59"/>
                    <a:pt x="40" y="59"/>
                    <a:pt x="40" y="59"/>
                  </a:cubicBezTo>
                  <a:cubicBezTo>
                    <a:pt x="39" y="51"/>
                    <a:pt x="35" y="41"/>
                    <a:pt x="26" y="38"/>
                  </a:cubicBezTo>
                  <a:cubicBezTo>
                    <a:pt x="25" y="38"/>
                    <a:pt x="25" y="37"/>
                    <a:pt x="25" y="36"/>
                  </a:cubicBezTo>
                  <a:cubicBezTo>
                    <a:pt x="25" y="35"/>
                    <a:pt x="26" y="35"/>
                    <a:pt x="26" y="35"/>
                  </a:cubicBezTo>
                  <a:cubicBezTo>
                    <a:pt x="26" y="35"/>
                    <a:pt x="26" y="35"/>
                    <a:pt x="26" y="35"/>
                  </a:cubicBezTo>
                  <a:cubicBezTo>
                    <a:pt x="34" y="32"/>
                    <a:pt x="39" y="21"/>
                    <a:pt x="40" y="13"/>
                  </a:cubicBezTo>
                  <a:close/>
                  <a:moveTo>
                    <a:pt x="4" y="61"/>
                  </a:moveTo>
                  <a:cubicBezTo>
                    <a:pt x="2" y="62"/>
                    <a:pt x="0" y="64"/>
                    <a:pt x="0" y="66"/>
                  </a:cubicBezTo>
                  <a:cubicBezTo>
                    <a:pt x="0" y="68"/>
                    <a:pt x="0" y="68"/>
                    <a:pt x="0" y="68"/>
                  </a:cubicBezTo>
                  <a:cubicBezTo>
                    <a:pt x="0" y="70"/>
                    <a:pt x="2" y="73"/>
                    <a:pt x="5" y="73"/>
                  </a:cubicBezTo>
                  <a:cubicBezTo>
                    <a:pt x="44" y="73"/>
                    <a:pt x="44" y="73"/>
                    <a:pt x="44" y="73"/>
                  </a:cubicBezTo>
                  <a:cubicBezTo>
                    <a:pt x="46" y="73"/>
                    <a:pt x="48" y="70"/>
                    <a:pt x="48" y="68"/>
                  </a:cubicBezTo>
                  <a:cubicBezTo>
                    <a:pt x="48" y="66"/>
                    <a:pt x="48" y="66"/>
                    <a:pt x="48" y="66"/>
                  </a:cubicBezTo>
                  <a:cubicBezTo>
                    <a:pt x="48" y="64"/>
                    <a:pt x="47" y="62"/>
                    <a:pt x="44" y="61"/>
                  </a:cubicBezTo>
                  <a:cubicBezTo>
                    <a:pt x="4" y="61"/>
                    <a:pt x="4" y="61"/>
                    <a:pt x="4" y="61"/>
                  </a:cubicBezTo>
                  <a:close/>
                  <a:moveTo>
                    <a:pt x="8" y="59"/>
                  </a:moveTo>
                  <a:cubicBezTo>
                    <a:pt x="4" y="59"/>
                    <a:pt x="4" y="59"/>
                    <a:pt x="4" y="59"/>
                  </a:cubicBezTo>
                  <a:cubicBezTo>
                    <a:pt x="5" y="50"/>
                    <a:pt x="10" y="42"/>
                    <a:pt x="18" y="36"/>
                  </a:cubicBezTo>
                  <a:cubicBezTo>
                    <a:pt x="10" y="31"/>
                    <a:pt x="5" y="22"/>
                    <a:pt x="4" y="13"/>
                  </a:cubicBezTo>
                  <a:cubicBezTo>
                    <a:pt x="8" y="13"/>
                    <a:pt x="8" y="13"/>
                    <a:pt x="8" y="13"/>
                  </a:cubicBezTo>
                  <a:cubicBezTo>
                    <a:pt x="9" y="21"/>
                    <a:pt x="14" y="32"/>
                    <a:pt x="22" y="35"/>
                  </a:cubicBezTo>
                  <a:cubicBezTo>
                    <a:pt x="23" y="35"/>
                    <a:pt x="24" y="36"/>
                    <a:pt x="24" y="37"/>
                  </a:cubicBezTo>
                  <a:cubicBezTo>
                    <a:pt x="23" y="38"/>
                    <a:pt x="23" y="38"/>
                    <a:pt x="22" y="38"/>
                  </a:cubicBezTo>
                  <a:cubicBezTo>
                    <a:pt x="14" y="41"/>
                    <a:pt x="9" y="51"/>
                    <a:pt x="8" y="5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Shape 227"/>
            <p:cNvSpPr/>
            <p:nvPr/>
          </p:nvSpPr>
          <p:spPr>
            <a:xfrm>
              <a:off x="7351672" y="3651621"/>
              <a:ext cx="433011" cy="461888"/>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gn="l" defTabSz="457200">
                <a:defRPr sz="1200">
                  <a:solidFill>
                    <a:srgbClr val="000000"/>
                  </a:solidFill>
                  <a:latin typeface="Helvetica"/>
                  <a:ea typeface="Helvetica"/>
                  <a:cs typeface="Helvetica"/>
                  <a:sym typeface="Helvetica"/>
                </a:defRPr>
              </a:pPr>
              <a:endParaRPr/>
            </a:p>
          </p:txBody>
        </p:sp>
      </p:grpSp>
    </p:spTree>
    <p:extLst>
      <p:ext uri="{BB962C8B-B14F-4D97-AF65-F5344CB8AC3E}">
        <p14:creationId xmlns:p14="http://schemas.microsoft.com/office/powerpoint/2010/main" val="291094876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arn(outVertical)">
                                      <p:cBhvr>
                                        <p:cTn id="7" dur="500"/>
                                        <p:tgtEl>
                                          <p:spTgt spid="7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fade">
                                      <p:cBhvr>
                                        <p:cTn id="11" dur="500"/>
                                        <p:tgtEl>
                                          <p:spTgt spid="79"/>
                                        </p:tgtEl>
                                      </p:cBhvr>
                                    </p:animEffect>
                                  </p:childTnLst>
                                </p:cTn>
                              </p:par>
                            </p:childTnLst>
                          </p:cTn>
                        </p:par>
                        <p:par>
                          <p:cTn id="12" fill="hold">
                            <p:stCondLst>
                              <p:cond delay="1000"/>
                            </p:stCondLst>
                            <p:childTnLst>
                              <p:par>
                                <p:cTn id="13" presetID="35"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anim calcmode="lin" valueType="num">
                                      <p:cBhvr>
                                        <p:cTn id="16" dur="2000" fill="hold"/>
                                        <p:tgtEl>
                                          <p:spTgt spid="2"/>
                                        </p:tgtEl>
                                        <p:attrNameLst>
                                          <p:attrName>style.rotation</p:attrName>
                                        </p:attrNameLst>
                                      </p:cBhvr>
                                      <p:tavLst>
                                        <p:tav tm="0">
                                          <p:val>
                                            <p:fltVal val="720"/>
                                          </p:val>
                                        </p:tav>
                                        <p:tav tm="100000">
                                          <p:val>
                                            <p:fltVal val="0"/>
                                          </p:val>
                                        </p:tav>
                                      </p:tavLst>
                                    </p:anim>
                                    <p:anim calcmode="lin" valueType="num">
                                      <p:cBhvr>
                                        <p:cTn id="17" dur="2000" fill="hold"/>
                                        <p:tgtEl>
                                          <p:spTgt spid="2"/>
                                        </p:tgtEl>
                                        <p:attrNameLst>
                                          <p:attrName>ppt_h</p:attrName>
                                        </p:attrNameLst>
                                      </p:cBhvr>
                                      <p:tavLst>
                                        <p:tav tm="0">
                                          <p:val>
                                            <p:fltVal val="0"/>
                                          </p:val>
                                        </p:tav>
                                        <p:tav tm="100000">
                                          <p:val>
                                            <p:strVal val="#ppt_h"/>
                                          </p:val>
                                        </p:tav>
                                      </p:tavLst>
                                    </p:anim>
                                    <p:anim calcmode="lin" valueType="num">
                                      <p:cBhvr>
                                        <p:cTn id="18" dur="2000" fill="hold"/>
                                        <p:tgtEl>
                                          <p:spTgt spid="2"/>
                                        </p:tgtEl>
                                        <p:attrNameLst>
                                          <p:attrName>ppt_w</p:attrName>
                                        </p:attrNameLst>
                                      </p:cBhvr>
                                      <p:tavLst>
                                        <p:tav tm="0">
                                          <p:val>
                                            <p:fltVal val="0"/>
                                          </p:val>
                                        </p:tav>
                                        <p:tav tm="100000">
                                          <p:val>
                                            <p:strVal val="#ppt_w"/>
                                          </p:val>
                                        </p:tav>
                                      </p:tavLst>
                                    </p:anim>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p:stCondLst>
                              <p:cond delay="3500"/>
                            </p:stCondLst>
                            <p:childTnLst>
                              <p:par>
                                <p:cTn id="24" presetID="10"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par>
                          <p:cTn id="27" fill="hold">
                            <p:stCondLst>
                              <p:cond delay="4000"/>
                            </p:stCondLst>
                            <p:childTnLst>
                              <p:par>
                                <p:cTn id="28" presetID="10" presetClass="entr" presetSubtype="0"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par>
                          <p:cTn id="31" fill="hold">
                            <p:stCondLst>
                              <p:cond delay="4500"/>
                            </p:stCondLst>
                            <p:childTnLst>
                              <p:par>
                                <p:cTn id="32" presetID="10"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par>
                          <p:cTn id="35" fill="hold">
                            <p:stCondLst>
                              <p:cond delay="5000"/>
                            </p:stCondLst>
                            <p:childTnLst>
                              <p:par>
                                <p:cTn id="36" presetID="10" presetClass="entr" presetSubtype="0"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par>
                          <p:cTn id="39" fill="hold">
                            <p:stCondLst>
                              <p:cond delay="5500"/>
                            </p:stCondLst>
                            <p:childTnLst>
                              <p:par>
                                <p:cTn id="40" presetID="10" presetClass="entr" presetSubtype="0"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39"/>
          <p:cNvSpPr/>
          <p:nvPr/>
        </p:nvSpPr>
        <p:spPr>
          <a:xfrm>
            <a:off x="1865538" y="203088"/>
            <a:ext cx="1620957" cy="523220"/>
          </a:xfrm>
          <a:prstGeom prst="rect">
            <a:avLst/>
          </a:prstGeom>
          <a:noFill/>
        </p:spPr>
        <p:txBody>
          <a:bodyPr wrap="none" rtlCol="0">
            <a:spAutoFit/>
          </a:bodyPr>
          <a:lstStyle/>
          <a:p>
            <a:r>
              <a:rPr lang="zh-CN" altLang="en-US" sz="2800" b="1" dirty="0">
                <a:solidFill>
                  <a:srgbClr val="595959"/>
                </a:solidFill>
              </a:rPr>
              <a:t>三项递进</a:t>
            </a:r>
            <a:endParaRPr lang="zh-CN" altLang="zh-CN" sz="2800" b="1" dirty="0">
              <a:solidFill>
                <a:srgbClr val="595959"/>
              </a:solidFill>
            </a:endParaRPr>
          </a:p>
        </p:txBody>
      </p:sp>
      <p:sp>
        <p:nvSpPr>
          <p:cNvPr id="27" name="文本框 26"/>
          <p:cNvSpPr txBox="1"/>
          <p:nvPr/>
        </p:nvSpPr>
        <p:spPr>
          <a:xfrm>
            <a:off x="1865538" y="644992"/>
            <a:ext cx="3784365" cy="307777"/>
          </a:xfrm>
          <a:prstGeom prst="rect">
            <a:avLst/>
          </a:prstGeom>
          <a:noFill/>
        </p:spPr>
        <p:txBody>
          <a:bodyPr wrap="square" rtlCol="0">
            <a:spAutoFit/>
          </a:bodyPr>
          <a:lstStyle/>
          <a:p>
            <a:r>
              <a:rPr lang="zh-CN" altLang="en-US" sz="1400" dirty="0">
                <a:solidFill>
                  <a:srgbClr val="595959"/>
                </a:solidFill>
              </a:rPr>
              <a:t>单击此处添加副标题</a:t>
            </a:r>
          </a:p>
        </p:txBody>
      </p:sp>
      <p:sp>
        <p:nvSpPr>
          <p:cNvPr id="30" name="AutoShape 4"/>
          <p:cNvSpPr>
            <a:spLocks/>
          </p:cNvSpPr>
          <p:nvPr/>
        </p:nvSpPr>
        <p:spPr bwMode="auto">
          <a:xfrm>
            <a:off x="7368705" y="2271476"/>
            <a:ext cx="3562535" cy="2469828"/>
          </a:xfrm>
          <a:prstGeom prst="rightArrow">
            <a:avLst>
              <a:gd name="adj1" fmla="val 100000"/>
              <a:gd name="adj2" fmla="val 27547"/>
            </a:avLst>
          </a:prstGeom>
          <a:solidFill>
            <a:srgbClr val="F8841D"/>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1" name="AutoShape 3"/>
          <p:cNvSpPr>
            <a:spLocks/>
          </p:cNvSpPr>
          <p:nvPr/>
        </p:nvSpPr>
        <p:spPr bwMode="auto">
          <a:xfrm>
            <a:off x="4243324" y="2270286"/>
            <a:ext cx="3835695" cy="2472209"/>
          </a:xfrm>
          <a:prstGeom prst="rightArrow">
            <a:avLst>
              <a:gd name="adj1" fmla="val 100000"/>
              <a:gd name="adj2" fmla="val 27518"/>
            </a:avLst>
          </a:prstGeom>
          <a:solidFill>
            <a:srgbClr val="9BBB40"/>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3" name="AutoShape 4"/>
          <p:cNvSpPr>
            <a:spLocks/>
          </p:cNvSpPr>
          <p:nvPr/>
        </p:nvSpPr>
        <p:spPr bwMode="auto">
          <a:xfrm>
            <a:off x="1487691" y="2271476"/>
            <a:ext cx="3460299" cy="2469828"/>
          </a:xfrm>
          <a:prstGeom prst="rightArrow">
            <a:avLst>
              <a:gd name="adj1" fmla="val 100000"/>
              <a:gd name="adj2" fmla="val 27547"/>
            </a:avLst>
          </a:prstGeom>
          <a:solidFill>
            <a:srgbClr val="5EC6D3"/>
          </a:solidFill>
          <a:ln w="88900">
            <a:solidFill>
              <a:srgbClr val="546E7A"/>
            </a:solidFill>
            <a:miter lim="800000"/>
            <a:headEnd/>
            <a:tailEnd/>
          </a:ln>
        </p:spPr>
        <p:txBody>
          <a:bodyPr lIns="0" tIns="0" rIns="0" bIns="0"/>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endParaRPr lang="zh-CN" altLang="zh-CN" sz="2150"/>
          </a:p>
        </p:txBody>
      </p:sp>
      <p:sp>
        <p:nvSpPr>
          <p:cNvPr id="45" name="Oval 2"/>
          <p:cNvSpPr/>
          <p:nvPr/>
        </p:nvSpPr>
        <p:spPr>
          <a:xfrm>
            <a:off x="4394820" y="3118695"/>
            <a:ext cx="776186" cy="776186"/>
          </a:xfrm>
          <a:prstGeom prst="ellipse">
            <a:avLst/>
          </a:prstGeom>
          <a:solidFill>
            <a:srgbClr val="9BBB40"/>
          </a:solidFill>
          <a:ln w="76200" cmpd="sng">
            <a:solidFill>
              <a:srgbClr val="546E7A"/>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gn="ctr"/>
            <a:endParaRPr lang="zh-CN" altLang="zh-CN" sz="2150">
              <a:solidFill>
                <a:srgbClr val="FFFFFF"/>
              </a:solidFill>
            </a:endParaRPr>
          </a:p>
        </p:txBody>
      </p:sp>
      <p:sp>
        <p:nvSpPr>
          <p:cNvPr id="46" name="Oval 14"/>
          <p:cNvSpPr/>
          <p:nvPr/>
        </p:nvSpPr>
        <p:spPr>
          <a:xfrm>
            <a:off x="7496120" y="3118695"/>
            <a:ext cx="776186" cy="776186"/>
          </a:xfrm>
          <a:prstGeom prst="ellipse">
            <a:avLst/>
          </a:prstGeom>
          <a:solidFill>
            <a:srgbClr val="F8841D"/>
          </a:solidFill>
          <a:ln w="76200" cmpd="sng">
            <a:solidFill>
              <a:srgbClr val="546E7A"/>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gn="ctr"/>
            <a:endParaRPr lang="zh-CN" altLang="zh-CN" sz="2150">
              <a:solidFill>
                <a:srgbClr val="FFFFFF"/>
              </a:solidFill>
            </a:endParaRPr>
          </a:p>
        </p:txBody>
      </p:sp>
      <p:grpSp>
        <p:nvGrpSpPr>
          <p:cNvPr id="53" name="Group 67"/>
          <p:cNvGrpSpPr>
            <a:grpSpLocks noChangeAspect="1"/>
          </p:cNvGrpSpPr>
          <p:nvPr/>
        </p:nvGrpSpPr>
        <p:grpSpPr>
          <a:xfrm>
            <a:off x="4519498" y="3390614"/>
            <a:ext cx="540000" cy="190788"/>
            <a:chOff x="1441430" y="4357700"/>
            <a:chExt cx="503238" cy="177800"/>
          </a:xfrm>
          <a:solidFill>
            <a:schemeClr val="bg1"/>
          </a:solidFill>
        </p:grpSpPr>
        <p:sp>
          <p:nvSpPr>
            <p:cNvPr id="54" name="Freeform 19"/>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55" name="Freeform 20"/>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56" name="Freeform 21"/>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grpSp>
      <p:sp>
        <p:nvSpPr>
          <p:cNvPr id="57" name="文本框 56"/>
          <p:cNvSpPr txBox="1"/>
          <p:nvPr/>
        </p:nvSpPr>
        <p:spPr>
          <a:xfrm>
            <a:off x="4139317" y="1058393"/>
            <a:ext cx="3913366" cy="504241"/>
          </a:xfrm>
          <a:prstGeom prst="rect">
            <a:avLst/>
          </a:prstGeom>
          <a:noFill/>
        </p:spPr>
        <p:txBody>
          <a:bodyPr wrap="square" rtlCol="0">
            <a:spAutoFit/>
          </a:bodyPr>
          <a:lstStyle/>
          <a:p>
            <a:pPr algn="ctr">
              <a:lnSpc>
                <a:spcPct val="120000"/>
              </a:lnSpc>
            </a:pPr>
            <a:r>
              <a:rPr lang="zh-CN" altLang="en-US" sz="2400" b="1" dirty="0">
                <a:solidFill>
                  <a:srgbClr val="595959"/>
                </a:solidFill>
              </a:rPr>
              <a:t>单击此处添加标题</a:t>
            </a:r>
            <a:endParaRPr lang="en-US" altLang="zh-CN" sz="2400" b="1" dirty="0">
              <a:solidFill>
                <a:srgbClr val="595959"/>
              </a:solidFill>
            </a:endParaRPr>
          </a:p>
        </p:txBody>
      </p:sp>
      <p:sp>
        <p:nvSpPr>
          <p:cNvPr id="71" name="Rectangle 58"/>
          <p:cNvSpPr/>
          <p:nvPr/>
        </p:nvSpPr>
        <p:spPr>
          <a:xfrm>
            <a:off x="3614043" y="1478661"/>
            <a:ext cx="4963915" cy="368371"/>
          </a:xfrm>
          <a:prstGeom prst="rect">
            <a:avLst/>
          </a:prstGeom>
        </p:spPr>
        <p:txBody>
          <a:bodyPr wrap="square">
            <a:spAutoFit/>
          </a:bodyPr>
          <a:lstStyle/>
          <a:p>
            <a:pPr algn="ctr">
              <a:lnSpc>
                <a:spcPct val="123000"/>
              </a:lnSpc>
              <a:spcBef>
                <a:spcPts val="600"/>
              </a:spcBef>
            </a:pPr>
            <a:r>
              <a:rPr lang="zh-CN" altLang="en-US" sz="1600" dirty="0">
                <a:solidFill>
                  <a:srgbClr val="595959"/>
                </a:solidFill>
                <a:latin typeface="+mn-ea"/>
              </a:rPr>
              <a:t>单击此处添加副标题，感谢您选择了布衣公子作品</a:t>
            </a:r>
          </a:p>
        </p:txBody>
      </p:sp>
      <p:sp>
        <p:nvSpPr>
          <p:cNvPr id="72" name="矩形 71"/>
          <p:cNvSpPr/>
          <p:nvPr/>
        </p:nvSpPr>
        <p:spPr>
          <a:xfrm>
            <a:off x="1120462" y="5552526"/>
            <a:ext cx="9982915" cy="732508"/>
          </a:xfrm>
          <a:prstGeom prst="rect">
            <a:avLst/>
          </a:prstGeom>
          <a:noFill/>
        </p:spPr>
        <p:txBody>
          <a:bodyPr wrap="square">
            <a:spAutoFit/>
          </a:bodyPr>
          <a:lstStyle/>
          <a:p>
            <a:pPr algn="just">
              <a:lnSpc>
                <a:spcPct val="130000"/>
              </a:lnSpc>
            </a:pPr>
            <a:r>
              <a:rPr lang="zh-CN" altLang="en-US" sz="1600" dirty="0">
                <a:solidFill>
                  <a:srgbClr val="595959"/>
                </a:solidFill>
              </a:rPr>
              <a:t>单击添加文字内容，言简意赅不罗嗦。单击添加文字内容，言简意赅不罗嗦。单击添加文字内容，言简意赅不罗嗦。单击添加文字内容，言简意赅不罗嗦。单击添加文字内容，言简意赅不罗嗦。单击添加文字内容。</a:t>
            </a:r>
          </a:p>
        </p:txBody>
      </p:sp>
      <p:cxnSp>
        <p:nvCxnSpPr>
          <p:cNvPr id="73" name="直接连接符 72"/>
          <p:cNvCxnSpPr/>
          <p:nvPr/>
        </p:nvCxnSpPr>
        <p:spPr>
          <a:xfrm>
            <a:off x="709448" y="5407572"/>
            <a:ext cx="10989612" cy="0"/>
          </a:xfrm>
          <a:prstGeom prst="line">
            <a:avLst/>
          </a:prstGeom>
          <a:ln w="28575">
            <a:solidFill>
              <a:srgbClr val="5EC6D3"/>
            </a:solidFill>
            <a:prstDash val="dash"/>
          </a:ln>
        </p:spPr>
        <p:style>
          <a:lnRef idx="1">
            <a:schemeClr val="accent1"/>
          </a:lnRef>
          <a:fillRef idx="0">
            <a:schemeClr val="accent1"/>
          </a:fillRef>
          <a:effectRef idx="0">
            <a:schemeClr val="accent1"/>
          </a:effectRef>
          <a:fontRef idx="minor">
            <a:schemeClr val="tx1"/>
          </a:fontRef>
        </p:style>
      </p:cxnSp>
      <p:grpSp>
        <p:nvGrpSpPr>
          <p:cNvPr id="74" name="Group 67"/>
          <p:cNvGrpSpPr>
            <a:grpSpLocks noChangeAspect="1"/>
          </p:cNvGrpSpPr>
          <p:nvPr/>
        </p:nvGrpSpPr>
        <p:grpSpPr>
          <a:xfrm>
            <a:off x="7614213" y="3390614"/>
            <a:ext cx="540000" cy="190788"/>
            <a:chOff x="1441430" y="4357700"/>
            <a:chExt cx="503238" cy="177800"/>
          </a:xfrm>
          <a:solidFill>
            <a:schemeClr val="bg1"/>
          </a:solidFill>
        </p:grpSpPr>
        <p:sp>
          <p:nvSpPr>
            <p:cNvPr id="75" name="Freeform 19"/>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76" name="Freeform 20"/>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sp>
          <p:nvSpPr>
            <p:cNvPr id="77" name="Freeform 21"/>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rgbClr val="595959"/>
                </a:solidFill>
              </a:endParaRPr>
            </a:p>
          </p:txBody>
        </p:sp>
      </p:grpSp>
      <p:sp>
        <p:nvSpPr>
          <p:cNvPr id="78" name="矩形 6"/>
          <p:cNvSpPr>
            <a:spLocks noChangeArrowheads="1"/>
          </p:cNvSpPr>
          <p:nvPr/>
        </p:nvSpPr>
        <p:spPr bwMode="auto">
          <a:xfrm>
            <a:off x="1692250" y="3162225"/>
            <a:ext cx="2481799"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79" name="矩形 78"/>
          <p:cNvSpPr/>
          <p:nvPr/>
        </p:nvSpPr>
        <p:spPr>
          <a:xfrm>
            <a:off x="1692250"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80" name="矩形 6"/>
          <p:cNvSpPr>
            <a:spLocks noChangeArrowheads="1"/>
          </p:cNvSpPr>
          <p:nvPr/>
        </p:nvSpPr>
        <p:spPr bwMode="auto">
          <a:xfrm>
            <a:off x="5153585" y="3162225"/>
            <a:ext cx="2287669" cy="134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81" name="矩形 80"/>
          <p:cNvSpPr/>
          <p:nvPr/>
        </p:nvSpPr>
        <p:spPr>
          <a:xfrm>
            <a:off x="5153585"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82" name="矩形 6"/>
          <p:cNvSpPr>
            <a:spLocks noChangeArrowheads="1"/>
          </p:cNvSpPr>
          <p:nvPr/>
        </p:nvSpPr>
        <p:spPr bwMode="auto">
          <a:xfrm>
            <a:off x="8279689" y="3162225"/>
            <a:ext cx="2308840" cy="134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1600" dirty="0">
                <a:solidFill>
                  <a:schemeClr val="bg1"/>
                </a:solidFill>
              </a:rPr>
              <a:t>单击添加文字内容，言简意赅不罗嗦，单击添加文字内容，言简意赅不罗嗦。</a:t>
            </a:r>
          </a:p>
        </p:txBody>
      </p:sp>
      <p:sp>
        <p:nvSpPr>
          <p:cNvPr id="83" name="矩形 82"/>
          <p:cNvSpPr/>
          <p:nvPr/>
        </p:nvSpPr>
        <p:spPr>
          <a:xfrm>
            <a:off x="8279688" y="2697137"/>
            <a:ext cx="24817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sz="2000" b="1" dirty="0">
                <a:solidFill>
                  <a:schemeClr val="bg1"/>
                </a:solidFill>
              </a:rPr>
              <a:t>添加副标题</a:t>
            </a:r>
          </a:p>
        </p:txBody>
      </p:sp>
      <p:sp>
        <p:nvSpPr>
          <p:cNvPr id="2" name="文本框 1"/>
          <p:cNvSpPr txBox="1"/>
          <p:nvPr/>
        </p:nvSpPr>
        <p:spPr>
          <a:xfrm>
            <a:off x="5059498" y="435006"/>
            <a:ext cx="1598754" cy="253916"/>
          </a:xfrm>
          <a:prstGeom prst="rect">
            <a:avLst/>
          </a:prstGeom>
          <a:noFill/>
        </p:spPr>
        <p:txBody>
          <a:bodyPr wrap="square" rtlCol="0">
            <a:spAutoFit/>
          </a:bodyPr>
          <a:lstStyle/>
          <a:p>
            <a:r>
              <a:rPr lang="en-US" altLang="zh-CN" sz="1050" dirty="0">
                <a:solidFill>
                  <a:srgbClr val="F3F3F3"/>
                </a:solidFill>
              </a:rPr>
              <a:t>https://www.ypppt.com/</a:t>
            </a:r>
            <a:endParaRPr lang="zh-CN" altLang="en-US" sz="1050" dirty="0">
              <a:solidFill>
                <a:srgbClr val="F3F3F3"/>
              </a:solidFill>
            </a:endParaRPr>
          </a:p>
        </p:txBody>
      </p:sp>
    </p:spTree>
    <p:extLst>
      <p:ext uri="{BB962C8B-B14F-4D97-AF65-F5344CB8AC3E}">
        <p14:creationId xmlns:p14="http://schemas.microsoft.com/office/powerpoint/2010/main" val="2739461600"/>
      </p:ext>
    </p:extLst>
  </p:cSld>
  <p:clrMapOvr>
    <a:masterClrMapping/>
  </p:clrMapOvr>
  <mc:AlternateContent xmlns:mc="http://schemas.openxmlformats.org/markup-compatibility/2006" xmlns:p14="http://schemas.microsoft.com/office/powerpoint/2010/main">
    <mc:Choice Requires="p14">
      <p:transition spd="med">
        <p14:pan/>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a:grpSpLocks/>
          </p:cNvGrpSpPr>
          <p:nvPr/>
        </p:nvGrpSpPr>
        <p:grpSpPr bwMode="auto">
          <a:xfrm>
            <a:off x="3265488" y="454025"/>
            <a:ext cx="5667375" cy="692150"/>
            <a:chOff x="1772300" y="306306"/>
            <a:chExt cx="5667768" cy="691411"/>
          </a:xfrm>
        </p:grpSpPr>
        <p:sp>
          <p:nvSpPr>
            <p:cNvPr id="36892" name="Rectangle 22"/>
            <p:cNvSpPr>
              <a:spLocks noChangeArrowheads="1"/>
            </p:cNvSpPr>
            <p:nvPr/>
          </p:nvSpPr>
          <p:spPr bwMode="auto">
            <a:xfrm>
              <a:off x="3228052" y="306306"/>
              <a:ext cx="275626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id-ID" altLang="zh-CN" sz="3200">
                  <a:latin typeface="Lato Light" panose="020F0502020204030203" pitchFamily="34" charset="0"/>
                  <a:cs typeface="Arial" panose="020B0604020202020204" pitchFamily="34" charset="0"/>
                </a:rPr>
                <a:t>Key for Success</a:t>
              </a:r>
              <a:endParaRPr lang="en-US" altLang="zh-CN" sz="3200">
                <a:latin typeface="Arial" panose="020B0604020202020204" pitchFamily="34" charset="0"/>
                <a:cs typeface="Arial" panose="020B0604020202020204" pitchFamily="34" charset="0"/>
              </a:endParaRPr>
            </a:p>
          </p:txBody>
        </p:sp>
        <p:sp>
          <p:nvSpPr>
            <p:cNvPr id="36893" name="TextBox 12"/>
            <p:cNvSpPr txBox="1">
              <a:spLocks noChangeArrowheads="1"/>
            </p:cNvSpPr>
            <p:nvPr/>
          </p:nvSpPr>
          <p:spPr bwMode="auto">
            <a:xfrm>
              <a:off x="1772300" y="751496"/>
              <a:ext cx="566776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zh-CN" sz="1000">
                  <a:latin typeface="Lato Light" panose="020F0502020204030203" pitchFamily="34" charset="0"/>
                </a:rPr>
                <a:t>This is example  for a subtitle</a:t>
              </a:r>
            </a:p>
          </p:txBody>
        </p:sp>
      </p:grpSp>
      <p:sp>
        <p:nvSpPr>
          <p:cNvPr id="26" name="Rectangle 25"/>
          <p:cNvSpPr/>
          <p:nvPr/>
        </p:nvSpPr>
        <p:spPr>
          <a:xfrm>
            <a:off x="5578475" y="1146175"/>
            <a:ext cx="1041400" cy="285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36871" name="Group 4"/>
          <p:cNvGrpSpPr>
            <a:grpSpLocks noChangeAspect="1"/>
          </p:cNvGrpSpPr>
          <p:nvPr/>
        </p:nvGrpSpPr>
        <p:grpSpPr bwMode="auto">
          <a:xfrm>
            <a:off x="1274763" y="1946279"/>
            <a:ext cx="9677400" cy="2062163"/>
            <a:chOff x="806" y="677"/>
            <a:chExt cx="3071" cy="711"/>
          </a:xfrm>
        </p:grpSpPr>
        <p:sp>
          <p:nvSpPr>
            <p:cNvPr id="36880" name="Freeform 5"/>
            <p:cNvSpPr>
              <a:spLocks/>
            </p:cNvSpPr>
            <p:nvPr/>
          </p:nvSpPr>
          <p:spPr bwMode="auto">
            <a:xfrm>
              <a:off x="806" y="677"/>
              <a:ext cx="935" cy="711"/>
            </a:xfrm>
            <a:custGeom>
              <a:avLst/>
              <a:gdLst>
                <a:gd name="T0" fmla="*/ 720 w 395"/>
                <a:gd name="T1" fmla="*/ 675 h 298"/>
                <a:gd name="T2" fmla="*/ 649 w 395"/>
                <a:gd name="T3" fmla="*/ 711 h 298"/>
                <a:gd name="T4" fmla="*/ 31 w 395"/>
                <a:gd name="T5" fmla="*/ 711 h 298"/>
                <a:gd name="T6" fmla="*/ 14 w 395"/>
                <a:gd name="T7" fmla="*/ 675 h 298"/>
                <a:gd name="T8" fmla="*/ 218 w 395"/>
                <a:gd name="T9" fmla="*/ 391 h 298"/>
                <a:gd name="T10" fmla="*/ 218 w 395"/>
                <a:gd name="T11" fmla="*/ 320 h 298"/>
                <a:gd name="T12" fmla="*/ 14 w 395"/>
                <a:gd name="T13" fmla="*/ 36 h 298"/>
                <a:gd name="T14" fmla="*/ 31 w 395"/>
                <a:gd name="T15" fmla="*/ 0 h 298"/>
                <a:gd name="T16" fmla="*/ 649 w 395"/>
                <a:gd name="T17" fmla="*/ 0 h 298"/>
                <a:gd name="T18" fmla="*/ 720 w 395"/>
                <a:gd name="T19" fmla="*/ 36 h 298"/>
                <a:gd name="T20" fmla="*/ 923 w 395"/>
                <a:gd name="T21" fmla="*/ 320 h 298"/>
                <a:gd name="T22" fmla="*/ 923 w 395"/>
                <a:gd name="T23" fmla="*/ 391 h 298"/>
                <a:gd name="T24" fmla="*/ 720 w 395"/>
                <a:gd name="T25" fmla="*/ 675 h 29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5" h="298">
                  <a:moveTo>
                    <a:pt x="304" y="283"/>
                  </a:moveTo>
                  <a:cubicBezTo>
                    <a:pt x="298" y="291"/>
                    <a:pt x="285" y="298"/>
                    <a:pt x="274" y="298"/>
                  </a:cubicBezTo>
                  <a:cubicBezTo>
                    <a:pt x="13" y="298"/>
                    <a:pt x="13" y="298"/>
                    <a:pt x="13" y="298"/>
                  </a:cubicBezTo>
                  <a:cubicBezTo>
                    <a:pt x="3" y="298"/>
                    <a:pt x="0" y="291"/>
                    <a:pt x="6" y="283"/>
                  </a:cubicBezTo>
                  <a:cubicBezTo>
                    <a:pt x="92" y="164"/>
                    <a:pt x="92" y="164"/>
                    <a:pt x="92" y="164"/>
                  </a:cubicBezTo>
                  <a:cubicBezTo>
                    <a:pt x="97" y="156"/>
                    <a:pt x="97" y="142"/>
                    <a:pt x="92" y="134"/>
                  </a:cubicBezTo>
                  <a:cubicBezTo>
                    <a:pt x="6" y="15"/>
                    <a:pt x="6" y="15"/>
                    <a:pt x="6" y="15"/>
                  </a:cubicBezTo>
                  <a:cubicBezTo>
                    <a:pt x="0" y="7"/>
                    <a:pt x="3" y="0"/>
                    <a:pt x="13" y="0"/>
                  </a:cubicBezTo>
                  <a:cubicBezTo>
                    <a:pt x="274" y="0"/>
                    <a:pt x="274" y="0"/>
                    <a:pt x="274" y="0"/>
                  </a:cubicBezTo>
                  <a:cubicBezTo>
                    <a:pt x="285" y="0"/>
                    <a:pt x="298" y="7"/>
                    <a:pt x="304" y="15"/>
                  </a:cubicBezTo>
                  <a:cubicBezTo>
                    <a:pt x="390" y="134"/>
                    <a:pt x="390" y="134"/>
                    <a:pt x="390" y="134"/>
                  </a:cubicBezTo>
                  <a:cubicBezTo>
                    <a:pt x="395" y="142"/>
                    <a:pt x="395" y="156"/>
                    <a:pt x="390" y="164"/>
                  </a:cubicBezTo>
                  <a:lnTo>
                    <a:pt x="304" y="283"/>
                  </a:lnTo>
                  <a:close/>
                </a:path>
              </a:pathLst>
            </a:custGeom>
            <a:solidFill>
              <a:schemeClr val="accent4"/>
            </a:solidFill>
            <a:ln w="38100">
              <a:solidFill>
                <a:schemeClr val="bg1"/>
              </a:solidFill>
              <a:round/>
              <a:headEnd/>
              <a:tailEnd/>
            </a:ln>
          </p:spPr>
          <p:txBody>
            <a:bodyPr/>
            <a:lstStyle/>
            <a:p>
              <a:endParaRPr lang="zh-CN" altLang="en-US" dirty="0">
                <a:solidFill>
                  <a:schemeClr val="accent3">
                    <a:lumMod val="40000"/>
                    <a:lumOff val="60000"/>
                  </a:schemeClr>
                </a:solidFill>
              </a:endParaRPr>
            </a:p>
          </p:txBody>
        </p:sp>
        <p:sp>
          <p:nvSpPr>
            <p:cNvPr id="36881" name="Freeform 6"/>
            <p:cNvSpPr>
              <a:spLocks/>
            </p:cNvSpPr>
            <p:nvPr/>
          </p:nvSpPr>
          <p:spPr bwMode="auto">
            <a:xfrm>
              <a:off x="1516" y="677"/>
              <a:ext cx="938" cy="711"/>
            </a:xfrm>
            <a:custGeom>
              <a:avLst/>
              <a:gdLst>
                <a:gd name="T0" fmla="*/ 720 w 396"/>
                <a:gd name="T1" fmla="*/ 675 h 298"/>
                <a:gd name="T2" fmla="*/ 651 w 396"/>
                <a:gd name="T3" fmla="*/ 711 h 298"/>
                <a:gd name="T4" fmla="*/ 33 w 396"/>
                <a:gd name="T5" fmla="*/ 711 h 298"/>
                <a:gd name="T6" fmla="*/ 14 w 396"/>
                <a:gd name="T7" fmla="*/ 675 h 298"/>
                <a:gd name="T8" fmla="*/ 218 w 396"/>
                <a:gd name="T9" fmla="*/ 391 h 298"/>
                <a:gd name="T10" fmla="*/ 218 w 396"/>
                <a:gd name="T11" fmla="*/ 320 h 298"/>
                <a:gd name="T12" fmla="*/ 14 w 396"/>
                <a:gd name="T13" fmla="*/ 36 h 298"/>
                <a:gd name="T14" fmla="*/ 33 w 396"/>
                <a:gd name="T15" fmla="*/ 0 h 298"/>
                <a:gd name="T16" fmla="*/ 651 w 396"/>
                <a:gd name="T17" fmla="*/ 0 h 298"/>
                <a:gd name="T18" fmla="*/ 720 w 396"/>
                <a:gd name="T19" fmla="*/ 36 h 298"/>
                <a:gd name="T20" fmla="*/ 924 w 396"/>
                <a:gd name="T21" fmla="*/ 320 h 298"/>
                <a:gd name="T22" fmla="*/ 924 w 396"/>
                <a:gd name="T23" fmla="*/ 391 h 298"/>
                <a:gd name="T24" fmla="*/ 720 w 396"/>
                <a:gd name="T25" fmla="*/ 675 h 29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6" h="298">
                  <a:moveTo>
                    <a:pt x="304" y="283"/>
                  </a:moveTo>
                  <a:cubicBezTo>
                    <a:pt x="298" y="291"/>
                    <a:pt x="285" y="298"/>
                    <a:pt x="275" y="298"/>
                  </a:cubicBezTo>
                  <a:cubicBezTo>
                    <a:pt x="14" y="298"/>
                    <a:pt x="14" y="298"/>
                    <a:pt x="14" y="298"/>
                  </a:cubicBezTo>
                  <a:cubicBezTo>
                    <a:pt x="4" y="298"/>
                    <a:pt x="0" y="291"/>
                    <a:pt x="6" y="283"/>
                  </a:cubicBezTo>
                  <a:cubicBezTo>
                    <a:pt x="92" y="164"/>
                    <a:pt x="92" y="164"/>
                    <a:pt x="92" y="164"/>
                  </a:cubicBezTo>
                  <a:cubicBezTo>
                    <a:pt x="98" y="156"/>
                    <a:pt x="98" y="142"/>
                    <a:pt x="92" y="134"/>
                  </a:cubicBezTo>
                  <a:cubicBezTo>
                    <a:pt x="6" y="15"/>
                    <a:pt x="6" y="15"/>
                    <a:pt x="6" y="15"/>
                  </a:cubicBezTo>
                  <a:cubicBezTo>
                    <a:pt x="0" y="7"/>
                    <a:pt x="4" y="0"/>
                    <a:pt x="14" y="0"/>
                  </a:cubicBezTo>
                  <a:cubicBezTo>
                    <a:pt x="275" y="0"/>
                    <a:pt x="275" y="0"/>
                    <a:pt x="275" y="0"/>
                  </a:cubicBezTo>
                  <a:cubicBezTo>
                    <a:pt x="285" y="0"/>
                    <a:pt x="298" y="7"/>
                    <a:pt x="304" y="15"/>
                  </a:cubicBezTo>
                  <a:cubicBezTo>
                    <a:pt x="390" y="134"/>
                    <a:pt x="390" y="134"/>
                    <a:pt x="390" y="134"/>
                  </a:cubicBezTo>
                  <a:cubicBezTo>
                    <a:pt x="396" y="142"/>
                    <a:pt x="396" y="156"/>
                    <a:pt x="390" y="164"/>
                  </a:cubicBezTo>
                  <a:lnTo>
                    <a:pt x="304" y="283"/>
                  </a:lnTo>
                  <a:close/>
                </a:path>
              </a:pathLst>
            </a:custGeom>
            <a:solidFill>
              <a:schemeClr val="accent5"/>
            </a:solidFill>
            <a:ln w="38100">
              <a:solidFill>
                <a:schemeClr val="bg1"/>
              </a:solidFill>
              <a:round/>
              <a:headEnd/>
              <a:tailEnd/>
            </a:ln>
          </p:spPr>
          <p:txBody>
            <a:bodyPr/>
            <a:lstStyle/>
            <a:p>
              <a:endParaRPr lang="zh-CN" altLang="en-US"/>
            </a:p>
          </p:txBody>
        </p:sp>
        <p:sp>
          <p:nvSpPr>
            <p:cNvPr id="36882" name="Freeform 7"/>
            <p:cNvSpPr>
              <a:spLocks/>
            </p:cNvSpPr>
            <p:nvPr/>
          </p:nvSpPr>
          <p:spPr bwMode="auto">
            <a:xfrm>
              <a:off x="2229" y="677"/>
              <a:ext cx="937" cy="711"/>
            </a:xfrm>
            <a:custGeom>
              <a:avLst/>
              <a:gdLst>
                <a:gd name="T0" fmla="*/ 719 w 396"/>
                <a:gd name="T1" fmla="*/ 675 h 298"/>
                <a:gd name="T2" fmla="*/ 651 w 396"/>
                <a:gd name="T3" fmla="*/ 711 h 298"/>
                <a:gd name="T4" fmla="*/ 33 w 396"/>
                <a:gd name="T5" fmla="*/ 711 h 298"/>
                <a:gd name="T6" fmla="*/ 14 w 396"/>
                <a:gd name="T7" fmla="*/ 675 h 298"/>
                <a:gd name="T8" fmla="*/ 218 w 396"/>
                <a:gd name="T9" fmla="*/ 391 h 298"/>
                <a:gd name="T10" fmla="*/ 218 w 396"/>
                <a:gd name="T11" fmla="*/ 320 h 298"/>
                <a:gd name="T12" fmla="*/ 14 w 396"/>
                <a:gd name="T13" fmla="*/ 36 h 298"/>
                <a:gd name="T14" fmla="*/ 33 w 396"/>
                <a:gd name="T15" fmla="*/ 0 h 298"/>
                <a:gd name="T16" fmla="*/ 651 w 396"/>
                <a:gd name="T17" fmla="*/ 0 h 298"/>
                <a:gd name="T18" fmla="*/ 719 w 396"/>
                <a:gd name="T19" fmla="*/ 36 h 298"/>
                <a:gd name="T20" fmla="*/ 923 w 396"/>
                <a:gd name="T21" fmla="*/ 320 h 298"/>
                <a:gd name="T22" fmla="*/ 923 w 396"/>
                <a:gd name="T23" fmla="*/ 391 h 298"/>
                <a:gd name="T24" fmla="*/ 719 w 396"/>
                <a:gd name="T25" fmla="*/ 675 h 29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6" h="298">
                  <a:moveTo>
                    <a:pt x="304" y="283"/>
                  </a:moveTo>
                  <a:cubicBezTo>
                    <a:pt x="298" y="291"/>
                    <a:pt x="285" y="298"/>
                    <a:pt x="275" y="298"/>
                  </a:cubicBezTo>
                  <a:cubicBezTo>
                    <a:pt x="14" y="298"/>
                    <a:pt x="14" y="298"/>
                    <a:pt x="14" y="298"/>
                  </a:cubicBezTo>
                  <a:cubicBezTo>
                    <a:pt x="4" y="298"/>
                    <a:pt x="0" y="291"/>
                    <a:pt x="6" y="283"/>
                  </a:cubicBezTo>
                  <a:cubicBezTo>
                    <a:pt x="92" y="164"/>
                    <a:pt x="92" y="164"/>
                    <a:pt x="92" y="164"/>
                  </a:cubicBezTo>
                  <a:cubicBezTo>
                    <a:pt x="98" y="156"/>
                    <a:pt x="98" y="142"/>
                    <a:pt x="92" y="134"/>
                  </a:cubicBezTo>
                  <a:cubicBezTo>
                    <a:pt x="6" y="15"/>
                    <a:pt x="6" y="15"/>
                    <a:pt x="6" y="15"/>
                  </a:cubicBezTo>
                  <a:cubicBezTo>
                    <a:pt x="0" y="7"/>
                    <a:pt x="4" y="0"/>
                    <a:pt x="14" y="0"/>
                  </a:cubicBezTo>
                  <a:cubicBezTo>
                    <a:pt x="275" y="0"/>
                    <a:pt x="275" y="0"/>
                    <a:pt x="275" y="0"/>
                  </a:cubicBezTo>
                  <a:cubicBezTo>
                    <a:pt x="285" y="0"/>
                    <a:pt x="298" y="7"/>
                    <a:pt x="304" y="15"/>
                  </a:cubicBezTo>
                  <a:cubicBezTo>
                    <a:pt x="390" y="134"/>
                    <a:pt x="390" y="134"/>
                    <a:pt x="390" y="134"/>
                  </a:cubicBezTo>
                  <a:cubicBezTo>
                    <a:pt x="396" y="142"/>
                    <a:pt x="396" y="156"/>
                    <a:pt x="390" y="164"/>
                  </a:cubicBezTo>
                  <a:lnTo>
                    <a:pt x="304" y="283"/>
                  </a:lnTo>
                  <a:close/>
                </a:path>
              </a:pathLst>
            </a:custGeom>
            <a:solidFill>
              <a:schemeClr val="accent2"/>
            </a:solidFill>
            <a:ln w="38100">
              <a:solidFill>
                <a:schemeClr val="bg1"/>
              </a:solidFill>
              <a:round/>
              <a:headEnd/>
              <a:tailEnd/>
            </a:ln>
          </p:spPr>
          <p:txBody>
            <a:bodyPr/>
            <a:lstStyle/>
            <a:p>
              <a:endParaRPr lang="zh-CN" altLang="en-US"/>
            </a:p>
          </p:txBody>
        </p:sp>
        <p:sp>
          <p:nvSpPr>
            <p:cNvPr id="48" name="Freeform 8"/>
            <p:cNvSpPr>
              <a:spLocks/>
            </p:cNvSpPr>
            <p:nvPr/>
          </p:nvSpPr>
          <p:spPr bwMode="auto">
            <a:xfrm>
              <a:off x="2942" y="677"/>
              <a:ext cx="935" cy="711"/>
            </a:xfrm>
            <a:custGeom>
              <a:avLst/>
              <a:gdLst>
                <a:gd name="T0" fmla="*/ 304 w 395"/>
                <a:gd name="T1" fmla="*/ 283 h 298"/>
                <a:gd name="T2" fmla="*/ 274 w 395"/>
                <a:gd name="T3" fmla="*/ 298 h 298"/>
                <a:gd name="T4" fmla="*/ 13 w 395"/>
                <a:gd name="T5" fmla="*/ 298 h 298"/>
                <a:gd name="T6" fmla="*/ 6 w 395"/>
                <a:gd name="T7" fmla="*/ 283 h 298"/>
                <a:gd name="T8" fmla="*/ 91 w 395"/>
                <a:gd name="T9" fmla="*/ 164 h 298"/>
                <a:gd name="T10" fmla="*/ 91 w 395"/>
                <a:gd name="T11" fmla="*/ 134 h 298"/>
                <a:gd name="T12" fmla="*/ 6 w 395"/>
                <a:gd name="T13" fmla="*/ 15 h 298"/>
                <a:gd name="T14" fmla="*/ 13 w 395"/>
                <a:gd name="T15" fmla="*/ 0 h 298"/>
                <a:gd name="T16" fmla="*/ 274 w 395"/>
                <a:gd name="T17" fmla="*/ 0 h 298"/>
                <a:gd name="T18" fmla="*/ 304 w 395"/>
                <a:gd name="T19" fmla="*/ 15 h 298"/>
                <a:gd name="T20" fmla="*/ 389 w 395"/>
                <a:gd name="T21" fmla="*/ 134 h 298"/>
                <a:gd name="T22" fmla="*/ 389 w 395"/>
                <a:gd name="T23" fmla="*/ 164 h 298"/>
                <a:gd name="T24" fmla="*/ 304 w 395"/>
                <a:gd name="T25" fmla="*/ 283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5" h="298">
                  <a:moveTo>
                    <a:pt x="304" y="283"/>
                  </a:moveTo>
                  <a:cubicBezTo>
                    <a:pt x="298" y="291"/>
                    <a:pt x="284" y="298"/>
                    <a:pt x="274" y="298"/>
                  </a:cubicBezTo>
                  <a:cubicBezTo>
                    <a:pt x="13" y="298"/>
                    <a:pt x="13" y="298"/>
                    <a:pt x="13" y="298"/>
                  </a:cubicBezTo>
                  <a:cubicBezTo>
                    <a:pt x="3" y="298"/>
                    <a:pt x="0" y="291"/>
                    <a:pt x="6" y="283"/>
                  </a:cubicBezTo>
                  <a:cubicBezTo>
                    <a:pt x="91" y="164"/>
                    <a:pt x="91" y="164"/>
                    <a:pt x="91" y="164"/>
                  </a:cubicBezTo>
                  <a:cubicBezTo>
                    <a:pt x="97" y="156"/>
                    <a:pt x="97" y="142"/>
                    <a:pt x="91" y="134"/>
                  </a:cubicBezTo>
                  <a:cubicBezTo>
                    <a:pt x="6" y="15"/>
                    <a:pt x="6" y="15"/>
                    <a:pt x="6" y="15"/>
                  </a:cubicBezTo>
                  <a:cubicBezTo>
                    <a:pt x="0" y="7"/>
                    <a:pt x="3" y="0"/>
                    <a:pt x="13" y="0"/>
                  </a:cubicBezTo>
                  <a:cubicBezTo>
                    <a:pt x="274" y="0"/>
                    <a:pt x="274" y="0"/>
                    <a:pt x="274" y="0"/>
                  </a:cubicBezTo>
                  <a:cubicBezTo>
                    <a:pt x="284" y="0"/>
                    <a:pt x="298" y="7"/>
                    <a:pt x="304" y="15"/>
                  </a:cubicBezTo>
                  <a:cubicBezTo>
                    <a:pt x="389" y="134"/>
                    <a:pt x="389" y="134"/>
                    <a:pt x="389" y="134"/>
                  </a:cubicBezTo>
                  <a:cubicBezTo>
                    <a:pt x="395" y="142"/>
                    <a:pt x="395" y="156"/>
                    <a:pt x="389" y="164"/>
                  </a:cubicBezTo>
                  <a:lnTo>
                    <a:pt x="304" y="283"/>
                  </a:lnTo>
                  <a:close/>
                </a:path>
              </a:pathLst>
            </a:custGeom>
            <a:solidFill>
              <a:schemeClr val="accent3"/>
            </a:solidFill>
            <a:ln w="38100">
              <a:solidFill>
                <a:schemeClr val="bg1"/>
              </a:solidFill>
              <a:round/>
              <a:headEnd/>
              <a:tailEnd/>
            </a:ln>
          </p:spPr>
          <p:txBody>
            <a:bodyPr/>
            <a:lstStyle/>
            <a:p>
              <a:pPr eaLnBrk="1" fontAlgn="auto" hangingPunct="1">
                <a:spcBef>
                  <a:spcPts val="0"/>
                </a:spcBef>
                <a:spcAft>
                  <a:spcPts val="0"/>
                </a:spcAft>
                <a:defRPr/>
              </a:pPr>
              <a:endParaRPr lang="en-US">
                <a:latin typeface="+mn-lt"/>
              </a:endParaRPr>
            </a:p>
          </p:txBody>
        </p:sp>
      </p:grpSp>
      <p:grpSp>
        <p:nvGrpSpPr>
          <p:cNvPr id="49" name="Group 48"/>
          <p:cNvGrpSpPr>
            <a:grpSpLocks noChangeAspect="1"/>
          </p:cNvGrpSpPr>
          <p:nvPr/>
        </p:nvGrpSpPr>
        <p:grpSpPr>
          <a:xfrm>
            <a:off x="2615373" y="2587963"/>
            <a:ext cx="713070" cy="713070"/>
            <a:chOff x="4570491" y="4810943"/>
            <a:chExt cx="356535" cy="356535"/>
          </a:xfrm>
          <a:solidFill>
            <a:schemeClr val="bg1"/>
          </a:solidFill>
        </p:grpSpPr>
        <p:sp>
          <p:nvSpPr>
            <p:cNvPr id="50" name="Freeform 57"/>
            <p:cNvSpPr>
              <a:spLocks noEditPoints="1"/>
            </p:cNvSpPr>
            <p:nvPr/>
          </p:nvSpPr>
          <p:spPr bwMode="auto">
            <a:xfrm>
              <a:off x="4570491" y="4810943"/>
              <a:ext cx="111935" cy="356535"/>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51" name="Freeform 58"/>
            <p:cNvSpPr>
              <a:spLocks noEditPoints="1"/>
            </p:cNvSpPr>
            <p:nvPr/>
          </p:nvSpPr>
          <p:spPr bwMode="auto">
            <a:xfrm>
              <a:off x="4815091" y="4810943"/>
              <a:ext cx="111935" cy="356535"/>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52" name="Freeform 59"/>
            <p:cNvSpPr>
              <a:spLocks noEditPoints="1"/>
            </p:cNvSpPr>
            <p:nvPr/>
          </p:nvSpPr>
          <p:spPr bwMode="auto">
            <a:xfrm>
              <a:off x="4693482" y="4810943"/>
              <a:ext cx="110554" cy="356535"/>
            </a:xfrm>
            <a:custGeom>
              <a:avLst/>
              <a:gdLst>
                <a:gd name="T0" fmla="*/ 32 w 40"/>
                <a:gd name="T1" fmla="*/ 72 h 128"/>
                <a:gd name="T2" fmla="*/ 32 w 40"/>
                <a:gd name="T3" fmla="*/ 12 h 128"/>
                <a:gd name="T4" fmla="*/ 20 w 40"/>
                <a:gd name="T5" fmla="*/ 0 h 128"/>
                <a:gd name="T6" fmla="*/ 8 w 40"/>
                <a:gd name="T7" fmla="*/ 12 h 128"/>
                <a:gd name="T8" fmla="*/ 8 w 40"/>
                <a:gd name="T9" fmla="*/ 72 h 128"/>
                <a:gd name="T10" fmla="*/ 0 w 40"/>
                <a:gd name="T11" fmla="*/ 88 h 128"/>
                <a:gd name="T12" fmla="*/ 8 w 40"/>
                <a:gd name="T13" fmla="*/ 104 h 128"/>
                <a:gd name="T14" fmla="*/ 8 w 40"/>
                <a:gd name="T15" fmla="*/ 116 h 128"/>
                <a:gd name="T16" fmla="*/ 20 w 40"/>
                <a:gd name="T17" fmla="*/ 128 h 128"/>
                <a:gd name="T18" fmla="*/ 32 w 40"/>
                <a:gd name="T19" fmla="*/ 116 h 128"/>
                <a:gd name="T20" fmla="*/ 32 w 40"/>
                <a:gd name="T21" fmla="*/ 104 h 128"/>
                <a:gd name="T22" fmla="*/ 40 w 40"/>
                <a:gd name="T23" fmla="*/ 88 h 128"/>
                <a:gd name="T24" fmla="*/ 32 w 40"/>
                <a:gd name="T25" fmla="*/ 72 h 128"/>
                <a:gd name="T26" fmla="*/ 16 w 40"/>
                <a:gd name="T27" fmla="*/ 12 h 128"/>
                <a:gd name="T28" fmla="*/ 20 w 40"/>
                <a:gd name="T29" fmla="*/ 8 h 128"/>
                <a:gd name="T30" fmla="*/ 24 w 40"/>
                <a:gd name="T31" fmla="*/ 12 h 128"/>
                <a:gd name="T32" fmla="*/ 24 w 40"/>
                <a:gd name="T33" fmla="*/ 68 h 128"/>
                <a:gd name="T34" fmla="*/ 20 w 40"/>
                <a:gd name="T35" fmla="*/ 68 h 128"/>
                <a:gd name="T36" fmla="*/ 16 w 40"/>
                <a:gd name="T37" fmla="*/ 68 h 128"/>
                <a:gd name="T38" fmla="*/ 16 w 40"/>
                <a:gd name="T39" fmla="*/ 12 h 128"/>
                <a:gd name="T40" fmla="*/ 24 w 40"/>
                <a:gd name="T41" fmla="*/ 116 h 128"/>
                <a:gd name="T42" fmla="*/ 20 w 40"/>
                <a:gd name="T43" fmla="*/ 120 h 128"/>
                <a:gd name="T44" fmla="*/ 16 w 40"/>
                <a:gd name="T45" fmla="*/ 116 h 128"/>
                <a:gd name="T46" fmla="*/ 16 w 40"/>
                <a:gd name="T47" fmla="*/ 108 h 128"/>
                <a:gd name="T48" fmla="*/ 20 w 40"/>
                <a:gd name="T49" fmla="*/ 108 h 128"/>
                <a:gd name="T50" fmla="*/ 24 w 40"/>
                <a:gd name="T51" fmla="*/ 108 h 128"/>
                <a:gd name="T52" fmla="*/ 24 w 40"/>
                <a:gd name="T53" fmla="*/ 116 h 128"/>
                <a:gd name="T54" fmla="*/ 31 w 40"/>
                <a:gd name="T55" fmla="*/ 91 h 128"/>
                <a:gd name="T56" fmla="*/ 31 w 40"/>
                <a:gd name="T57" fmla="*/ 92 h 128"/>
                <a:gd name="T58" fmla="*/ 30 w 40"/>
                <a:gd name="T59" fmla="*/ 95 h 128"/>
                <a:gd name="T60" fmla="*/ 30 w 40"/>
                <a:gd name="T61" fmla="*/ 95 h 128"/>
                <a:gd name="T62" fmla="*/ 27 w 40"/>
                <a:gd name="T63" fmla="*/ 98 h 128"/>
                <a:gd name="T64" fmla="*/ 27 w 40"/>
                <a:gd name="T65" fmla="*/ 98 h 128"/>
                <a:gd name="T66" fmla="*/ 24 w 40"/>
                <a:gd name="T67" fmla="*/ 99 h 128"/>
                <a:gd name="T68" fmla="*/ 20 w 40"/>
                <a:gd name="T69" fmla="*/ 100 h 128"/>
                <a:gd name="T70" fmla="*/ 16 w 40"/>
                <a:gd name="T71" fmla="*/ 99 h 128"/>
                <a:gd name="T72" fmla="*/ 13 w 40"/>
                <a:gd name="T73" fmla="*/ 98 h 128"/>
                <a:gd name="T74" fmla="*/ 13 w 40"/>
                <a:gd name="T75" fmla="*/ 98 h 128"/>
                <a:gd name="T76" fmla="*/ 10 w 40"/>
                <a:gd name="T77" fmla="*/ 95 h 128"/>
                <a:gd name="T78" fmla="*/ 10 w 40"/>
                <a:gd name="T79" fmla="*/ 95 h 128"/>
                <a:gd name="T80" fmla="*/ 9 w 40"/>
                <a:gd name="T81" fmla="*/ 92 h 128"/>
                <a:gd name="T82" fmla="*/ 9 w 40"/>
                <a:gd name="T83" fmla="*/ 91 h 128"/>
                <a:gd name="T84" fmla="*/ 8 w 40"/>
                <a:gd name="T85" fmla="*/ 88 h 128"/>
                <a:gd name="T86" fmla="*/ 9 w 40"/>
                <a:gd name="T87" fmla="*/ 85 h 128"/>
                <a:gd name="T88" fmla="*/ 9 w 40"/>
                <a:gd name="T89" fmla="*/ 84 h 128"/>
                <a:gd name="T90" fmla="*/ 10 w 40"/>
                <a:gd name="T91" fmla="*/ 81 h 128"/>
                <a:gd name="T92" fmla="*/ 10 w 40"/>
                <a:gd name="T93" fmla="*/ 81 h 128"/>
                <a:gd name="T94" fmla="*/ 13 w 40"/>
                <a:gd name="T95" fmla="*/ 78 h 128"/>
                <a:gd name="T96" fmla="*/ 13 w 40"/>
                <a:gd name="T97" fmla="*/ 78 h 128"/>
                <a:gd name="T98" fmla="*/ 16 w 40"/>
                <a:gd name="T99" fmla="*/ 77 h 128"/>
                <a:gd name="T100" fmla="*/ 20 w 40"/>
                <a:gd name="T101" fmla="*/ 76 h 128"/>
                <a:gd name="T102" fmla="*/ 24 w 40"/>
                <a:gd name="T103" fmla="*/ 77 h 128"/>
                <a:gd name="T104" fmla="*/ 27 w 40"/>
                <a:gd name="T105" fmla="*/ 78 h 128"/>
                <a:gd name="T106" fmla="*/ 27 w 40"/>
                <a:gd name="T107" fmla="*/ 78 h 128"/>
                <a:gd name="T108" fmla="*/ 30 w 40"/>
                <a:gd name="T109" fmla="*/ 81 h 128"/>
                <a:gd name="T110" fmla="*/ 30 w 40"/>
                <a:gd name="T111" fmla="*/ 81 h 128"/>
                <a:gd name="T112" fmla="*/ 31 w 40"/>
                <a:gd name="T113" fmla="*/ 84 h 128"/>
                <a:gd name="T114" fmla="*/ 31 w 40"/>
                <a:gd name="T115" fmla="*/ 85 h 128"/>
                <a:gd name="T116" fmla="*/ 32 w 40"/>
                <a:gd name="T117" fmla="*/ 88 h 128"/>
                <a:gd name="T118" fmla="*/ 31 w 40"/>
                <a:gd name="T119" fmla="*/ 9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72"/>
                  </a:moveTo>
                  <a:cubicBezTo>
                    <a:pt x="32" y="12"/>
                    <a:pt x="32" y="12"/>
                    <a:pt x="32" y="12"/>
                  </a:cubicBezTo>
                  <a:cubicBezTo>
                    <a:pt x="32" y="5"/>
                    <a:pt x="27" y="0"/>
                    <a:pt x="20" y="0"/>
                  </a:cubicBezTo>
                  <a:cubicBezTo>
                    <a:pt x="13" y="0"/>
                    <a:pt x="8" y="5"/>
                    <a:pt x="8" y="12"/>
                  </a:cubicBezTo>
                  <a:cubicBezTo>
                    <a:pt x="8" y="72"/>
                    <a:pt x="8" y="72"/>
                    <a:pt x="8" y="72"/>
                  </a:cubicBezTo>
                  <a:cubicBezTo>
                    <a:pt x="3" y="76"/>
                    <a:pt x="0" y="81"/>
                    <a:pt x="0" y="88"/>
                  </a:cubicBezTo>
                  <a:cubicBezTo>
                    <a:pt x="0" y="95"/>
                    <a:pt x="3" y="100"/>
                    <a:pt x="8" y="104"/>
                  </a:cubicBezTo>
                  <a:cubicBezTo>
                    <a:pt x="8" y="116"/>
                    <a:pt x="8" y="116"/>
                    <a:pt x="8" y="116"/>
                  </a:cubicBezTo>
                  <a:cubicBezTo>
                    <a:pt x="8" y="123"/>
                    <a:pt x="13" y="128"/>
                    <a:pt x="20" y="128"/>
                  </a:cubicBezTo>
                  <a:cubicBezTo>
                    <a:pt x="27" y="128"/>
                    <a:pt x="32" y="123"/>
                    <a:pt x="32" y="116"/>
                  </a:cubicBezTo>
                  <a:cubicBezTo>
                    <a:pt x="32" y="104"/>
                    <a:pt x="32" y="104"/>
                    <a:pt x="32" y="104"/>
                  </a:cubicBezTo>
                  <a:cubicBezTo>
                    <a:pt x="37" y="100"/>
                    <a:pt x="40" y="95"/>
                    <a:pt x="40" y="88"/>
                  </a:cubicBezTo>
                  <a:cubicBezTo>
                    <a:pt x="40" y="81"/>
                    <a:pt x="37" y="76"/>
                    <a:pt x="32" y="72"/>
                  </a:cubicBezTo>
                  <a:close/>
                  <a:moveTo>
                    <a:pt x="16" y="12"/>
                  </a:moveTo>
                  <a:cubicBezTo>
                    <a:pt x="16" y="10"/>
                    <a:pt x="18" y="8"/>
                    <a:pt x="20" y="8"/>
                  </a:cubicBezTo>
                  <a:cubicBezTo>
                    <a:pt x="22" y="8"/>
                    <a:pt x="24" y="10"/>
                    <a:pt x="24" y="12"/>
                  </a:cubicBezTo>
                  <a:cubicBezTo>
                    <a:pt x="24" y="68"/>
                    <a:pt x="24" y="68"/>
                    <a:pt x="24" y="68"/>
                  </a:cubicBezTo>
                  <a:cubicBezTo>
                    <a:pt x="23" y="68"/>
                    <a:pt x="21" y="68"/>
                    <a:pt x="20" y="68"/>
                  </a:cubicBezTo>
                  <a:cubicBezTo>
                    <a:pt x="19" y="68"/>
                    <a:pt x="17" y="68"/>
                    <a:pt x="16" y="68"/>
                  </a:cubicBezTo>
                  <a:lnTo>
                    <a:pt x="16" y="12"/>
                  </a:lnTo>
                  <a:close/>
                  <a:moveTo>
                    <a:pt x="24" y="116"/>
                  </a:moveTo>
                  <a:cubicBezTo>
                    <a:pt x="24" y="118"/>
                    <a:pt x="22" y="120"/>
                    <a:pt x="20" y="120"/>
                  </a:cubicBezTo>
                  <a:cubicBezTo>
                    <a:pt x="18" y="120"/>
                    <a:pt x="16" y="118"/>
                    <a:pt x="16" y="116"/>
                  </a:cubicBezTo>
                  <a:cubicBezTo>
                    <a:pt x="16" y="108"/>
                    <a:pt x="16" y="108"/>
                    <a:pt x="16" y="108"/>
                  </a:cubicBezTo>
                  <a:cubicBezTo>
                    <a:pt x="17" y="108"/>
                    <a:pt x="19" y="108"/>
                    <a:pt x="20" y="108"/>
                  </a:cubicBezTo>
                  <a:cubicBezTo>
                    <a:pt x="21" y="108"/>
                    <a:pt x="23" y="108"/>
                    <a:pt x="24" y="108"/>
                  </a:cubicBezTo>
                  <a:lnTo>
                    <a:pt x="24" y="116"/>
                  </a:lnTo>
                  <a:close/>
                  <a:moveTo>
                    <a:pt x="31" y="91"/>
                  </a:moveTo>
                  <a:cubicBezTo>
                    <a:pt x="31" y="92"/>
                    <a:pt x="31" y="92"/>
                    <a:pt x="31" y="92"/>
                  </a:cubicBezTo>
                  <a:cubicBezTo>
                    <a:pt x="31" y="93"/>
                    <a:pt x="30" y="94"/>
                    <a:pt x="30" y="95"/>
                  </a:cubicBezTo>
                  <a:cubicBezTo>
                    <a:pt x="30" y="95"/>
                    <a:pt x="30" y="95"/>
                    <a:pt x="30" y="95"/>
                  </a:cubicBezTo>
                  <a:cubicBezTo>
                    <a:pt x="29" y="96"/>
                    <a:pt x="28" y="97"/>
                    <a:pt x="27" y="98"/>
                  </a:cubicBezTo>
                  <a:cubicBezTo>
                    <a:pt x="27" y="98"/>
                    <a:pt x="27" y="98"/>
                    <a:pt x="27" y="98"/>
                  </a:cubicBezTo>
                  <a:cubicBezTo>
                    <a:pt x="26" y="98"/>
                    <a:pt x="25" y="99"/>
                    <a:pt x="24" y="99"/>
                  </a:cubicBezTo>
                  <a:cubicBezTo>
                    <a:pt x="23" y="100"/>
                    <a:pt x="21" y="100"/>
                    <a:pt x="20" y="100"/>
                  </a:cubicBezTo>
                  <a:cubicBezTo>
                    <a:pt x="19" y="100"/>
                    <a:pt x="17" y="100"/>
                    <a:pt x="16" y="99"/>
                  </a:cubicBezTo>
                  <a:cubicBezTo>
                    <a:pt x="15" y="99"/>
                    <a:pt x="14" y="98"/>
                    <a:pt x="13" y="98"/>
                  </a:cubicBezTo>
                  <a:cubicBezTo>
                    <a:pt x="13" y="98"/>
                    <a:pt x="13" y="98"/>
                    <a:pt x="13" y="98"/>
                  </a:cubicBezTo>
                  <a:cubicBezTo>
                    <a:pt x="12" y="97"/>
                    <a:pt x="11" y="96"/>
                    <a:pt x="10" y="95"/>
                  </a:cubicBezTo>
                  <a:cubicBezTo>
                    <a:pt x="10" y="95"/>
                    <a:pt x="10" y="95"/>
                    <a:pt x="10" y="95"/>
                  </a:cubicBezTo>
                  <a:cubicBezTo>
                    <a:pt x="10" y="94"/>
                    <a:pt x="9" y="93"/>
                    <a:pt x="9" y="92"/>
                  </a:cubicBezTo>
                  <a:cubicBezTo>
                    <a:pt x="9" y="92"/>
                    <a:pt x="9" y="92"/>
                    <a:pt x="9" y="91"/>
                  </a:cubicBezTo>
                  <a:cubicBezTo>
                    <a:pt x="8" y="90"/>
                    <a:pt x="8" y="89"/>
                    <a:pt x="8" y="88"/>
                  </a:cubicBezTo>
                  <a:cubicBezTo>
                    <a:pt x="8" y="87"/>
                    <a:pt x="8" y="86"/>
                    <a:pt x="9" y="85"/>
                  </a:cubicBezTo>
                  <a:cubicBezTo>
                    <a:pt x="9" y="84"/>
                    <a:pt x="9" y="84"/>
                    <a:pt x="9" y="84"/>
                  </a:cubicBezTo>
                  <a:cubicBezTo>
                    <a:pt x="9" y="83"/>
                    <a:pt x="10" y="82"/>
                    <a:pt x="10" y="81"/>
                  </a:cubicBezTo>
                  <a:cubicBezTo>
                    <a:pt x="10" y="81"/>
                    <a:pt x="10" y="81"/>
                    <a:pt x="10" y="81"/>
                  </a:cubicBezTo>
                  <a:cubicBezTo>
                    <a:pt x="11" y="80"/>
                    <a:pt x="12" y="79"/>
                    <a:pt x="13" y="78"/>
                  </a:cubicBezTo>
                  <a:cubicBezTo>
                    <a:pt x="13" y="78"/>
                    <a:pt x="13" y="78"/>
                    <a:pt x="13" y="78"/>
                  </a:cubicBezTo>
                  <a:cubicBezTo>
                    <a:pt x="14" y="78"/>
                    <a:pt x="15" y="77"/>
                    <a:pt x="16" y="77"/>
                  </a:cubicBezTo>
                  <a:cubicBezTo>
                    <a:pt x="17" y="76"/>
                    <a:pt x="19" y="76"/>
                    <a:pt x="20" y="76"/>
                  </a:cubicBezTo>
                  <a:cubicBezTo>
                    <a:pt x="21" y="76"/>
                    <a:pt x="23" y="76"/>
                    <a:pt x="24" y="77"/>
                  </a:cubicBezTo>
                  <a:cubicBezTo>
                    <a:pt x="25" y="77"/>
                    <a:pt x="26" y="78"/>
                    <a:pt x="27" y="78"/>
                  </a:cubicBezTo>
                  <a:cubicBezTo>
                    <a:pt x="27" y="78"/>
                    <a:pt x="27" y="78"/>
                    <a:pt x="27" y="78"/>
                  </a:cubicBezTo>
                  <a:cubicBezTo>
                    <a:pt x="28" y="79"/>
                    <a:pt x="29" y="80"/>
                    <a:pt x="30" y="81"/>
                  </a:cubicBezTo>
                  <a:cubicBezTo>
                    <a:pt x="30" y="81"/>
                    <a:pt x="30" y="81"/>
                    <a:pt x="30" y="81"/>
                  </a:cubicBezTo>
                  <a:cubicBezTo>
                    <a:pt x="30" y="82"/>
                    <a:pt x="31" y="83"/>
                    <a:pt x="31" y="84"/>
                  </a:cubicBezTo>
                  <a:cubicBezTo>
                    <a:pt x="31" y="84"/>
                    <a:pt x="31" y="84"/>
                    <a:pt x="31" y="85"/>
                  </a:cubicBezTo>
                  <a:cubicBezTo>
                    <a:pt x="32" y="86"/>
                    <a:pt x="32" y="87"/>
                    <a:pt x="32" y="88"/>
                  </a:cubicBezTo>
                  <a:cubicBezTo>
                    <a:pt x="32" y="89"/>
                    <a:pt x="32" y="90"/>
                    <a:pt x="31" y="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36873" name="Freeform 113"/>
          <p:cNvSpPr>
            <a:spLocks noChangeAspect="1" noEditPoints="1"/>
          </p:cNvSpPr>
          <p:nvPr/>
        </p:nvSpPr>
        <p:spPr bwMode="auto">
          <a:xfrm>
            <a:off x="4768850" y="2586042"/>
            <a:ext cx="735013" cy="714375"/>
          </a:xfrm>
          <a:custGeom>
            <a:avLst/>
            <a:gdLst>
              <a:gd name="T0" fmla="*/ 523539 w 132"/>
              <a:gd name="T1" fmla="*/ 0 h 128"/>
              <a:gd name="T2" fmla="*/ 311895 w 132"/>
              <a:gd name="T3" fmla="*/ 150413 h 128"/>
              <a:gd name="T4" fmla="*/ 306326 w 132"/>
              <a:gd name="T5" fmla="*/ 150413 h 128"/>
              <a:gd name="T6" fmla="*/ 77974 w 132"/>
              <a:gd name="T7" fmla="*/ 384389 h 128"/>
              <a:gd name="T8" fmla="*/ 5570 w 132"/>
              <a:gd name="T9" fmla="*/ 612795 h 128"/>
              <a:gd name="T10" fmla="*/ 77974 w 132"/>
              <a:gd name="T11" fmla="*/ 713070 h 128"/>
              <a:gd name="T12" fmla="*/ 295187 w 132"/>
              <a:gd name="T13" fmla="*/ 657361 h 128"/>
              <a:gd name="T14" fmla="*/ 668347 w 132"/>
              <a:gd name="T15" fmla="*/ 295256 h 128"/>
              <a:gd name="T16" fmla="*/ 356452 w 132"/>
              <a:gd name="T17" fmla="*/ 529232 h 128"/>
              <a:gd name="T18" fmla="*/ 551387 w 132"/>
              <a:gd name="T19" fmla="*/ 261830 h 128"/>
              <a:gd name="T20" fmla="*/ 529108 w 132"/>
              <a:gd name="T21" fmla="*/ 373248 h 128"/>
              <a:gd name="T22" fmla="*/ 356452 w 132"/>
              <a:gd name="T23" fmla="*/ 545944 h 128"/>
              <a:gd name="T24" fmla="*/ 328604 w 132"/>
              <a:gd name="T25" fmla="*/ 451240 h 128"/>
              <a:gd name="T26" fmla="*/ 256200 w 132"/>
              <a:gd name="T27" fmla="*/ 378818 h 128"/>
              <a:gd name="T28" fmla="*/ 512400 w 132"/>
              <a:gd name="T29" fmla="*/ 200551 h 128"/>
              <a:gd name="T30" fmla="*/ 328604 w 132"/>
              <a:gd name="T31" fmla="*/ 451240 h 128"/>
              <a:gd name="T32" fmla="*/ 167087 w 132"/>
              <a:gd name="T33" fmla="*/ 356535 h 128"/>
              <a:gd name="T34" fmla="*/ 445565 w 132"/>
              <a:gd name="T35" fmla="*/ 161555 h 128"/>
              <a:gd name="T36" fmla="*/ 94683 w 132"/>
              <a:gd name="T37" fmla="*/ 662932 h 128"/>
              <a:gd name="T38" fmla="*/ 44556 w 132"/>
              <a:gd name="T39" fmla="*/ 635078 h 128"/>
              <a:gd name="T40" fmla="*/ 72404 w 132"/>
              <a:gd name="T41" fmla="*/ 534803 h 128"/>
              <a:gd name="T42" fmla="*/ 178226 w 132"/>
              <a:gd name="T43" fmla="*/ 646220 h 128"/>
              <a:gd name="T44" fmla="*/ 194935 w 132"/>
              <a:gd name="T45" fmla="*/ 640649 h 128"/>
              <a:gd name="T46" fmla="*/ 77974 w 132"/>
              <a:gd name="T47" fmla="*/ 512519 h 128"/>
              <a:gd name="T48" fmla="*/ 105822 w 132"/>
              <a:gd name="T49" fmla="*/ 417814 h 128"/>
              <a:gd name="T50" fmla="*/ 289617 w 132"/>
              <a:gd name="T51" fmla="*/ 612795 h 128"/>
              <a:gd name="T52" fmla="*/ 194935 w 132"/>
              <a:gd name="T53" fmla="*/ 640649 h 128"/>
              <a:gd name="T54" fmla="*/ 601513 w 132"/>
              <a:gd name="T55" fmla="*/ 300826 h 128"/>
              <a:gd name="T56" fmla="*/ 545817 w 132"/>
              <a:gd name="T57" fmla="*/ 167126 h 128"/>
              <a:gd name="T58" fmla="*/ 451134 w 132"/>
              <a:gd name="T59" fmla="*/ 72421 h 128"/>
              <a:gd name="T60" fmla="*/ 623791 w 132"/>
              <a:gd name="T61" fmla="*/ 89134 h 128"/>
              <a:gd name="T62" fmla="*/ 640499 w 132"/>
              <a:gd name="T63" fmla="*/ 261830 h 1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4" name="Group 53"/>
          <p:cNvGrpSpPr>
            <a:grpSpLocks noChangeAspect="1"/>
          </p:cNvGrpSpPr>
          <p:nvPr/>
        </p:nvGrpSpPr>
        <p:grpSpPr>
          <a:xfrm>
            <a:off x="6851331" y="2479371"/>
            <a:ext cx="852380" cy="855684"/>
            <a:chOff x="5284944" y="1955897"/>
            <a:chExt cx="356535" cy="357917"/>
          </a:xfrm>
          <a:solidFill>
            <a:schemeClr val="bg1"/>
          </a:solidFill>
        </p:grpSpPr>
        <p:sp>
          <p:nvSpPr>
            <p:cNvPr id="55" name="Freeform 129"/>
            <p:cNvSpPr>
              <a:spLocks noEditPoints="1"/>
            </p:cNvSpPr>
            <p:nvPr/>
          </p:nvSpPr>
          <p:spPr bwMode="auto">
            <a:xfrm>
              <a:off x="5284944" y="1955897"/>
              <a:ext cx="356535" cy="357917"/>
            </a:xfrm>
            <a:custGeom>
              <a:avLst/>
              <a:gdLst>
                <a:gd name="T0" fmla="*/ 88 w 128"/>
                <a:gd name="T1" fmla="*/ 0 h 128"/>
                <a:gd name="T2" fmla="*/ 48 w 128"/>
                <a:gd name="T3" fmla="*/ 40 h 128"/>
                <a:gd name="T4" fmla="*/ 51 w 128"/>
                <a:gd name="T5" fmla="*/ 55 h 128"/>
                <a:gd name="T6" fmla="*/ 2 w 128"/>
                <a:gd name="T7" fmla="*/ 103 h 128"/>
                <a:gd name="T8" fmla="*/ 0 w 128"/>
                <a:gd name="T9" fmla="*/ 108 h 128"/>
                <a:gd name="T10" fmla="*/ 0 w 128"/>
                <a:gd name="T11" fmla="*/ 120 h 128"/>
                <a:gd name="T12" fmla="*/ 8 w 128"/>
                <a:gd name="T13" fmla="*/ 128 h 128"/>
                <a:gd name="T14" fmla="*/ 20 w 128"/>
                <a:gd name="T15" fmla="*/ 128 h 128"/>
                <a:gd name="T16" fmla="*/ 25 w 128"/>
                <a:gd name="T17" fmla="*/ 126 h 128"/>
                <a:gd name="T18" fmla="*/ 31 w 128"/>
                <a:gd name="T19" fmla="*/ 120 h 128"/>
                <a:gd name="T20" fmla="*/ 40 w 128"/>
                <a:gd name="T21" fmla="*/ 120 h 128"/>
                <a:gd name="T22" fmla="*/ 48 w 128"/>
                <a:gd name="T23" fmla="*/ 112 h 128"/>
                <a:gd name="T24" fmla="*/ 48 w 128"/>
                <a:gd name="T25" fmla="*/ 104 h 128"/>
                <a:gd name="T26" fmla="*/ 56 w 128"/>
                <a:gd name="T27" fmla="*/ 104 h 128"/>
                <a:gd name="T28" fmla="*/ 64 w 128"/>
                <a:gd name="T29" fmla="*/ 96 h 128"/>
                <a:gd name="T30" fmla="*/ 64 w 128"/>
                <a:gd name="T31" fmla="*/ 87 h 128"/>
                <a:gd name="T32" fmla="*/ 73 w 128"/>
                <a:gd name="T33" fmla="*/ 77 h 128"/>
                <a:gd name="T34" fmla="*/ 88 w 128"/>
                <a:gd name="T35" fmla="*/ 80 h 128"/>
                <a:gd name="T36" fmla="*/ 128 w 128"/>
                <a:gd name="T37" fmla="*/ 40 h 128"/>
                <a:gd name="T38" fmla="*/ 88 w 128"/>
                <a:gd name="T39" fmla="*/ 0 h 128"/>
                <a:gd name="T40" fmla="*/ 88 w 128"/>
                <a:gd name="T41" fmla="*/ 72 h 128"/>
                <a:gd name="T42" fmla="*/ 72 w 128"/>
                <a:gd name="T43" fmla="*/ 67 h 128"/>
                <a:gd name="T44" fmla="*/ 70 w 128"/>
                <a:gd name="T45" fmla="*/ 69 h 128"/>
                <a:gd name="T46" fmla="*/ 66 w 128"/>
                <a:gd name="T47" fmla="*/ 73 h 128"/>
                <a:gd name="T48" fmla="*/ 58 w 128"/>
                <a:gd name="T49" fmla="*/ 81 h 128"/>
                <a:gd name="T50" fmla="*/ 56 w 128"/>
                <a:gd name="T51" fmla="*/ 87 h 128"/>
                <a:gd name="T52" fmla="*/ 56 w 128"/>
                <a:gd name="T53" fmla="*/ 96 h 128"/>
                <a:gd name="T54" fmla="*/ 48 w 128"/>
                <a:gd name="T55" fmla="*/ 96 h 128"/>
                <a:gd name="T56" fmla="*/ 40 w 128"/>
                <a:gd name="T57" fmla="*/ 104 h 128"/>
                <a:gd name="T58" fmla="*/ 40 w 128"/>
                <a:gd name="T59" fmla="*/ 112 h 128"/>
                <a:gd name="T60" fmla="*/ 31 w 128"/>
                <a:gd name="T61" fmla="*/ 112 h 128"/>
                <a:gd name="T62" fmla="*/ 25 w 128"/>
                <a:gd name="T63" fmla="*/ 114 h 128"/>
                <a:gd name="T64" fmla="*/ 19 w 128"/>
                <a:gd name="T65" fmla="*/ 120 h 128"/>
                <a:gd name="T66" fmla="*/ 8 w 128"/>
                <a:gd name="T67" fmla="*/ 120 h 128"/>
                <a:gd name="T68" fmla="*/ 8 w 128"/>
                <a:gd name="T69" fmla="*/ 109 h 128"/>
                <a:gd name="T70" fmla="*/ 55 w 128"/>
                <a:gd name="T71" fmla="*/ 62 h 128"/>
                <a:gd name="T72" fmla="*/ 55 w 128"/>
                <a:gd name="T73" fmla="*/ 62 h 128"/>
                <a:gd name="T74" fmla="*/ 61 w 128"/>
                <a:gd name="T75" fmla="*/ 56 h 128"/>
                <a:gd name="T76" fmla="*/ 56 w 128"/>
                <a:gd name="T77" fmla="*/ 40 h 128"/>
                <a:gd name="T78" fmla="*/ 88 w 128"/>
                <a:gd name="T79" fmla="*/ 8 h 128"/>
                <a:gd name="T80" fmla="*/ 120 w 128"/>
                <a:gd name="T81" fmla="*/ 40 h 128"/>
                <a:gd name="T82" fmla="*/ 88 w 128"/>
                <a:gd name="T83"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8">
                  <a:moveTo>
                    <a:pt x="88" y="0"/>
                  </a:moveTo>
                  <a:cubicBezTo>
                    <a:pt x="66" y="0"/>
                    <a:pt x="48" y="18"/>
                    <a:pt x="48" y="40"/>
                  </a:cubicBezTo>
                  <a:cubicBezTo>
                    <a:pt x="48" y="45"/>
                    <a:pt x="49" y="50"/>
                    <a:pt x="51" y="55"/>
                  </a:cubicBezTo>
                  <a:cubicBezTo>
                    <a:pt x="2" y="103"/>
                    <a:pt x="2" y="103"/>
                    <a:pt x="2" y="103"/>
                  </a:cubicBezTo>
                  <a:cubicBezTo>
                    <a:pt x="1" y="105"/>
                    <a:pt x="0" y="106"/>
                    <a:pt x="0" y="108"/>
                  </a:cubicBezTo>
                  <a:cubicBezTo>
                    <a:pt x="0" y="120"/>
                    <a:pt x="0" y="120"/>
                    <a:pt x="0" y="120"/>
                  </a:cubicBezTo>
                  <a:cubicBezTo>
                    <a:pt x="0" y="124"/>
                    <a:pt x="4" y="128"/>
                    <a:pt x="8" y="128"/>
                  </a:cubicBezTo>
                  <a:cubicBezTo>
                    <a:pt x="20" y="128"/>
                    <a:pt x="20" y="128"/>
                    <a:pt x="20" y="128"/>
                  </a:cubicBezTo>
                  <a:cubicBezTo>
                    <a:pt x="22" y="128"/>
                    <a:pt x="23" y="127"/>
                    <a:pt x="25" y="126"/>
                  </a:cubicBezTo>
                  <a:cubicBezTo>
                    <a:pt x="31" y="120"/>
                    <a:pt x="31" y="120"/>
                    <a:pt x="31" y="120"/>
                  </a:cubicBezTo>
                  <a:cubicBezTo>
                    <a:pt x="40" y="120"/>
                    <a:pt x="40" y="120"/>
                    <a:pt x="40" y="120"/>
                  </a:cubicBezTo>
                  <a:cubicBezTo>
                    <a:pt x="44" y="120"/>
                    <a:pt x="48" y="116"/>
                    <a:pt x="48" y="112"/>
                  </a:cubicBezTo>
                  <a:cubicBezTo>
                    <a:pt x="48" y="104"/>
                    <a:pt x="48" y="104"/>
                    <a:pt x="48" y="104"/>
                  </a:cubicBezTo>
                  <a:cubicBezTo>
                    <a:pt x="56" y="104"/>
                    <a:pt x="56" y="104"/>
                    <a:pt x="56" y="104"/>
                  </a:cubicBezTo>
                  <a:cubicBezTo>
                    <a:pt x="60" y="104"/>
                    <a:pt x="64" y="100"/>
                    <a:pt x="64" y="96"/>
                  </a:cubicBezTo>
                  <a:cubicBezTo>
                    <a:pt x="64" y="87"/>
                    <a:pt x="64" y="87"/>
                    <a:pt x="64" y="87"/>
                  </a:cubicBezTo>
                  <a:cubicBezTo>
                    <a:pt x="73" y="77"/>
                    <a:pt x="73" y="77"/>
                    <a:pt x="73" y="77"/>
                  </a:cubicBezTo>
                  <a:cubicBezTo>
                    <a:pt x="78" y="79"/>
                    <a:pt x="83" y="80"/>
                    <a:pt x="88" y="80"/>
                  </a:cubicBezTo>
                  <a:cubicBezTo>
                    <a:pt x="110" y="80"/>
                    <a:pt x="128" y="62"/>
                    <a:pt x="128" y="40"/>
                  </a:cubicBezTo>
                  <a:cubicBezTo>
                    <a:pt x="128" y="18"/>
                    <a:pt x="110" y="0"/>
                    <a:pt x="88" y="0"/>
                  </a:cubicBezTo>
                  <a:close/>
                  <a:moveTo>
                    <a:pt x="88" y="72"/>
                  </a:moveTo>
                  <a:cubicBezTo>
                    <a:pt x="82" y="72"/>
                    <a:pt x="77" y="70"/>
                    <a:pt x="72" y="67"/>
                  </a:cubicBezTo>
                  <a:cubicBezTo>
                    <a:pt x="70" y="69"/>
                    <a:pt x="70" y="69"/>
                    <a:pt x="70" y="69"/>
                  </a:cubicBezTo>
                  <a:cubicBezTo>
                    <a:pt x="66" y="73"/>
                    <a:pt x="66" y="73"/>
                    <a:pt x="66" y="73"/>
                  </a:cubicBezTo>
                  <a:cubicBezTo>
                    <a:pt x="58" y="81"/>
                    <a:pt x="58" y="81"/>
                    <a:pt x="58" y="81"/>
                  </a:cubicBezTo>
                  <a:cubicBezTo>
                    <a:pt x="57" y="82"/>
                    <a:pt x="56" y="85"/>
                    <a:pt x="56" y="87"/>
                  </a:cubicBezTo>
                  <a:cubicBezTo>
                    <a:pt x="56" y="96"/>
                    <a:pt x="56" y="96"/>
                    <a:pt x="56" y="96"/>
                  </a:cubicBezTo>
                  <a:cubicBezTo>
                    <a:pt x="48" y="96"/>
                    <a:pt x="48" y="96"/>
                    <a:pt x="48" y="96"/>
                  </a:cubicBezTo>
                  <a:cubicBezTo>
                    <a:pt x="44" y="96"/>
                    <a:pt x="40" y="100"/>
                    <a:pt x="40" y="104"/>
                  </a:cubicBezTo>
                  <a:cubicBezTo>
                    <a:pt x="40" y="112"/>
                    <a:pt x="40" y="112"/>
                    <a:pt x="40" y="112"/>
                  </a:cubicBezTo>
                  <a:cubicBezTo>
                    <a:pt x="31" y="112"/>
                    <a:pt x="31" y="112"/>
                    <a:pt x="31" y="112"/>
                  </a:cubicBezTo>
                  <a:cubicBezTo>
                    <a:pt x="29" y="112"/>
                    <a:pt x="26" y="113"/>
                    <a:pt x="25" y="114"/>
                  </a:cubicBezTo>
                  <a:cubicBezTo>
                    <a:pt x="19" y="120"/>
                    <a:pt x="19" y="120"/>
                    <a:pt x="19" y="120"/>
                  </a:cubicBezTo>
                  <a:cubicBezTo>
                    <a:pt x="8" y="120"/>
                    <a:pt x="8" y="120"/>
                    <a:pt x="8" y="120"/>
                  </a:cubicBezTo>
                  <a:cubicBezTo>
                    <a:pt x="8" y="109"/>
                    <a:pt x="8" y="109"/>
                    <a:pt x="8" y="109"/>
                  </a:cubicBezTo>
                  <a:cubicBezTo>
                    <a:pt x="55" y="62"/>
                    <a:pt x="55" y="62"/>
                    <a:pt x="55" y="62"/>
                  </a:cubicBezTo>
                  <a:cubicBezTo>
                    <a:pt x="55" y="62"/>
                    <a:pt x="55" y="62"/>
                    <a:pt x="55" y="62"/>
                  </a:cubicBezTo>
                  <a:cubicBezTo>
                    <a:pt x="61" y="56"/>
                    <a:pt x="61" y="56"/>
                    <a:pt x="61" y="56"/>
                  </a:cubicBezTo>
                  <a:cubicBezTo>
                    <a:pt x="58" y="51"/>
                    <a:pt x="56" y="46"/>
                    <a:pt x="56" y="40"/>
                  </a:cubicBezTo>
                  <a:cubicBezTo>
                    <a:pt x="56" y="22"/>
                    <a:pt x="70" y="8"/>
                    <a:pt x="88" y="8"/>
                  </a:cubicBezTo>
                  <a:cubicBezTo>
                    <a:pt x="106" y="8"/>
                    <a:pt x="120" y="22"/>
                    <a:pt x="120" y="40"/>
                  </a:cubicBezTo>
                  <a:cubicBezTo>
                    <a:pt x="120" y="58"/>
                    <a:pt x="106" y="72"/>
                    <a:pt x="88"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56" name="Freeform 130"/>
            <p:cNvSpPr>
              <a:spLocks noEditPoints="1"/>
            </p:cNvSpPr>
            <p:nvPr/>
          </p:nvSpPr>
          <p:spPr bwMode="auto">
            <a:xfrm>
              <a:off x="5507433" y="2001501"/>
              <a:ext cx="89825" cy="88443"/>
            </a:xfrm>
            <a:custGeom>
              <a:avLst/>
              <a:gdLst>
                <a:gd name="T0" fmla="*/ 31 w 32"/>
                <a:gd name="T1" fmla="*/ 17 h 32"/>
                <a:gd name="T2" fmla="*/ 15 w 32"/>
                <a:gd name="T3" fmla="*/ 1 h 32"/>
                <a:gd name="T4" fmla="*/ 12 w 32"/>
                <a:gd name="T5" fmla="*/ 0 h 32"/>
                <a:gd name="T6" fmla="*/ 0 w 32"/>
                <a:gd name="T7" fmla="*/ 12 h 32"/>
                <a:gd name="T8" fmla="*/ 0 w 32"/>
                <a:gd name="T9" fmla="*/ 13 h 32"/>
                <a:gd name="T10" fmla="*/ 1 w 32"/>
                <a:gd name="T11" fmla="*/ 15 h 32"/>
                <a:gd name="T12" fmla="*/ 17 w 32"/>
                <a:gd name="T13" fmla="*/ 31 h 32"/>
                <a:gd name="T14" fmla="*/ 20 w 32"/>
                <a:gd name="T15" fmla="*/ 32 h 32"/>
                <a:gd name="T16" fmla="*/ 32 w 32"/>
                <a:gd name="T17" fmla="*/ 20 h 32"/>
                <a:gd name="T18" fmla="*/ 32 w 32"/>
                <a:gd name="T19" fmla="*/ 19 h 32"/>
                <a:gd name="T20" fmla="*/ 31 w 32"/>
                <a:gd name="T21" fmla="*/ 17 h 32"/>
                <a:gd name="T22" fmla="*/ 19 w 32"/>
                <a:gd name="T23" fmla="*/ 28 h 32"/>
                <a:gd name="T24" fmla="*/ 4 w 32"/>
                <a:gd name="T25" fmla="*/ 13 h 32"/>
                <a:gd name="T26" fmla="*/ 13 w 32"/>
                <a:gd name="T27" fmla="*/ 4 h 32"/>
                <a:gd name="T28" fmla="*/ 28 w 32"/>
                <a:gd name="T29" fmla="*/ 19 h 32"/>
                <a:gd name="T30" fmla="*/ 19 w 32"/>
                <a:gd name="T31"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 h="32">
                  <a:moveTo>
                    <a:pt x="31" y="17"/>
                  </a:moveTo>
                  <a:cubicBezTo>
                    <a:pt x="27" y="11"/>
                    <a:pt x="21" y="5"/>
                    <a:pt x="15" y="1"/>
                  </a:cubicBezTo>
                  <a:cubicBezTo>
                    <a:pt x="14" y="0"/>
                    <a:pt x="13" y="0"/>
                    <a:pt x="12" y="0"/>
                  </a:cubicBezTo>
                  <a:cubicBezTo>
                    <a:pt x="6" y="2"/>
                    <a:pt x="2" y="6"/>
                    <a:pt x="0" y="12"/>
                  </a:cubicBezTo>
                  <a:cubicBezTo>
                    <a:pt x="0" y="12"/>
                    <a:pt x="0" y="12"/>
                    <a:pt x="0" y="13"/>
                  </a:cubicBezTo>
                  <a:cubicBezTo>
                    <a:pt x="0" y="14"/>
                    <a:pt x="0" y="14"/>
                    <a:pt x="1" y="15"/>
                  </a:cubicBezTo>
                  <a:cubicBezTo>
                    <a:pt x="5" y="21"/>
                    <a:pt x="11" y="27"/>
                    <a:pt x="17" y="31"/>
                  </a:cubicBezTo>
                  <a:cubicBezTo>
                    <a:pt x="18" y="32"/>
                    <a:pt x="19" y="32"/>
                    <a:pt x="20" y="32"/>
                  </a:cubicBezTo>
                  <a:cubicBezTo>
                    <a:pt x="26" y="30"/>
                    <a:pt x="30" y="26"/>
                    <a:pt x="32" y="20"/>
                  </a:cubicBezTo>
                  <a:cubicBezTo>
                    <a:pt x="32" y="20"/>
                    <a:pt x="32" y="20"/>
                    <a:pt x="32" y="19"/>
                  </a:cubicBezTo>
                  <a:cubicBezTo>
                    <a:pt x="32" y="18"/>
                    <a:pt x="32" y="18"/>
                    <a:pt x="31" y="17"/>
                  </a:cubicBezTo>
                  <a:close/>
                  <a:moveTo>
                    <a:pt x="19" y="28"/>
                  </a:moveTo>
                  <a:cubicBezTo>
                    <a:pt x="13" y="24"/>
                    <a:pt x="8" y="19"/>
                    <a:pt x="4" y="13"/>
                  </a:cubicBezTo>
                  <a:cubicBezTo>
                    <a:pt x="6" y="8"/>
                    <a:pt x="8" y="6"/>
                    <a:pt x="13" y="4"/>
                  </a:cubicBezTo>
                  <a:cubicBezTo>
                    <a:pt x="19" y="8"/>
                    <a:pt x="24" y="13"/>
                    <a:pt x="28" y="19"/>
                  </a:cubicBezTo>
                  <a:cubicBezTo>
                    <a:pt x="26" y="24"/>
                    <a:pt x="24" y="26"/>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grpSp>
        <p:nvGrpSpPr>
          <p:cNvPr id="57" name="Group 56"/>
          <p:cNvGrpSpPr>
            <a:grpSpLocks noChangeAspect="1"/>
          </p:cNvGrpSpPr>
          <p:nvPr/>
        </p:nvGrpSpPr>
        <p:grpSpPr>
          <a:xfrm>
            <a:off x="9064448" y="2515275"/>
            <a:ext cx="684437" cy="784377"/>
            <a:chOff x="3878150" y="1955897"/>
            <a:chExt cx="312314" cy="357917"/>
          </a:xfrm>
          <a:solidFill>
            <a:schemeClr val="bg1"/>
          </a:solidFill>
        </p:grpSpPr>
        <p:sp>
          <p:nvSpPr>
            <p:cNvPr id="58" name="Freeform 132"/>
            <p:cNvSpPr>
              <a:spLocks noEditPoints="1"/>
            </p:cNvSpPr>
            <p:nvPr/>
          </p:nvSpPr>
          <p:spPr bwMode="auto">
            <a:xfrm>
              <a:off x="3878150" y="1955897"/>
              <a:ext cx="312314" cy="357917"/>
            </a:xfrm>
            <a:custGeom>
              <a:avLst/>
              <a:gdLst>
                <a:gd name="T0" fmla="*/ 112 w 112"/>
                <a:gd name="T1" fmla="*/ 27 h 128"/>
                <a:gd name="T2" fmla="*/ 100 w 112"/>
                <a:gd name="T3" fmla="*/ 16 h 128"/>
                <a:gd name="T4" fmla="*/ 88 w 112"/>
                <a:gd name="T5" fmla="*/ 16 h 128"/>
                <a:gd name="T6" fmla="*/ 88 w 112"/>
                <a:gd name="T7" fmla="*/ 12 h 128"/>
                <a:gd name="T8" fmla="*/ 88 w 112"/>
                <a:gd name="T9" fmla="*/ 12 h 128"/>
                <a:gd name="T10" fmla="*/ 76 w 112"/>
                <a:gd name="T11" fmla="*/ 0 h 128"/>
                <a:gd name="T12" fmla="*/ 36 w 112"/>
                <a:gd name="T13" fmla="*/ 0 h 128"/>
                <a:gd name="T14" fmla="*/ 24 w 112"/>
                <a:gd name="T15" fmla="*/ 12 h 128"/>
                <a:gd name="T16" fmla="*/ 24 w 112"/>
                <a:gd name="T17" fmla="*/ 12 h 128"/>
                <a:gd name="T18" fmla="*/ 24 w 112"/>
                <a:gd name="T19" fmla="*/ 16 h 128"/>
                <a:gd name="T20" fmla="*/ 12 w 112"/>
                <a:gd name="T21" fmla="*/ 16 h 128"/>
                <a:gd name="T22" fmla="*/ 0 w 112"/>
                <a:gd name="T23" fmla="*/ 27 h 128"/>
                <a:gd name="T24" fmla="*/ 0 w 112"/>
                <a:gd name="T25" fmla="*/ 27 h 128"/>
                <a:gd name="T26" fmla="*/ 0 w 112"/>
                <a:gd name="T27" fmla="*/ 32 h 128"/>
                <a:gd name="T28" fmla="*/ 0 w 112"/>
                <a:gd name="T29" fmla="*/ 36 h 128"/>
                <a:gd name="T30" fmla="*/ 8 w 112"/>
                <a:gd name="T31" fmla="*/ 44 h 128"/>
                <a:gd name="T32" fmla="*/ 8 w 112"/>
                <a:gd name="T33" fmla="*/ 44 h 128"/>
                <a:gd name="T34" fmla="*/ 8 w 112"/>
                <a:gd name="T35" fmla="*/ 112 h 128"/>
                <a:gd name="T36" fmla="*/ 24 w 112"/>
                <a:gd name="T37" fmla="*/ 128 h 128"/>
                <a:gd name="T38" fmla="*/ 88 w 112"/>
                <a:gd name="T39" fmla="*/ 128 h 128"/>
                <a:gd name="T40" fmla="*/ 104 w 112"/>
                <a:gd name="T41" fmla="*/ 112 h 128"/>
                <a:gd name="T42" fmla="*/ 104 w 112"/>
                <a:gd name="T43" fmla="*/ 44 h 128"/>
                <a:gd name="T44" fmla="*/ 104 w 112"/>
                <a:gd name="T45" fmla="*/ 44 h 128"/>
                <a:gd name="T46" fmla="*/ 112 w 112"/>
                <a:gd name="T47" fmla="*/ 36 h 128"/>
                <a:gd name="T48" fmla="*/ 112 w 112"/>
                <a:gd name="T49" fmla="*/ 32 h 128"/>
                <a:gd name="T50" fmla="*/ 112 w 112"/>
                <a:gd name="T51" fmla="*/ 27 h 128"/>
                <a:gd name="T52" fmla="*/ 32 w 112"/>
                <a:gd name="T53" fmla="*/ 12 h 128"/>
                <a:gd name="T54" fmla="*/ 36 w 112"/>
                <a:gd name="T55" fmla="*/ 8 h 128"/>
                <a:gd name="T56" fmla="*/ 76 w 112"/>
                <a:gd name="T57" fmla="*/ 8 h 128"/>
                <a:gd name="T58" fmla="*/ 80 w 112"/>
                <a:gd name="T59" fmla="*/ 12 h 128"/>
                <a:gd name="T60" fmla="*/ 80 w 112"/>
                <a:gd name="T61" fmla="*/ 16 h 128"/>
                <a:gd name="T62" fmla="*/ 32 w 112"/>
                <a:gd name="T63" fmla="*/ 16 h 128"/>
                <a:gd name="T64" fmla="*/ 32 w 112"/>
                <a:gd name="T65" fmla="*/ 12 h 128"/>
                <a:gd name="T66" fmla="*/ 96 w 112"/>
                <a:gd name="T67" fmla="*/ 112 h 128"/>
                <a:gd name="T68" fmla="*/ 88 w 112"/>
                <a:gd name="T69" fmla="*/ 120 h 128"/>
                <a:gd name="T70" fmla="*/ 24 w 112"/>
                <a:gd name="T71" fmla="*/ 120 h 128"/>
                <a:gd name="T72" fmla="*/ 16 w 112"/>
                <a:gd name="T73" fmla="*/ 112 h 128"/>
                <a:gd name="T74" fmla="*/ 16 w 112"/>
                <a:gd name="T75" fmla="*/ 44 h 128"/>
                <a:gd name="T76" fmla="*/ 96 w 112"/>
                <a:gd name="T77" fmla="*/ 44 h 128"/>
                <a:gd name="T78" fmla="*/ 96 w 112"/>
                <a:gd name="T79" fmla="*/ 112 h 128"/>
                <a:gd name="T80" fmla="*/ 104 w 112"/>
                <a:gd name="T81" fmla="*/ 32 h 128"/>
                <a:gd name="T82" fmla="*/ 104 w 112"/>
                <a:gd name="T83" fmla="*/ 36 h 128"/>
                <a:gd name="T84" fmla="*/ 8 w 112"/>
                <a:gd name="T85" fmla="*/ 36 h 128"/>
                <a:gd name="T86" fmla="*/ 8 w 112"/>
                <a:gd name="T87" fmla="*/ 32 h 128"/>
                <a:gd name="T88" fmla="*/ 8 w 112"/>
                <a:gd name="T89" fmla="*/ 28 h 128"/>
                <a:gd name="T90" fmla="*/ 12 w 112"/>
                <a:gd name="T91" fmla="*/ 24 h 128"/>
                <a:gd name="T92" fmla="*/ 100 w 112"/>
                <a:gd name="T93" fmla="*/ 24 h 128"/>
                <a:gd name="T94" fmla="*/ 104 w 112"/>
                <a:gd name="T95" fmla="*/ 28 h 128"/>
                <a:gd name="T96" fmla="*/ 104 w 112"/>
                <a:gd name="T97" fmla="*/ 3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2" h="128">
                  <a:moveTo>
                    <a:pt x="112" y="27"/>
                  </a:moveTo>
                  <a:cubicBezTo>
                    <a:pt x="112" y="21"/>
                    <a:pt x="106" y="16"/>
                    <a:pt x="100" y="16"/>
                  </a:cubicBezTo>
                  <a:cubicBezTo>
                    <a:pt x="88" y="16"/>
                    <a:pt x="88" y="16"/>
                    <a:pt x="88" y="16"/>
                  </a:cubicBezTo>
                  <a:cubicBezTo>
                    <a:pt x="88" y="12"/>
                    <a:pt x="88" y="12"/>
                    <a:pt x="88" y="12"/>
                  </a:cubicBezTo>
                  <a:cubicBezTo>
                    <a:pt x="88" y="12"/>
                    <a:pt x="88" y="12"/>
                    <a:pt x="88" y="12"/>
                  </a:cubicBezTo>
                  <a:cubicBezTo>
                    <a:pt x="88" y="5"/>
                    <a:pt x="83" y="0"/>
                    <a:pt x="76" y="0"/>
                  </a:cubicBezTo>
                  <a:cubicBezTo>
                    <a:pt x="36" y="0"/>
                    <a:pt x="36" y="0"/>
                    <a:pt x="36" y="0"/>
                  </a:cubicBezTo>
                  <a:cubicBezTo>
                    <a:pt x="29" y="0"/>
                    <a:pt x="24" y="5"/>
                    <a:pt x="24" y="12"/>
                  </a:cubicBezTo>
                  <a:cubicBezTo>
                    <a:pt x="24" y="12"/>
                    <a:pt x="24" y="12"/>
                    <a:pt x="24" y="12"/>
                  </a:cubicBezTo>
                  <a:cubicBezTo>
                    <a:pt x="24" y="16"/>
                    <a:pt x="24" y="16"/>
                    <a:pt x="24" y="16"/>
                  </a:cubicBezTo>
                  <a:cubicBezTo>
                    <a:pt x="12" y="16"/>
                    <a:pt x="12" y="16"/>
                    <a:pt x="12" y="16"/>
                  </a:cubicBezTo>
                  <a:cubicBezTo>
                    <a:pt x="6" y="16"/>
                    <a:pt x="0" y="21"/>
                    <a:pt x="0" y="27"/>
                  </a:cubicBezTo>
                  <a:cubicBezTo>
                    <a:pt x="0" y="27"/>
                    <a:pt x="0" y="27"/>
                    <a:pt x="0" y="27"/>
                  </a:cubicBezTo>
                  <a:cubicBezTo>
                    <a:pt x="0" y="32"/>
                    <a:pt x="0" y="32"/>
                    <a:pt x="0" y="32"/>
                  </a:cubicBezTo>
                  <a:cubicBezTo>
                    <a:pt x="0" y="36"/>
                    <a:pt x="0" y="36"/>
                    <a:pt x="0" y="36"/>
                  </a:cubicBezTo>
                  <a:cubicBezTo>
                    <a:pt x="0" y="40"/>
                    <a:pt x="4" y="44"/>
                    <a:pt x="8" y="44"/>
                  </a:cubicBezTo>
                  <a:cubicBezTo>
                    <a:pt x="8" y="44"/>
                    <a:pt x="8" y="44"/>
                    <a:pt x="8" y="44"/>
                  </a:cubicBezTo>
                  <a:cubicBezTo>
                    <a:pt x="8" y="112"/>
                    <a:pt x="8" y="112"/>
                    <a:pt x="8" y="112"/>
                  </a:cubicBezTo>
                  <a:cubicBezTo>
                    <a:pt x="8" y="121"/>
                    <a:pt x="15" y="128"/>
                    <a:pt x="24" y="128"/>
                  </a:cubicBezTo>
                  <a:cubicBezTo>
                    <a:pt x="88" y="128"/>
                    <a:pt x="88" y="128"/>
                    <a:pt x="88" y="128"/>
                  </a:cubicBezTo>
                  <a:cubicBezTo>
                    <a:pt x="97" y="128"/>
                    <a:pt x="104" y="121"/>
                    <a:pt x="104" y="112"/>
                  </a:cubicBezTo>
                  <a:cubicBezTo>
                    <a:pt x="104" y="44"/>
                    <a:pt x="104" y="44"/>
                    <a:pt x="104" y="44"/>
                  </a:cubicBezTo>
                  <a:cubicBezTo>
                    <a:pt x="104" y="44"/>
                    <a:pt x="104" y="44"/>
                    <a:pt x="104" y="44"/>
                  </a:cubicBezTo>
                  <a:cubicBezTo>
                    <a:pt x="108" y="44"/>
                    <a:pt x="112" y="40"/>
                    <a:pt x="112" y="36"/>
                  </a:cubicBezTo>
                  <a:cubicBezTo>
                    <a:pt x="112" y="32"/>
                    <a:pt x="112" y="32"/>
                    <a:pt x="112" y="32"/>
                  </a:cubicBezTo>
                  <a:cubicBezTo>
                    <a:pt x="112" y="27"/>
                    <a:pt x="112" y="27"/>
                    <a:pt x="112" y="27"/>
                  </a:cubicBezTo>
                  <a:close/>
                  <a:moveTo>
                    <a:pt x="32" y="12"/>
                  </a:moveTo>
                  <a:cubicBezTo>
                    <a:pt x="32" y="10"/>
                    <a:pt x="34" y="8"/>
                    <a:pt x="36" y="8"/>
                  </a:cubicBezTo>
                  <a:cubicBezTo>
                    <a:pt x="76" y="8"/>
                    <a:pt x="76" y="8"/>
                    <a:pt x="76" y="8"/>
                  </a:cubicBezTo>
                  <a:cubicBezTo>
                    <a:pt x="78" y="8"/>
                    <a:pt x="80" y="10"/>
                    <a:pt x="80" y="12"/>
                  </a:cubicBezTo>
                  <a:cubicBezTo>
                    <a:pt x="80" y="16"/>
                    <a:pt x="80" y="16"/>
                    <a:pt x="80" y="16"/>
                  </a:cubicBezTo>
                  <a:cubicBezTo>
                    <a:pt x="32" y="16"/>
                    <a:pt x="32" y="16"/>
                    <a:pt x="32" y="16"/>
                  </a:cubicBezTo>
                  <a:lnTo>
                    <a:pt x="32" y="12"/>
                  </a:lnTo>
                  <a:close/>
                  <a:moveTo>
                    <a:pt x="96" y="112"/>
                  </a:moveTo>
                  <a:cubicBezTo>
                    <a:pt x="96" y="116"/>
                    <a:pt x="92" y="120"/>
                    <a:pt x="88" y="120"/>
                  </a:cubicBezTo>
                  <a:cubicBezTo>
                    <a:pt x="24" y="120"/>
                    <a:pt x="24" y="120"/>
                    <a:pt x="24" y="120"/>
                  </a:cubicBezTo>
                  <a:cubicBezTo>
                    <a:pt x="20" y="120"/>
                    <a:pt x="16" y="116"/>
                    <a:pt x="16" y="112"/>
                  </a:cubicBezTo>
                  <a:cubicBezTo>
                    <a:pt x="16" y="44"/>
                    <a:pt x="16" y="44"/>
                    <a:pt x="16" y="44"/>
                  </a:cubicBezTo>
                  <a:cubicBezTo>
                    <a:pt x="96" y="44"/>
                    <a:pt x="96" y="44"/>
                    <a:pt x="96" y="44"/>
                  </a:cubicBezTo>
                  <a:lnTo>
                    <a:pt x="96" y="112"/>
                  </a:lnTo>
                  <a:close/>
                  <a:moveTo>
                    <a:pt x="104" y="32"/>
                  </a:moveTo>
                  <a:cubicBezTo>
                    <a:pt x="104" y="36"/>
                    <a:pt x="104" y="36"/>
                    <a:pt x="104" y="36"/>
                  </a:cubicBezTo>
                  <a:cubicBezTo>
                    <a:pt x="8" y="36"/>
                    <a:pt x="8" y="36"/>
                    <a:pt x="8" y="36"/>
                  </a:cubicBezTo>
                  <a:cubicBezTo>
                    <a:pt x="8" y="32"/>
                    <a:pt x="8" y="32"/>
                    <a:pt x="8" y="32"/>
                  </a:cubicBezTo>
                  <a:cubicBezTo>
                    <a:pt x="8" y="28"/>
                    <a:pt x="8" y="28"/>
                    <a:pt x="8" y="28"/>
                  </a:cubicBezTo>
                  <a:cubicBezTo>
                    <a:pt x="8" y="26"/>
                    <a:pt x="10" y="24"/>
                    <a:pt x="12" y="24"/>
                  </a:cubicBezTo>
                  <a:cubicBezTo>
                    <a:pt x="100" y="24"/>
                    <a:pt x="100" y="24"/>
                    <a:pt x="100" y="24"/>
                  </a:cubicBezTo>
                  <a:cubicBezTo>
                    <a:pt x="102" y="24"/>
                    <a:pt x="104" y="26"/>
                    <a:pt x="104" y="28"/>
                  </a:cubicBezTo>
                  <a:lnTo>
                    <a:pt x="104"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59" name="Freeform 133"/>
            <p:cNvSpPr>
              <a:spLocks noEditPoints="1"/>
            </p:cNvSpPr>
            <p:nvPr/>
          </p:nvSpPr>
          <p:spPr bwMode="auto">
            <a:xfrm>
              <a:off x="3945864" y="2100999"/>
              <a:ext cx="44221" cy="167212"/>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60" name="Freeform 134"/>
            <p:cNvSpPr>
              <a:spLocks noEditPoints="1"/>
            </p:cNvSpPr>
            <p:nvPr/>
          </p:nvSpPr>
          <p:spPr bwMode="auto">
            <a:xfrm>
              <a:off x="4012196" y="2100999"/>
              <a:ext cx="44221" cy="167212"/>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61" name="Freeform 135"/>
            <p:cNvSpPr>
              <a:spLocks noEditPoints="1"/>
            </p:cNvSpPr>
            <p:nvPr/>
          </p:nvSpPr>
          <p:spPr bwMode="auto">
            <a:xfrm>
              <a:off x="4079910" y="2100999"/>
              <a:ext cx="44221" cy="167212"/>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62" name="Content Placeholder 2"/>
          <p:cNvSpPr txBox="1">
            <a:spLocks/>
          </p:cNvSpPr>
          <p:nvPr/>
        </p:nvSpPr>
        <p:spPr>
          <a:xfrm>
            <a:off x="1468438" y="4295779"/>
            <a:ext cx="1747837" cy="1671638"/>
          </a:xfrm>
          <a:prstGeom prst="rect">
            <a:avLst/>
          </a:prstGeom>
        </p:spPr>
        <p:txBody>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Font typeface="Arial" pitchFamily="34" charset="0"/>
              <a:buNone/>
              <a:defRPr/>
            </a:pPr>
            <a:r>
              <a:rPr lang="id-ID" sz="2000" b="1">
                <a:solidFill>
                  <a:schemeClr val="accent5"/>
                </a:solidFill>
              </a:rPr>
              <a:t>Commitment</a:t>
            </a:r>
            <a:br>
              <a:rPr lang="en-US" sz="2000" b="1">
                <a:solidFill>
                  <a:schemeClr val="accent5"/>
                </a:solidFill>
              </a:rPr>
            </a:br>
            <a:r>
              <a:rPr lang="en-US">
                <a:solidFill>
                  <a:schemeClr val="accent6"/>
                </a:solidFill>
              </a:rPr>
              <a:t>Lorem </a:t>
            </a:r>
            <a:r>
              <a:rPr lang="en-US" dirty="0">
                <a:solidFill>
                  <a:schemeClr val="accent6"/>
                </a:solidFill>
              </a:rPr>
              <a:t>ipsum dolor sit amet, consectetur adipiscing elit. Curabitur elementum posuere pretium. </a:t>
            </a:r>
          </a:p>
        </p:txBody>
      </p:sp>
      <p:sp>
        <p:nvSpPr>
          <p:cNvPr id="63" name="Content Placeholder 2"/>
          <p:cNvSpPr txBox="1">
            <a:spLocks/>
          </p:cNvSpPr>
          <p:nvPr/>
        </p:nvSpPr>
        <p:spPr>
          <a:xfrm>
            <a:off x="3754438" y="4295779"/>
            <a:ext cx="1749425" cy="1671638"/>
          </a:xfrm>
          <a:prstGeom prst="rect">
            <a:avLst/>
          </a:prstGeom>
        </p:spPr>
        <p:txBody>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Font typeface="Arial" pitchFamily="34" charset="0"/>
              <a:buNone/>
              <a:defRPr/>
            </a:pPr>
            <a:r>
              <a:rPr lang="id-ID" sz="2000" b="1">
                <a:solidFill>
                  <a:schemeClr val="accent5"/>
                </a:solidFill>
              </a:rPr>
              <a:t>Design</a:t>
            </a:r>
            <a:br>
              <a:rPr lang="en-US" sz="2000" b="1">
                <a:solidFill>
                  <a:schemeClr val="accent5"/>
                </a:solidFill>
              </a:rPr>
            </a:br>
            <a:r>
              <a:rPr lang="en-US">
                <a:solidFill>
                  <a:schemeClr val="accent6"/>
                </a:solidFill>
              </a:rPr>
              <a:t>Lorem </a:t>
            </a:r>
            <a:r>
              <a:rPr lang="en-US" dirty="0">
                <a:solidFill>
                  <a:schemeClr val="accent6"/>
                </a:solidFill>
              </a:rPr>
              <a:t>ipsum dolor sit amet, consectetur adipiscing elit. Curabitur elementum posuere pretium. </a:t>
            </a:r>
          </a:p>
        </p:txBody>
      </p:sp>
      <p:sp>
        <p:nvSpPr>
          <p:cNvPr id="64" name="Content Placeholder 2"/>
          <p:cNvSpPr txBox="1">
            <a:spLocks/>
          </p:cNvSpPr>
          <p:nvPr/>
        </p:nvSpPr>
        <p:spPr>
          <a:xfrm>
            <a:off x="6038850" y="4295779"/>
            <a:ext cx="1747838" cy="1671638"/>
          </a:xfrm>
          <a:prstGeom prst="rect">
            <a:avLst/>
          </a:prstGeom>
        </p:spPr>
        <p:txBody>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Font typeface="Arial" pitchFamily="34" charset="0"/>
              <a:buNone/>
              <a:defRPr/>
            </a:pPr>
            <a:r>
              <a:rPr lang="id-ID" sz="2000" b="1">
                <a:solidFill>
                  <a:schemeClr val="accent5"/>
                </a:solidFill>
              </a:rPr>
              <a:t>Keys</a:t>
            </a:r>
            <a:br>
              <a:rPr lang="en-US" sz="2000" b="1">
                <a:solidFill>
                  <a:schemeClr val="accent5"/>
                </a:solidFill>
              </a:rPr>
            </a:br>
            <a:r>
              <a:rPr lang="en-US">
                <a:solidFill>
                  <a:schemeClr val="accent6"/>
                </a:solidFill>
              </a:rPr>
              <a:t>Lorem </a:t>
            </a:r>
            <a:r>
              <a:rPr lang="en-US" dirty="0">
                <a:solidFill>
                  <a:schemeClr val="accent6"/>
                </a:solidFill>
              </a:rPr>
              <a:t>ipsum dolor sit amet, consectetur adipiscing elit. Curabitur elementum posuere pretium. </a:t>
            </a:r>
          </a:p>
        </p:txBody>
      </p:sp>
      <p:sp>
        <p:nvSpPr>
          <p:cNvPr id="65" name="Content Placeholder 2"/>
          <p:cNvSpPr txBox="1">
            <a:spLocks/>
          </p:cNvSpPr>
          <p:nvPr/>
        </p:nvSpPr>
        <p:spPr>
          <a:xfrm>
            <a:off x="8321675" y="4295779"/>
            <a:ext cx="1747838" cy="1671638"/>
          </a:xfrm>
          <a:prstGeom prst="rect">
            <a:avLst/>
          </a:prstGeom>
        </p:spPr>
        <p:txBody>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Font typeface="Arial" pitchFamily="34" charset="0"/>
              <a:buNone/>
              <a:defRPr/>
            </a:pPr>
            <a:r>
              <a:rPr lang="id-ID" sz="2000" b="1">
                <a:solidFill>
                  <a:schemeClr val="accent5"/>
                </a:solidFill>
              </a:rPr>
              <a:t>Success</a:t>
            </a:r>
            <a:br>
              <a:rPr lang="en-US" sz="2000" b="1">
                <a:solidFill>
                  <a:schemeClr val="accent5"/>
                </a:solidFill>
              </a:rPr>
            </a:br>
            <a:r>
              <a:rPr lang="en-US">
                <a:solidFill>
                  <a:schemeClr val="accent6"/>
                </a:solidFill>
              </a:rPr>
              <a:t>Lorem </a:t>
            </a:r>
            <a:r>
              <a:rPr lang="en-US" dirty="0">
                <a:solidFill>
                  <a:schemeClr val="accent6"/>
                </a:solidFill>
              </a:rPr>
              <a:t>ipsum dolor sit amet, consectetur adipiscing elit. Curabitur elementum posuere pretium.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anim calcmode="lin" valueType="num">
                                      <p:cBhvr>
                                        <p:cTn id="8" dur="300" fill="hold"/>
                                        <p:tgtEl>
                                          <p:spTgt spid="10"/>
                                        </p:tgtEl>
                                        <p:attrNameLst>
                                          <p:attrName>ppt_x</p:attrName>
                                        </p:attrNameLst>
                                      </p:cBhvr>
                                      <p:tavLst>
                                        <p:tav tm="0">
                                          <p:val>
                                            <p:strVal val="#ppt_x"/>
                                          </p:val>
                                        </p:tav>
                                        <p:tav tm="100000">
                                          <p:val>
                                            <p:strVal val="#ppt_x"/>
                                          </p:val>
                                        </p:tav>
                                      </p:tavLst>
                                    </p:anim>
                                    <p:anim calcmode="lin" valueType="num">
                                      <p:cBhvr>
                                        <p:cTn id="9" dur="300" fill="hold"/>
                                        <p:tgtEl>
                                          <p:spTgt spid="10"/>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300"/>
                            </p:stCondLst>
                            <p:childTnLst>
                              <p:par>
                                <p:cTn id="11" presetID="55"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300" fill="hold"/>
                                        <p:tgtEl>
                                          <p:spTgt spid="26"/>
                                        </p:tgtEl>
                                        <p:attrNameLst>
                                          <p:attrName>ppt_w</p:attrName>
                                        </p:attrNameLst>
                                      </p:cBhvr>
                                      <p:tavLst>
                                        <p:tav tm="0">
                                          <p:val>
                                            <p:strVal val="#ppt_w*0.70"/>
                                          </p:val>
                                        </p:tav>
                                        <p:tav tm="100000">
                                          <p:val>
                                            <p:strVal val="#ppt_w"/>
                                          </p:val>
                                        </p:tav>
                                      </p:tavLst>
                                    </p:anim>
                                    <p:anim calcmode="lin" valueType="num">
                                      <p:cBhvr>
                                        <p:cTn id="14" dur="300" fill="hold"/>
                                        <p:tgtEl>
                                          <p:spTgt spid="26"/>
                                        </p:tgtEl>
                                        <p:attrNameLst>
                                          <p:attrName>ppt_h</p:attrName>
                                        </p:attrNameLst>
                                      </p:cBhvr>
                                      <p:tavLst>
                                        <p:tav tm="0">
                                          <p:val>
                                            <p:strVal val="#ppt_h"/>
                                          </p:val>
                                        </p:tav>
                                        <p:tav tm="100000">
                                          <p:val>
                                            <p:strVal val="#ppt_h"/>
                                          </p:val>
                                        </p:tav>
                                      </p:tavLst>
                                    </p:anim>
                                    <p:animEffect transition="in" filter="fade">
                                      <p:cBhvr>
                                        <p:cTn id="15"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框 48"/>
          <p:cNvSpPr txBox="1"/>
          <p:nvPr/>
        </p:nvSpPr>
        <p:spPr>
          <a:xfrm>
            <a:off x="4007768" y="202078"/>
            <a:ext cx="3888432" cy="646331"/>
          </a:xfrm>
          <a:prstGeom prst="rect">
            <a:avLst/>
          </a:prstGeom>
          <a:noFill/>
        </p:spPr>
        <p:txBody>
          <a:bodyPr wrap="square" rtlCol="0">
            <a:spAutoFit/>
          </a:bodyPr>
          <a:lstStyle/>
          <a:p>
            <a:pPr algn="ctr">
              <a:spcBef>
                <a:spcPct val="0"/>
              </a:spcBef>
            </a:pPr>
            <a:r>
              <a:rPr lang="zh-CN" altLang="en-US" sz="2400" dirty="0">
                <a:solidFill>
                  <a:srgbClr val="CCBA2F"/>
                </a:solidFill>
                <a:latin typeface="微软雅黑" panose="020B0503020204020204" pitchFamily="34" charset="-122"/>
                <a:ea typeface="微软雅黑" panose="020B0503020204020204" pitchFamily="34" charset="-122"/>
              </a:rPr>
              <a:t>在这里补充本页标题</a:t>
            </a:r>
            <a:br>
              <a:rPr lang="en-US" altLang="zh-CN" sz="4800" dirty="0">
                <a:solidFill>
                  <a:srgbClr val="384254"/>
                </a:solidFill>
                <a:latin typeface="微软雅黑" panose="020B0503020204020204" pitchFamily="34" charset="-122"/>
                <a:ea typeface="微软雅黑" panose="020B0503020204020204" pitchFamily="34" charset="-122"/>
              </a:rPr>
            </a:br>
            <a:r>
              <a:rPr lang="en-US" altLang="zh-CN" sz="1200" dirty="0">
                <a:solidFill>
                  <a:srgbClr val="8D8F94"/>
                </a:solidFill>
                <a:latin typeface="Arial" panose="020B0604020202020204" pitchFamily="34" charset="0"/>
                <a:ea typeface="Arial Unicode MS" panose="020B0604020202020204" pitchFamily="34" charset="-122"/>
                <a:cs typeface="Arial" panose="020B0604020202020204" pitchFamily="34" charset="0"/>
              </a:rPr>
              <a:t>Click here to add your </a:t>
            </a:r>
            <a:r>
              <a:rPr lang="en-US" altLang="zh-CN" sz="1200" dirty="0" err="1">
                <a:solidFill>
                  <a:srgbClr val="8D8F94"/>
                </a:solidFill>
                <a:latin typeface="Arial" panose="020B0604020202020204" pitchFamily="34" charset="0"/>
                <a:ea typeface="Arial Unicode MS" panose="020B0604020202020204" pitchFamily="34" charset="-122"/>
                <a:cs typeface="Arial" panose="020B0604020202020204" pitchFamily="34" charset="0"/>
              </a:rPr>
              <a:t>titleClick</a:t>
            </a:r>
            <a:r>
              <a:rPr lang="en-US" altLang="zh-CN" sz="1200" dirty="0">
                <a:solidFill>
                  <a:srgbClr val="8D8F94"/>
                </a:solidFill>
                <a:latin typeface="Arial" panose="020B0604020202020204" pitchFamily="34" charset="0"/>
                <a:ea typeface="Arial Unicode MS" panose="020B0604020202020204" pitchFamily="34" charset="-122"/>
                <a:cs typeface="Arial" panose="020B0604020202020204" pitchFamily="34" charset="0"/>
              </a:rPr>
              <a:t> here to add your title</a:t>
            </a:r>
            <a:endParaRPr lang="zh-CN" altLang="en-US" sz="1200" dirty="0">
              <a:solidFill>
                <a:srgbClr val="8D8F94"/>
              </a:solidFill>
              <a:latin typeface="Arial" panose="020B0604020202020204" pitchFamily="34" charset="0"/>
              <a:ea typeface="Arial Unicode MS" panose="020B0604020202020204" pitchFamily="34" charset="-122"/>
              <a:cs typeface="Arial" panose="020B0604020202020204" pitchFamily="34" charset="0"/>
            </a:endParaRPr>
          </a:p>
        </p:txBody>
      </p:sp>
      <p:grpSp>
        <p:nvGrpSpPr>
          <p:cNvPr id="87" name="组合 86"/>
          <p:cNvGrpSpPr/>
          <p:nvPr/>
        </p:nvGrpSpPr>
        <p:grpSpPr>
          <a:xfrm>
            <a:off x="1922776" y="1196752"/>
            <a:ext cx="8058415" cy="5520181"/>
            <a:chOff x="1926017" y="1096029"/>
            <a:chExt cx="8058415" cy="5520181"/>
          </a:xfrm>
        </p:grpSpPr>
        <p:grpSp>
          <p:nvGrpSpPr>
            <p:cNvPr id="88" name="Group 17"/>
            <p:cNvGrpSpPr>
              <a:grpSpLocks noChangeAspect="1"/>
            </p:cNvGrpSpPr>
            <p:nvPr/>
          </p:nvGrpSpPr>
          <p:grpSpPr bwMode="auto">
            <a:xfrm>
              <a:off x="4042172" y="1353716"/>
              <a:ext cx="3962603" cy="3776091"/>
              <a:chOff x="5119" y="764"/>
              <a:chExt cx="2507" cy="2389"/>
            </a:xfrm>
          </p:grpSpPr>
          <p:sp>
            <p:nvSpPr>
              <p:cNvPr id="94" name="Freeform 18"/>
              <p:cNvSpPr>
                <a:spLocks/>
              </p:cNvSpPr>
              <p:nvPr/>
            </p:nvSpPr>
            <p:spPr bwMode="auto">
              <a:xfrm>
                <a:off x="6120" y="764"/>
                <a:ext cx="1506" cy="925"/>
              </a:xfrm>
              <a:custGeom>
                <a:avLst/>
                <a:gdLst>
                  <a:gd name="T0" fmla="*/ 278 w 1506"/>
                  <a:gd name="T1" fmla="*/ 0 h 925"/>
                  <a:gd name="T2" fmla="*/ 0 w 1506"/>
                  <a:gd name="T3" fmla="*/ 925 h 925"/>
                  <a:gd name="T4" fmla="*/ 1506 w 1506"/>
                  <a:gd name="T5" fmla="*/ 925 h 925"/>
                  <a:gd name="T6" fmla="*/ 278 w 1506"/>
                  <a:gd name="T7" fmla="*/ 0 h 925"/>
                </a:gdLst>
                <a:ahLst/>
                <a:cxnLst>
                  <a:cxn ang="0">
                    <a:pos x="T0" y="T1"/>
                  </a:cxn>
                  <a:cxn ang="0">
                    <a:pos x="T2" y="T3"/>
                  </a:cxn>
                  <a:cxn ang="0">
                    <a:pos x="T4" y="T5"/>
                  </a:cxn>
                  <a:cxn ang="0">
                    <a:pos x="T6" y="T7"/>
                  </a:cxn>
                </a:cxnLst>
                <a:rect l="0" t="0" r="r" b="b"/>
                <a:pathLst>
                  <a:path w="1506" h="925">
                    <a:moveTo>
                      <a:pt x="278" y="0"/>
                    </a:moveTo>
                    <a:lnTo>
                      <a:pt x="0" y="925"/>
                    </a:lnTo>
                    <a:lnTo>
                      <a:pt x="1506" y="925"/>
                    </a:lnTo>
                    <a:lnTo>
                      <a:pt x="278" y="0"/>
                    </a:lnTo>
                    <a:close/>
                  </a:path>
                </a:pathLst>
              </a:custGeom>
              <a:solidFill>
                <a:srgbClr val="4B9F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9"/>
              <p:cNvSpPr>
                <a:spLocks/>
              </p:cNvSpPr>
              <p:nvPr/>
            </p:nvSpPr>
            <p:spPr bwMode="auto">
              <a:xfrm>
                <a:off x="6120" y="764"/>
                <a:ext cx="1506" cy="925"/>
              </a:xfrm>
              <a:custGeom>
                <a:avLst/>
                <a:gdLst>
                  <a:gd name="T0" fmla="*/ 278 w 1506"/>
                  <a:gd name="T1" fmla="*/ 0 h 925"/>
                  <a:gd name="T2" fmla="*/ 0 w 1506"/>
                  <a:gd name="T3" fmla="*/ 925 h 925"/>
                  <a:gd name="T4" fmla="*/ 1506 w 1506"/>
                  <a:gd name="T5" fmla="*/ 925 h 925"/>
                  <a:gd name="T6" fmla="*/ 278 w 1506"/>
                  <a:gd name="T7" fmla="*/ 0 h 925"/>
                </a:gdLst>
                <a:ahLst/>
                <a:cxnLst>
                  <a:cxn ang="0">
                    <a:pos x="T0" y="T1"/>
                  </a:cxn>
                  <a:cxn ang="0">
                    <a:pos x="T2" y="T3"/>
                  </a:cxn>
                  <a:cxn ang="0">
                    <a:pos x="T4" y="T5"/>
                  </a:cxn>
                  <a:cxn ang="0">
                    <a:pos x="T6" y="T7"/>
                  </a:cxn>
                </a:cxnLst>
                <a:rect l="0" t="0" r="r" b="b"/>
                <a:pathLst>
                  <a:path w="1506" h="925">
                    <a:moveTo>
                      <a:pt x="278" y="0"/>
                    </a:moveTo>
                    <a:lnTo>
                      <a:pt x="0" y="925"/>
                    </a:lnTo>
                    <a:lnTo>
                      <a:pt x="1506" y="925"/>
                    </a:lnTo>
                    <a:lnTo>
                      <a:pt x="2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0"/>
              <p:cNvSpPr>
                <a:spLocks/>
              </p:cNvSpPr>
              <p:nvPr/>
            </p:nvSpPr>
            <p:spPr bwMode="auto">
              <a:xfrm>
                <a:off x="5580" y="2222"/>
                <a:ext cx="1474" cy="931"/>
              </a:xfrm>
              <a:custGeom>
                <a:avLst/>
                <a:gdLst>
                  <a:gd name="T0" fmla="*/ 1196 w 1474"/>
                  <a:gd name="T1" fmla="*/ 0 h 931"/>
                  <a:gd name="T2" fmla="*/ 0 w 1474"/>
                  <a:gd name="T3" fmla="*/ 931 h 931"/>
                  <a:gd name="T4" fmla="*/ 1474 w 1474"/>
                  <a:gd name="T5" fmla="*/ 931 h 931"/>
                  <a:gd name="T6" fmla="*/ 1196 w 1474"/>
                  <a:gd name="T7" fmla="*/ 0 h 931"/>
                </a:gdLst>
                <a:ahLst/>
                <a:cxnLst>
                  <a:cxn ang="0">
                    <a:pos x="T0" y="T1"/>
                  </a:cxn>
                  <a:cxn ang="0">
                    <a:pos x="T2" y="T3"/>
                  </a:cxn>
                  <a:cxn ang="0">
                    <a:pos x="T4" y="T5"/>
                  </a:cxn>
                  <a:cxn ang="0">
                    <a:pos x="T6" y="T7"/>
                  </a:cxn>
                </a:cxnLst>
                <a:rect l="0" t="0" r="r" b="b"/>
                <a:pathLst>
                  <a:path w="1474" h="931">
                    <a:moveTo>
                      <a:pt x="1196" y="0"/>
                    </a:moveTo>
                    <a:lnTo>
                      <a:pt x="0" y="931"/>
                    </a:lnTo>
                    <a:lnTo>
                      <a:pt x="1474" y="931"/>
                    </a:lnTo>
                    <a:lnTo>
                      <a:pt x="1196" y="0"/>
                    </a:lnTo>
                    <a:close/>
                  </a:path>
                </a:pathLst>
              </a:custGeom>
              <a:solidFill>
                <a:srgbClr val="F448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1"/>
              <p:cNvSpPr>
                <a:spLocks/>
              </p:cNvSpPr>
              <p:nvPr/>
            </p:nvSpPr>
            <p:spPr bwMode="auto">
              <a:xfrm>
                <a:off x="5580" y="2222"/>
                <a:ext cx="1474" cy="931"/>
              </a:xfrm>
              <a:custGeom>
                <a:avLst/>
                <a:gdLst>
                  <a:gd name="T0" fmla="*/ 1196 w 1474"/>
                  <a:gd name="T1" fmla="*/ 0 h 931"/>
                  <a:gd name="T2" fmla="*/ 0 w 1474"/>
                  <a:gd name="T3" fmla="*/ 931 h 931"/>
                  <a:gd name="T4" fmla="*/ 1474 w 1474"/>
                  <a:gd name="T5" fmla="*/ 931 h 931"/>
                  <a:gd name="T6" fmla="*/ 1196 w 1474"/>
                  <a:gd name="T7" fmla="*/ 0 h 931"/>
                </a:gdLst>
                <a:ahLst/>
                <a:cxnLst>
                  <a:cxn ang="0">
                    <a:pos x="T0" y="T1"/>
                  </a:cxn>
                  <a:cxn ang="0">
                    <a:pos x="T2" y="T3"/>
                  </a:cxn>
                  <a:cxn ang="0">
                    <a:pos x="T4" y="T5"/>
                  </a:cxn>
                  <a:cxn ang="0">
                    <a:pos x="T6" y="T7"/>
                  </a:cxn>
                </a:cxnLst>
                <a:rect l="0" t="0" r="r" b="b"/>
                <a:pathLst>
                  <a:path w="1474" h="931">
                    <a:moveTo>
                      <a:pt x="1196" y="0"/>
                    </a:moveTo>
                    <a:lnTo>
                      <a:pt x="0" y="931"/>
                    </a:lnTo>
                    <a:lnTo>
                      <a:pt x="1474" y="931"/>
                    </a:lnTo>
                    <a:lnTo>
                      <a:pt x="119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2"/>
              <p:cNvSpPr>
                <a:spLocks/>
              </p:cNvSpPr>
              <p:nvPr/>
            </p:nvSpPr>
            <p:spPr bwMode="auto">
              <a:xfrm>
                <a:off x="6661" y="1718"/>
                <a:ext cx="965" cy="1417"/>
              </a:xfrm>
              <a:custGeom>
                <a:avLst/>
                <a:gdLst>
                  <a:gd name="T0" fmla="*/ 0 w 965"/>
                  <a:gd name="T1" fmla="*/ 0 h 1417"/>
                  <a:gd name="T2" fmla="*/ 416 w 965"/>
                  <a:gd name="T3" fmla="*/ 1417 h 1417"/>
                  <a:gd name="T4" fmla="*/ 965 w 965"/>
                  <a:gd name="T5" fmla="*/ 5 h 1417"/>
                  <a:gd name="T6" fmla="*/ 0 w 965"/>
                  <a:gd name="T7" fmla="*/ 0 h 1417"/>
                </a:gdLst>
                <a:ahLst/>
                <a:cxnLst>
                  <a:cxn ang="0">
                    <a:pos x="T0" y="T1"/>
                  </a:cxn>
                  <a:cxn ang="0">
                    <a:pos x="T2" y="T3"/>
                  </a:cxn>
                  <a:cxn ang="0">
                    <a:pos x="T4" y="T5"/>
                  </a:cxn>
                  <a:cxn ang="0">
                    <a:pos x="T6" y="T7"/>
                  </a:cxn>
                </a:cxnLst>
                <a:rect l="0" t="0" r="r" b="b"/>
                <a:pathLst>
                  <a:path w="965" h="1417">
                    <a:moveTo>
                      <a:pt x="0" y="0"/>
                    </a:moveTo>
                    <a:lnTo>
                      <a:pt x="416" y="1417"/>
                    </a:lnTo>
                    <a:lnTo>
                      <a:pt x="965" y="5"/>
                    </a:lnTo>
                    <a:lnTo>
                      <a:pt x="0" y="0"/>
                    </a:lnTo>
                    <a:close/>
                  </a:path>
                </a:pathLst>
              </a:custGeom>
              <a:solidFill>
                <a:srgbClr val="4354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3"/>
              <p:cNvSpPr>
                <a:spLocks/>
              </p:cNvSpPr>
              <p:nvPr/>
            </p:nvSpPr>
            <p:spPr bwMode="auto">
              <a:xfrm>
                <a:off x="6661" y="1718"/>
                <a:ext cx="965" cy="1417"/>
              </a:xfrm>
              <a:custGeom>
                <a:avLst/>
                <a:gdLst>
                  <a:gd name="T0" fmla="*/ 0 w 965"/>
                  <a:gd name="T1" fmla="*/ 0 h 1417"/>
                  <a:gd name="T2" fmla="*/ 416 w 965"/>
                  <a:gd name="T3" fmla="*/ 1417 h 1417"/>
                  <a:gd name="T4" fmla="*/ 965 w 965"/>
                  <a:gd name="T5" fmla="*/ 5 h 1417"/>
                  <a:gd name="T6" fmla="*/ 0 w 965"/>
                  <a:gd name="T7" fmla="*/ 0 h 1417"/>
                </a:gdLst>
                <a:ahLst/>
                <a:cxnLst>
                  <a:cxn ang="0">
                    <a:pos x="T0" y="T1"/>
                  </a:cxn>
                  <a:cxn ang="0">
                    <a:pos x="T2" y="T3"/>
                  </a:cxn>
                  <a:cxn ang="0">
                    <a:pos x="T4" y="T5"/>
                  </a:cxn>
                  <a:cxn ang="0">
                    <a:pos x="T6" y="T7"/>
                  </a:cxn>
                </a:cxnLst>
                <a:rect l="0" t="0" r="r" b="b"/>
                <a:pathLst>
                  <a:path w="965" h="1417">
                    <a:moveTo>
                      <a:pt x="0" y="0"/>
                    </a:moveTo>
                    <a:lnTo>
                      <a:pt x="416" y="1417"/>
                    </a:lnTo>
                    <a:lnTo>
                      <a:pt x="965" y="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4"/>
              <p:cNvSpPr>
                <a:spLocks/>
              </p:cNvSpPr>
              <p:nvPr/>
            </p:nvSpPr>
            <p:spPr bwMode="auto">
              <a:xfrm>
                <a:off x="5119" y="1682"/>
                <a:ext cx="1194" cy="1460"/>
              </a:xfrm>
              <a:custGeom>
                <a:avLst/>
                <a:gdLst>
                  <a:gd name="T0" fmla="*/ 0 w 1194"/>
                  <a:gd name="T1" fmla="*/ 0 h 1460"/>
                  <a:gd name="T2" fmla="*/ 432 w 1194"/>
                  <a:gd name="T3" fmla="*/ 1460 h 1460"/>
                  <a:gd name="T4" fmla="*/ 1194 w 1194"/>
                  <a:gd name="T5" fmla="*/ 863 h 1460"/>
                  <a:gd name="T6" fmla="*/ 0 w 1194"/>
                  <a:gd name="T7" fmla="*/ 0 h 1460"/>
                </a:gdLst>
                <a:ahLst/>
                <a:cxnLst>
                  <a:cxn ang="0">
                    <a:pos x="T0" y="T1"/>
                  </a:cxn>
                  <a:cxn ang="0">
                    <a:pos x="T2" y="T3"/>
                  </a:cxn>
                  <a:cxn ang="0">
                    <a:pos x="T4" y="T5"/>
                  </a:cxn>
                  <a:cxn ang="0">
                    <a:pos x="T6" y="T7"/>
                  </a:cxn>
                </a:cxnLst>
                <a:rect l="0" t="0" r="r" b="b"/>
                <a:pathLst>
                  <a:path w="1194" h="1460">
                    <a:moveTo>
                      <a:pt x="0" y="0"/>
                    </a:moveTo>
                    <a:lnTo>
                      <a:pt x="432" y="1460"/>
                    </a:lnTo>
                    <a:lnTo>
                      <a:pt x="1194" y="863"/>
                    </a:lnTo>
                    <a:lnTo>
                      <a:pt x="0" y="0"/>
                    </a:lnTo>
                    <a:close/>
                  </a:path>
                </a:pathLst>
              </a:custGeom>
              <a:solidFill>
                <a:srgbClr val="3CC5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5"/>
              <p:cNvSpPr>
                <a:spLocks/>
              </p:cNvSpPr>
              <p:nvPr/>
            </p:nvSpPr>
            <p:spPr bwMode="auto">
              <a:xfrm>
                <a:off x="5119" y="1682"/>
                <a:ext cx="1194" cy="1460"/>
              </a:xfrm>
              <a:custGeom>
                <a:avLst/>
                <a:gdLst>
                  <a:gd name="T0" fmla="*/ 0 w 1194"/>
                  <a:gd name="T1" fmla="*/ 0 h 1460"/>
                  <a:gd name="T2" fmla="*/ 432 w 1194"/>
                  <a:gd name="T3" fmla="*/ 1460 h 1460"/>
                  <a:gd name="T4" fmla="*/ 1194 w 1194"/>
                  <a:gd name="T5" fmla="*/ 863 h 1460"/>
                  <a:gd name="T6" fmla="*/ 0 w 1194"/>
                  <a:gd name="T7" fmla="*/ 0 h 1460"/>
                </a:gdLst>
                <a:ahLst/>
                <a:cxnLst>
                  <a:cxn ang="0">
                    <a:pos x="T0" y="T1"/>
                  </a:cxn>
                  <a:cxn ang="0">
                    <a:pos x="T2" y="T3"/>
                  </a:cxn>
                  <a:cxn ang="0">
                    <a:pos x="T4" y="T5"/>
                  </a:cxn>
                  <a:cxn ang="0">
                    <a:pos x="T6" y="T7"/>
                  </a:cxn>
                </a:cxnLst>
                <a:rect l="0" t="0" r="r" b="b"/>
                <a:pathLst>
                  <a:path w="1194" h="1460">
                    <a:moveTo>
                      <a:pt x="0" y="0"/>
                    </a:moveTo>
                    <a:lnTo>
                      <a:pt x="432" y="1460"/>
                    </a:lnTo>
                    <a:lnTo>
                      <a:pt x="1194" y="86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6"/>
              <p:cNvSpPr>
                <a:spLocks/>
              </p:cNvSpPr>
              <p:nvPr/>
            </p:nvSpPr>
            <p:spPr bwMode="auto">
              <a:xfrm>
                <a:off x="5143" y="764"/>
                <a:ext cx="1229" cy="1463"/>
              </a:xfrm>
              <a:custGeom>
                <a:avLst/>
                <a:gdLst>
                  <a:gd name="T0" fmla="*/ 1229 w 1229"/>
                  <a:gd name="T1" fmla="*/ 0 h 1463"/>
                  <a:gd name="T2" fmla="*/ 0 w 1229"/>
                  <a:gd name="T3" fmla="*/ 897 h 1463"/>
                  <a:gd name="T4" fmla="*/ 778 w 1229"/>
                  <a:gd name="T5" fmla="*/ 1463 h 1463"/>
                  <a:gd name="T6" fmla="*/ 1229 w 1229"/>
                  <a:gd name="T7" fmla="*/ 0 h 1463"/>
                </a:gdLst>
                <a:ahLst/>
                <a:cxnLst>
                  <a:cxn ang="0">
                    <a:pos x="T0" y="T1"/>
                  </a:cxn>
                  <a:cxn ang="0">
                    <a:pos x="T2" y="T3"/>
                  </a:cxn>
                  <a:cxn ang="0">
                    <a:pos x="T4" y="T5"/>
                  </a:cxn>
                  <a:cxn ang="0">
                    <a:pos x="T6" y="T7"/>
                  </a:cxn>
                </a:cxnLst>
                <a:rect l="0" t="0" r="r" b="b"/>
                <a:pathLst>
                  <a:path w="1229" h="1463">
                    <a:moveTo>
                      <a:pt x="1229" y="0"/>
                    </a:moveTo>
                    <a:lnTo>
                      <a:pt x="0" y="897"/>
                    </a:lnTo>
                    <a:lnTo>
                      <a:pt x="778" y="1463"/>
                    </a:lnTo>
                    <a:lnTo>
                      <a:pt x="1229" y="0"/>
                    </a:lnTo>
                    <a:close/>
                  </a:path>
                </a:pathLst>
              </a:custGeom>
              <a:solidFill>
                <a:srgbClr val="E1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7"/>
              <p:cNvSpPr>
                <a:spLocks/>
              </p:cNvSpPr>
              <p:nvPr/>
            </p:nvSpPr>
            <p:spPr bwMode="auto">
              <a:xfrm>
                <a:off x="5143" y="764"/>
                <a:ext cx="1229" cy="1463"/>
              </a:xfrm>
              <a:custGeom>
                <a:avLst/>
                <a:gdLst>
                  <a:gd name="T0" fmla="*/ 1229 w 1229"/>
                  <a:gd name="T1" fmla="*/ 0 h 1463"/>
                  <a:gd name="T2" fmla="*/ 0 w 1229"/>
                  <a:gd name="T3" fmla="*/ 897 h 1463"/>
                  <a:gd name="T4" fmla="*/ 778 w 1229"/>
                  <a:gd name="T5" fmla="*/ 1463 h 1463"/>
                  <a:gd name="T6" fmla="*/ 1229 w 1229"/>
                  <a:gd name="T7" fmla="*/ 0 h 1463"/>
                </a:gdLst>
                <a:ahLst/>
                <a:cxnLst>
                  <a:cxn ang="0">
                    <a:pos x="T0" y="T1"/>
                  </a:cxn>
                  <a:cxn ang="0">
                    <a:pos x="T2" y="T3"/>
                  </a:cxn>
                  <a:cxn ang="0">
                    <a:pos x="T4" y="T5"/>
                  </a:cxn>
                  <a:cxn ang="0">
                    <a:pos x="T6" y="T7"/>
                  </a:cxn>
                </a:cxnLst>
                <a:rect l="0" t="0" r="r" b="b"/>
                <a:pathLst>
                  <a:path w="1229" h="1463">
                    <a:moveTo>
                      <a:pt x="1229" y="0"/>
                    </a:moveTo>
                    <a:lnTo>
                      <a:pt x="0" y="897"/>
                    </a:lnTo>
                    <a:lnTo>
                      <a:pt x="778" y="1463"/>
                    </a:lnTo>
                    <a:lnTo>
                      <a:pt x="122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89" name="矩形 88"/>
            <p:cNvSpPr/>
            <p:nvPr/>
          </p:nvSpPr>
          <p:spPr>
            <a:xfrm>
              <a:off x="7100663" y="1096029"/>
              <a:ext cx="2371388" cy="1338828"/>
            </a:xfrm>
            <a:prstGeom prst="rect">
              <a:avLst/>
            </a:prstGeom>
          </p:spPr>
          <p:txBody>
            <a:bodyPr wrap="square">
              <a:spAutoFit/>
            </a:bodyPr>
            <a:lstStyle/>
            <a:p>
              <a:pPr algn="ctr">
                <a:lnSpc>
                  <a:spcPct val="150000"/>
                </a:lnSpc>
                <a:spcBef>
                  <a:spcPct val="0"/>
                </a:spcBef>
              </a:pPr>
              <a:r>
                <a:rPr lang="zh-CN" altLang="en-US" b="1" dirty="0">
                  <a:solidFill>
                    <a:srgbClr val="4B9F47"/>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en-US" altLang="zh-CN" b="1" dirty="0">
                <a:solidFill>
                  <a:srgbClr val="4B9F47"/>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spcBef>
                  <a:spcPct val="0"/>
                </a:spcBef>
              </a:pPr>
              <a:r>
                <a:rPr lang="zh-CN" altLang="en-US" sz="1200" dirty="0">
                  <a:solidFill>
                    <a:srgbClr val="8D8F94"/>
                  </a:solidFill>
                  <a:latin typeface="微软雅黑" panose="020B0503020204020204" pitchFamily="34" charset="-122"/>
                  <a:ea typeface="微软雅黑" panose="020B0503020204020204" pitchFamily="34" charset="-122"/>
                  <a:cs typeface="Arial" panose="020B0604020202020204" pitchFamily="34" charset="0"/>
                </a:rPr>
                <a:t>点击添加文本内容点击添加文本内容点击添加文本内容点击添加文本内容</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90" name="矩形 89"/>
            <p:cNvSpPr/>
            <p:nvPr/>
          </p:nvSpPr>
          <p:spPr>
            <a:xfrm>
              <a:off x="7613044" y="3312075"/>
              <a:ext cx="2371388" cy="1338828"/>
            </a:xfrm>
            <a:prstGeom prst="rect">
              <a:avLst/>
            </a:prstGeom>
          </p:spPr>
          <p:txBody>
            <a:bodyPr wrap="square">
              <a:spAutoFit/>
            </a:bodyPr>
            <a:lstStyle/>
            <a:p>
              <a:pPr algn="ctr">
                <a:lnSpc>
                  <a:spcPct val="150000"/>
                </a:lnSpc>
                <a:spcBef>
                  <a:spcPct val="0"/>
                </a:spcBef>
              </a:pPr>
              <a:r>
                <a:rPr lang="zh-CN" altLang="en-US" b="1" dirty="0">
                  <a:solidFill>
                    <a:srgbClr val="435468"/>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en-US" altLang="zh-CN" b="1" dirty="0">
                <a:solidFill>
                  <a:srgbClr val="435468"/>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spcBef>
                  <a:spcPct val="0"/>
                </a:spcBef>
              </a:pPr>
              <a:r>
                <a:rPr lang="zh-CN" altLang="en-US" sz="1200" dirty="0">
                  <a:solidFill>
                    <a:srgbClr val="8D8F94"/>
                  </a:solidFill>
                  <a:latin typeface="微软雅黑" panose="020B0503020204020204" pitchFamily="34" charset="-122"/>
                  <a:ea typeface="微软雅黑" panose="020B0503020204020204" pitchFamily="34" charset="-122"/>
                  <a:cs typeface="Arial" panose="020B0604020202020204" pitchFamily="34" charset="0"/>
                </a:rPr>
                <a:t>点击添加文本内容点击添加文本内容点击添加文本内容点击添加文本内容</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91" name="矩形 90"/>
            <p:cNvSpPr/>
            <p:nvPr/>
          </p:nvSpPr>
          <p:spPr>
            <a:xfrm>
              <a:off x="1926017" y="3312075"/>
              <a:ext cx="2371388" cy="1338828"/>
            </a:xfrm>
            <a:prstGeom prst="rect">
              <a:avLst/>
            </a:prstGeom>
          </p:spPr>
          <p:txBody>
            <a:bodyPr wrap="square">
              <a:spAutoFit/>
            </a:bodyPr>
            <a:lstStyle/>
            <a:p>
              <a:pPr algn="ctr">
                <a:lnSpc>
                  <a:spcPct val="150000"/>
                </a:lnSpc>
                <a:spcBef>
                  <a:spcPct val="0"/>
                </a:spcBef>
              </a:pPr>
              <a:r>
                <a:rPr lang="zh-CN" altLang="en-US" b="1" dirty="0">
                  <a:solidFill>
                    <a:srgbClr val="3CC5DF"/>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en-US" altLang="zh-CN" b="1" dirty="0">
                <a:solidFill>
                  <a:srgbClr val="3CC5DF"/>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spcBef>
                  <a:spcPct val="0"/>
                </a:spcBef>
              </a:pPr>
              <a:r>
                <a:rPr lang="zh-CN" altLang="en-US" sz="1200" dirty="0">
                  <a:solidFill>
                    <a:srgbClr val="8D8F94"/>
                  </a:solidFill>
                  <a:latin typeface="微软雅黑" panose="020B0503020204020204" pitchFamily="34" charset="-122"/>
                  <a:ea typeface="微软雅黑" panose="020B0503020204020204" pitchFamily="34" charset="-122"/>
                  <a:cs typeface="Arial" panose="020B0604020202020204" pitchFamily="34" charset="0"/>
                </a:rPr>
                <a:t>点击添加文本内容点击添加文本内容点击添加文本内容点击添加文本内容</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92" name="矩形 91"/>
            <p:cNvSpPr/>
            <p:nvPr/>
          </p:nvSpPr>
          <p:spPr>
            <a:xfrm>
              <a:off x="2639616" y="1096029"/>
              <a:ext cx="2371388" cy="1338828"/>
            </a:xfrm>
            <a:prstGeom prst="rect">
              <a:avLst/>
            </a:prstGeom>
          </p:spPr>
          <p:txBody>
            <a:bodyPr wrap="square">
              <a:spAutoFit/>
            </a:bodyPr>
            <a:lstStyle/>
            <a:p>
              <a:pPr algn="ctr">
                <a:lnSpc>
                  <a:spcPct val="150000"/>
                </a:lnSpc>
                <a:spcBef>
                  <a:spcPct val="0"/>
                </a:spcBef>
              </a:pPr>
              <a:r>
                <a:rPr lang="zh-CN" altLang="en-US" b="1" dirty="0">
                  <a:solidFill>
                    <a:srgbClr val="E1C000"/>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en-US" altLang="zh-CN" b="1" dirty="0">
                <a:solidFill>
                  <a:srgbClr val="E1C000"/>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spcBef>
                  <a:spcPct val="0"/>
                </a:spcBef>
              </a:pPr>
              <a:r>
                <a:rPr lang="zh-CN" altLang="en-US" sz="1200" dirty="0">
                  <a:solidFill>
                    <a:srgbClr val="8D8F94"/>
                  </a:solidFill>
                  <a:latin typeface="微软雅黑" panose="020B0503020204020204" pitchFamily="34" charset="-122"/>
                  <a:ea typeface="微软雅黑" panose="020B0503020204020204" pitchFamily="34" charset="-122"/>
                  <a:cs typeface="Arial" panose="020B0604020202020204" pitchFamily="34" charset="0"/>
                </a:rPr>
                <a:t>点击添加文本内容点击添加文本内容点击添加文本内容点击添加文本内容</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93" name="矩形 92"/>
            <p:cNvSpPr/>
            <p:nvPr/>
          </p:nvSpPr>
          <p:spPr>
            <a:xfrm>
              <a:off x="4766290" y="5277382"/>
              <a:ext cx="2371388" cy="1338828"/>
            </a:xfrm>
            <a:prstGeom prst="rect">
              <a:avLst/>
            </a:prstGeom>
          </p:spPr>
          <p:txBody>
            <a:bodyPr wrap="square">
              <a:spAutoFit/>
            </a:bodyPr>
            <a:lstStyle/>
            <a:p>
              <a:pPr algn="ctr">
                <a:lnSpc>
                  <a:spcPct val="150000"/>
                </a:lnSpc>
                <a:spcBef>
                  <a:spcPct val="0"/>
                </a:spcBef>
              </a:pPr>
              <a:r>
                <a:rPr lang="zh-CN" altLang="en-US" b="1" dirty="0">
                  <a:solidFill>
                    <a:srgbClr val="F44871"/>
                  </a:solidFill>
                  <a:latin typeface="微软雅黑" panose="020B0503020204020204" pitchFamily="34" charset="-122"/>
                  <a:ea typeface="微软雅黑" panose="020B0503020204020204" pitchFamily="34" charset="-122"/>
                  <a:cs typeface="Arial" panose="020B0604020202020204" pitchFamily="34" charset="0"/>
                </a:rPr>
                <a:t>点击添加标题</a:t>
              </a:r>
              <a:endParaRPr lang="en-US" altLang="zh-CN" b="1" dirty="0">
                <a:solidFill>
                  <a:srgbClr val="F44871"/>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spcBef>
                  <a:spcPct val="0"/>
                </a:spcBef>
              </a:pPr>
              <a:r>
                <a:rPr lang="zh-CN" altLang="en-US" sz="1200" dirty="0">
                  <a:solidFill>
                    <a:srgbClr val="8D8F94"/>
                  </a:solidFill>
                  <a:latin typeface="微软雅黑" panose="020B0503020204020204" pitchFamily="34" charset="-122"/>
                  <a:ea typeface="微软雅黑" panose="020B0503020204020204" pitchFamily="34" charset="-122"/>
                  <a:cs typeface="Arial" panose="020B0604020202020204" pitchFamily="34" charset="0"/>
                </a:rPr>
                <a:t>点击添加文本内容点击添加文本内容点击添加文本内容点击添加文本内容</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sp>
        <p:nvSpPr>
          <p:cNvPr id="111" name="Freeform 5"/>
          <p:cNvSpPr>
            <a:spLocks noEditPoints="1"/>
          </p:cNvSpPr>
          <p:nvPr/>
        </p:nvSpPr>
        <p:spPr bwMode="auto">
          <a:xfrm>
            <a:off x="6068901" y="2032095"/>
            <a:ext cx="652441" cy="656181"/>
          </a:xfrm>
          <a:custGeom>
            <a:avLst/>
            <a:gdLst>
              <a:gd name="T0" fmla="*/ 0 w 207"/>
              <a:gd name="T1" fmla="*/ 87 h 208"/>
              <a:gd name="T2" fmla="*/ 0 w 207"/>
              <a:gd name="T3" fmla="*/ 78 h 208"/>
              <a:gd name="T4" fmla="*/ 0 w 207"/>
              <a:gd name="T5" fmla="*/ 77 h 208"/>
              <a:gd name="T6" fmla="*/ 1 w 207"/>
              <a:gd name="T7" fmla="*/ 65 h 208"/>
              <a:gd name="T8" fmla="*/ 16 w 207"/>
              <a:gd name="T9" fmla="*/ 33 h 208"/>
              <a:gd name="T10" fmla="*/ 46 w 207"/>
              <a:gd name="T11" fmla="*/ 8 h 208"/>
              <a:gd name="T12" fmla="*/ 74 w 207"/>
              <a:gd name="T13" fmla="*/ 1 h 208"/>
              <a:gd name="T14" fmla="*/ 77 w 207"/>
              <a:gd name="T15" fmla="*/ 0 h 208"/>
              <a:gd name="T16" fmla="*/ 86 w 207"/>
              <a:gd name="T17" fmla="*/ 0 h 208"/>
              <a:gd name="T18" fmla="*/ 92 w 207"/>
              <a:gd name="T19" fmla="*/ 1 h 208"/>
              <a:gd name="T20" fmla="*/ 114 w 207"/>
              <a:gd name="T21" fmla="*/ 7 h 208"/>
              <a:gd name="T22" fmla="*/ 150 w 207"/>
              <a:gd name="T23" fmla="*/ 36 h 208"/>
              <a:gd name="T24" fmla="*/ 163 w 207"/>
              <a:gd name="T25" fmla="*/ 75 h 208"/>
              <a:gd name="T26" fmla="*/ 163 w 207"/>
              <a:gd name="T27" fmla="*/ 94 h 208"/>
              <a:gd name="T28" fmla="*/ 152 w 207"/>
              <a:gd name="T29" fmla="*/ 125 h 208"/>
              <a:gd name="T30" fmla="*/ 151 w 207"/>
              <a:gd name="T31" fmla="*/ 127 h 208"/>
              <a:gd name="T32" fmla="*/ 153 w 207"/>
              <a:gd name="T33" fmla="*/ 129 h 208"/>
              <a:gd name="T34" fmla="*/ 202 w 207"/>
              <a:gd name="T35" fmla="*/ 178 h 208"/>
              <a:gd name="T36" fmla="*/ 206 w 207"/>
              <a:gd name="T37" fmla="*/ 185 h 208"/>
              <a:gd name="T38" fmla="*/ 207 w 207"/>
              <a:gd name="T39" fmla="*/ 188 h 208"/>
              <a:gd name="T40" fmla="*/ 207 w 207"/>
              <a:gd name="T41" fmla="*/ 192 h 208"/>
              <a:gd name="T42" fmla="*/ 207 w 207"/>
              <a:gd name="T43" fmla="*/ 193 h 208"/>
              <a:gd name="T44" fmla="*/ 197 w 207"/>
              <a:gd name="T45" fmla="*/ 206 h 208"/>
              <a:gd name="T46" fmla="*/ 192 w 207"/>
              <a:gd name="T47" fmla="*/ 208 h 208"/>
              <a:gd name="T48" fmla="*/ 188 w 207"/>
              <a:gd name="T49" fmla="*/ 208 h 208"/>
              <a:gd name="T50" fmla="*/ 187 w 207"/>
              <a:gd name="T51" fmla="*/ 207 h 208"/>
              <a:gd name="T52" fmla="*/ 176 w 207"/>
              <a:gd name="T53" fmla="*/ 201 h 208"/>
              <a:gd name="T54" fmla="*/ 144 w 207"/>
              <a:gd name="T55" fmla="*/ 169 h 208"/>
              <a:gd name="T56" fmla="*/ 126 w 207"/>
              <a:gd name="T57" fmla="*/ 151 h 208"/>
              <a:gd name="T58" fmla="*/ 123 w 207"/>
              <a:gd name="T59" fmla="*/ 153 h 208"/>
              <a:gd name="T60" fmla="*/ 88 w 207"/>
              <a:gd name="T61" fmla="*/ 164 h 208"/>
              <a:gd name="T62" fmla="*/ 67 w 207"/>
              <a:gd name="T63" fmla="*/ 163 h 208"/>
              <a:gd name="T64" fmla="*/ 39 w 207"/>
              <a:gd name="T65" fmla="*/ 152 h 208"/>
              <a:gd name="T66" fmla="*/ 10 w 207"/>
              <a:gd name="T67" fmla="*/ 122 h 208"/>
              <a:gd name="T68" fmla="*/ 0 w 207"/>
              <a:gd name="T69" fmla="*/ 90 h 208"/>
              <a:gd name="T70" fmla="*/ 0 w 207"/>
              <a:gd name="T71" fmla="*/ 87 h 208"/>
              <a:gd name="T72" fmla="*/ 138 w 207"/>
              <a:gd name="T73" fmla="*/ 82 h 208"/>
              <a:gd name="T74" fmla="*/ 82 w 207"/>
              <a:gd name="T75" fmla="*/ 26 h 208"/>
              <a:gd name="T76" fmla="*/ 26 w 207"/>
              <a:gd name="T77" fmla="*/ 82 h 208"/>
              <a:gd name="T78" fmla="*/ 82 w 207"/>
              <a:gd name="T79" fmla="*/ 138 h 208"/>
              <a:gd name="T80" fmla="*/ 138 w 207"/>
              <a:gd name="T81" fmla="*/ 82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7" h="208">
                <a:moveTo>
                  <a:pt x="0" y="87"/>
                </a:moveTo>
                <a:cubicBezTo>
                  <a:pt x="0" y="84"/>
                  <a:pt x="0" y="81"/>
                  <a:pt x="0" y="78"/>
                </a:cubicBezTo>
                <a:cubicBezTo>
                  <a:pt x="0" y="77"/>
                  <a:pt x="0" y="77"/>
                  <a:pt x="0" y="77"/>
                </a:cubicBezTo>
                <a:cubicBezTo>
                  <a:pt x="0" y="73"/>
                  <a:pt x="1" y="69"/>
                  <a:pt x="1" y="65"/>
                </a:cubicBezTo>
                <a:cubicBezTo>
                  <a:pt x="4" y="53"/>
                  <a:pt x="9" y="42"/>
                  <a:pt x="16" y="33"/>
                </a:cubicBezTo>
                <a:cubicBezTo>
                  <a:pt x="24" y="22"/>
                  <a:pt x="34" y="14"/>
                  <a:pt x="46" y="8"/>
                </a:cubicBezTo>
                <a:cubicBezTo>
                  <a:pt x="55" y="4"/>
                  <a:pt x="64" y="1"/>
                  <a:pt x="74" y="1"/>
                </a:cubicBezTo>
                <a:cubicBezTo>
                  <a:pt x="75" y="0"/>
                  <a:pt x="76" y="0"/>
                  <a:pt x="77" y="0"/>
                </a:cubicBezTo>
                <a:cubicBezTo>
                  <a:pt x="80" y="0"/>
                  <a:pt x="83" y="0"/>
                  <a:pt x="86" y="0"/>
                </a:cubicBezTo>
                <a:cubicBezTo>
                  <a:pt x="88" y="0"/>
                  <a:pt x="90" y="1"/>
                  <a:pt x="92" y="1"/>
                </a:cubicBezTo>
                <a:cubicBezTo>
                  <a:pt x="99" y="2"/>
                  <a:pt x="107" y="4"/>
                  <a:pt x="114" y="7"/>
                </a:cubicBezTo>
                <a:cubicBezTo>
                  <a:pt x="129" y="13"/>
                  <a:pt x="141" y="23"/>
                  <a:pt x="150" y="36"/>
                </a:cubicBezTo>
                <a:cubicBezTo>
                  <a:pt x="158" y="48"/>
                  <a:pt x="162" y="61"/>
                  <a:pt x="163" y="75"/>
                </a:cubicBezTo>
                <a:cubicBezTo>
                  <a:pt x="164" y="82"/>
                  <a:pt x="164" y="88"/>
                  <a:pt x="163" y="94"/>
                </a:cubicBezTo>
                <a:cubicBezTo>
                  <a:pt x="161" y="105"/>
                  <a:pt x="158" y="115"/>
                  <a:pt x="152" y="125"/>
                </a:cubicBezTo>
                <a:cubicBezTo>
                  <a:pt x="151" y="125"/>
                  <a:pt x="151" y="126"/>
                  <a:pt x="151" y="127"/>
                </a:cubicBezTo>
                <a:cubicBezTo>
                  <a:pt x="151" y="128"/>
                  <a:pt x="152" y="128"/>
                  <a:pt x="153" y="129"/>
                </a:cubicBezTo>
                <a:cubicBezTo>
                  <a:pt x="169" y="145"/>
                  <a:pt x="185" y="161"/>
                  <a:pt x="202" y="178"/>
                </a:cubicBezTo>
                <a:cubicBezTo>
                  <a:pt x="204" y="180"/>
                  <a:pt x="205" y="182"/>
                  <a:pt x="206" y="185"/>
                </a:cubicBezTo>
                <a:cubicBezTo>
                  <a:pt x="207" y="186"/>
                  <a:pt x="207" y="187"/>
                  <a:pt x="207" y="188"/>
                </a:cubicBezTo>
                <a:cubicBezTo>
                  <a:pt x="207" y="190"/>
                  <a:pt x="207" y="191"/>
                  <a:pt x="207" y="192"/>
                </a:cubicBezTo>
                <a:cubicBezTo>
                  <a:pt x="207" y="193"/>
                  <a:pt x="207" y="193"/>
                  <a:pt x="207" y="193"/>
                </a:cubicBezTo>
                <a:cubicBezTo>
                  <a:pt x="206" y="199"/>
                  <a:pt x="203" y="203"/>
                  <a:pt x="197" y="206"/>
                </a:cubicBezTo>
                <a:cubicBezTo>
                  <a:pt x="195" y="207"/>
                  <a:pt x="194" y="207"/>
                  <a:pt x="192" y="208"/>
                </a:cubicBezTo>
                <a:cubicBezTo>
                  <a:pt x="190" y="208"/>
                  <a:pt x="189" y="208"/>
                  <a:pt x="188" y="208"/>
                </a:cubicBezTo>
                <a:cubicBezTo>
                  <a:pt x="188" y="208"/>
                  <a:pt x="188" y="207"/>
                  <a:pt x="187" y="207"/>
                </a:cubicBezTo>
                <a:cubicBezTo>
                  <a:pt x="183" y="207"/>
                  <a:pt x="179" y="205"/>
                  <a:pt x="176" y="201"/>
                </a:cubicBezTo>
                <a:cubicBezTo>
                  <a:pt x="165" y="190"/>
                  <a:pt x="155" y="180"/>
                  <a:pt x="144" y="169"/>
                </a:cubicBezTo>
                <a:cubicBezTo>
                  <a:pt x="138" y="163"/>
                  <a:pt x="132" y="157"/>
                  <a:pt x="126" y="151"/>
                </a:cubicBezTo>
                <a:cubicBezTo>
                  <a:pt x="125" y="152"/>
                  <a:pt x="124" y="152"/>
                  <a:pt x="123" y="153"/>
                </a:cubicBezTo>
                <a:cubicBezTo>
                  <a:pt x="112" y="160"/>
                  <a:pt x="100" y="163"/>
                  <a:pt x="88" y="164"/>
                </a:cubicBezTo>
                <a:cubicBezTo>
                  <a:pt x="81" y="165"/>
                  <a:pt x="74" y="164"/>
                  <a:pt x="67" y="163"/>
                </a:cubicBezTo>
                <a:cubicBezTo>
                  <a:pt x="57" y="161"/>
                  <a:pt x="48" y="158"/>
                  <a:pt x="39" y="152"/>
                </a:cubicBezTo>
                <a:cubicBezTo>
                  <a:pt x="27" y="145"/>
                  <a:pt x="17" y="135"/>
                  <a:pt x="10" y="122"/>
                </a:cubicBezTo>
                <a:cubicBezTo>
                  <a:pt x="4" y="112"/>
                  <a:pt x="1" y="102"/>
                  <a:pt x="0" y="90"/>
                </a:cubicBezTo>
                <a:cubicBezTo>
                  <a:pt x="0" y="89"/>
                  <a:pt x="0" y="88"/>
                  <a:pt x="0" y="87"/>
                </a:cubicBezTo>
                <a:close/>
                <a:moveTo>
                  <a:pt x="138" y="82"/>
                </a:moveTo>
                <a:cubicBezTo>
                  <a:pt x="138" y="51"/>
                  <a:pt x="113" y="26"/>
                  <a:pt x="82" y="26"/>
                </a:cubicBezTo>
                <a:cubicBezTo>
                  <a:pt x="51" y="26"/>
                  <a:pt x="26" y="51"/>
                  <a:pt x="26" y="82"/>
                </a:cubicBezTo>
                <a:cubicBezTo>
                  <a:pt x="26" y="114"/>
                  <a:pt x="51" y="138"/>
                  <a:pt x="82" y="138"/>
                </a:cubicBezTo>
                <a:cubicBezTo>
                  <a:pt x="113" y="138"/>
                  <a:pt x="138" y="113"/>
                  <a:pt x="138" y="8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12" name="Group 63"/>
          <p:cNvGrpSpPr>
            <a:grpSpLocks noChangeAspect="1"/>
          </p:cNvGrpSpPr>
          <p:nvPr/>
        </p:nvGrpSpPr>
        <p:grpSpPr bwMode="auto">
          <a:xfrm>
            <a:off x="4669272" y="2573979"/>
            <a:ext cx="626571" cy="567631"/>
            <a:chOff x="1401" y="2045"/>
            <a:chExt cx="489" cy="443"/>
          </a:xfrm>
          <a:solidFill>
            <a:srgbClr val="FFFFFF"/>
          </a:solidFill>
        </p:grpSpPr>
        <p:sp>
          <p:nvSpPr>
            <p:cNvPr id="113" name="Freeform 66"/>
            <p:cNvSpPr>
              <a:spLocks/>
            </p:cNvSpPr>
            <p:nvPr/>
          </p:nvSpPr>
          <p:spPr bwMode="auto">
            <a:xfrm>
              <a:off x="1401" y="2045"/>
              <a:ext cx="489" cy="266"/>
            </a:xfrm>
            <a:custGeom>
              <a:avLst/>
              <a:gdLst>
                <a:gd name="T0" fmla="*/ 0 w 204"/>
                <a:gd name="T1" fmla="*/ 79 h 111"/>
                <a:gd name="T2" fmla="*/ 12 w 204"/>
                <a:gd name="T3" fmla="*/ 70 h 111"/>
                <a:gd name="T4" fmla="*/ 101 w 204"/>
                <a:gd name="T5" fmla="*/ 1 h 111"/>
                <a:gd name="T6" fmla="*/ 103 w 204"/>
                <a:gd name="T7" fmla="*/ 1 h 111"/>
                <a:gd name="T8" fmla="*/ 203 w 204"/>
                <a:gd name="T9" fmla="*/ 79 h 111"/>
                <a:gd name="T10" fmla="*/ 204 w 204"/>
                <a:gd name="T11" fmla="*/ 79 h 111"/>
                <a:gd name="T12" fmla="*/ 204 w 204"/>
                <a:gd name="T13" fmla="*/ 111 h 111"/>
                <a:gd name="T14" fmla="*/ 203 w 204"/>
                <a:gd name="T15" fmla="*/ 111 h 111"/>
                <a:gd name="T16" fmla="*/ 103 w 204"/>
                <a:gd name="T17" fmla="*/ 33 h 111"/>
                <a:gd name="T18" fmla="*/ 101 w 204"/>
                <a:gd name="T19" fmla="*/ 33 h 111"/>
                <a:gd name="T20" fmla="*/ 1 w 204"/>
                <a:gd name="T21" fmla="*/ 111 h 111"/>
                <a:gd name="T22" fmla="*/ 0 w 204"/>
                <a:gd name="T23" fmla="*/ 111 h 111"/>
                <a:gd name="T24" fmla="*/ 0 w 204"/>
                <a:gd name="T25" fmla="*/ 7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4" h="111">
                  <a:moveTo>
                    <a:pt x="0" y="79"/>
                  </a:moveTo>
                  <a:cubicBezTo>
                    <a:pt x="4" y="76"/>
                    <a:pt x="8" y="73"/>
                    <a:pt x="12" y="70"/>
                  </a:cubicBezTo>
                  <a:cubicBezTo>
                    <a:pt x="42" y="47"/>
                    <a:pt x="72" y="24"/>
                    <a:pt x="101" y="1"/>
                  </a:cubicBezTo>
                  <a:cubicBezTo>
                    <a:pt x="102" y="0"/>
                    <a:pt x="102" y="0"/>
                    <a:pt x="103" y="1"/>
                  </a:cubicBezTo>
                  <a:cubicBezTo>
                    <a:pt x="136" y="27"/>
                    <a:pt x="170" y="53"/>
                    <a:pt x="203" y="79"/>
                  </a:cubicBezTo>
                  <a:cubicBezTo>
                    <a:pt x="204" y="79"/>
                    <a:pt x="204" y="79"/>
                    <a:pt x="204" y="79"/>
                  </a:cubicBezTo>
                  <a:cubicBezTo>
                    <a:pt x="204" y="90"/>
                    <a:pt x="204" y="101"/>
                    <a:pt x="204" y="111"/>
                  </a:cubicBezTo>
                  <a:cubicBezTo>
                    <a:pt x="204" y="111"/>
                    <a:pt x="204" y="111"/>
                    <a:pt x="203" y="111"/>
                  </a:cubicBezTo>
                  <a:cubicBezTo>
                    <a:pt x="170" y="85"/>
                    <a:pt x="136" y="59"/>
                    <a:pt x="103" y="33"/>
                  </a:cubicBezTo>
                  <a:cubicBezTo>
                    <a:pt x="102" y="33"/>
                    <a:pt x="102" y="33"/>
                    <a:pt x="101" y="33"/>
                  </a:cubicBezTo>
                  <a:cubicBezTo>
                    <a:pt x="68" y="59"/>
                    <a:pt x="35" y="85"/>
                    <a:pt x="1" y="111"/>
                  </a:cubicBezTo>
                  <a:cubicBezTo>
                    <a:pt x="1" y="111"/>
                    <a:pt x="1" y="111"/>
                    <a:pt x="0" y="111"/>
                  </a:cubicBezTo>
                  <a:cubicBezTo>
                    <a:pt x="0" y="101"/>
                    <a:pt x="0" y="90"/>
                    <a:pt x="0"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67"/>
            <p:cNvSpPr>
              <a:spLocks/>
            </p:cNvSpPr>
            <p:nvPr/>
          </p:nvSpPr>
          <p:spPr bwMode="auto">
            <a:xfrm>
              <a:off x="1464" y="2167"/>
              <a:ext cx="366" cy="321"/>
            </a:xfrm>
            <a:custGeom>
              <a:avLst/>
              <a:gdLst>
                <a:gd name="T0" fmla="*/ 153 w 153"/>
                <a:gd name="T1" fmla="*/ 134 h 134"/>
                <a:gd name="T2" fmla="*/ 102 w 153"/>
                <a:gd name="T3" fmla="*/ 134 h 134"/>
                <a:gd name="T4" fmla="*/ 102 w 153"/>
                <a:gd name="T5" fmla="*/ 83 h 134"/>
                <a:gd name="T6" fmla="*/ 51 w 153"/>
                <a:gd name="T7" fmla="*/ 83 h 134"/>
                <a:gd name="T8" fmla="*/ 51 w 153"/>
                <a:gd name="T9" fmla="*/ 134 h 134"/>
                <a:gd name="T10" fmla="*/ 0 w 153"/>
                <a:gd name="T11" fmla="*/ 134 h 134"/>
                <a:gd name="T12" fmla="*/ 0 w 153"/>
                <a:gd name="T13" fmla="*/ 133 h 134"/>
                <a:gd name="T14" fmla="*/ 0 w 153"/>
                <a:gd name="T15" fmla="*/ 59 h 134"/>
                <a:gd name="T16" fmla="*/ 1 w 153"/>
                <a:gd name="T17" fmla="*/ 57 h 134"/>
                <a:gd name="T18" fmla="*/ 75 w 153"/>
                <a:gd name="T19" fmla="*/ 1 h 134"/>
                <a:gd name="T20" fmla="*/ 77 w 153"/>
                <a:gd name="T21" fmla="*/ 1 h 134"/>
                <a:gd name="T22" fmla="*/ 152 w 153"/>
                <a:gd name="T23" fmla="*/ 57 h 134"/>
                <a:gd name="T24" fmla="*/ 153 w 153"/>
                <a:gd name="T25" fmla="*/ 58 h 134"/>
                <a:gd name="T26" fmla="*/ 153 w 153"/>
                <a:gd name="T27" fmla="*/ 133 h 134"/>
                <a:gd name="T28" fmla="*/ 153 w 153"/>
                <a:gd name="T29"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3" h="134">
                  <a:moveTo>
                    <a:pt x="153" y="134"/>
                  </a:moveTo>
                  <a:cubicBezTo>
                    <a:pt x="136" y="134"/>
                    <a:pt x="119" y="134"/>
                    <a:pt x="102" y="134"/>
                  </a:cubicBezTo>
                  <a:cubicBezTo>
                    <a:pt x="102" y="117"/>
                    <a:pt x="102" y="100"/>
                    <a:pt x="102" y="83"/>
                  </a:cubicBezTo>
                  <a:cubicBezTo>
                    <a:pt x="85" y="83"/>
                    <a:pt x="68" y="83"/>
                    <a:pt x="51" y="83"/>
                  </a:cubicBezTo>
                  <a:cubicBezTo>
                    <a:pt x="51" y="100"/>
                    <a:pt x="51" y="117"/>
                    <a:pt x="51" y="134"/>
                  </a:cubicBezTo>
                  <a:cubicBezTo>
                    <a:pt x="34" y="134"/>
                    <a:pt x="17" y="134"/>
                    <a:pt x="0" y="134"/>
                  </a:cubicBezTo>
                  <a:cubicBezTo>
                    <a:pt x="0" y="134"/>
                    <a:pt x="0" y="133"/>
                    <a:pt x="0" y="133"/>
                  </a:cubicBezTo>
                  <a:cubicBezTo>
                    <a:pt x="0" y="108"/>
                    <a:pt x="0" y="83"/>
                    <a:pt x="0" y="59"/>
                  </a:cubicBezTo>
                  <a:cubicBezTo>
                    <a:pt x="0" y="58"/>
                    <a:pt x="0" y="57"/>
                    <a:pt x="1" y="57"/>
                  </a:cubicBezTo>
                  <a:cubicBezTo>
                    <a:pt x="26" y="38"/>
                    <a:pt x="50" y="20"/>
                    <a:pt x="75" y="1"/>
                  </a:cubicBezTo>
                  <a:cubicBezTo>
                    <a:pt x="76" y="0"/>
                    <a:pt x="76" y="0"/>
                    <a:pt x="77" y="1"/>
                  </a:cubicBezTo>
                  <a:cubicBezTo>
                    <a:pt x="102" y="20"/>
                    <a:pt x="127" y="38"/>
                    <a:pt x="152" y="57"/>
                  </a:cubicBezTo>
                  <a:cubicBezTo>
                    <a:pt x="152" y="57"/>
                    <a:pt x="153" y="58"/>
                    <a:pt x="153" y="58"/>
                  </a:cubicBezTo>
                  <a:cubicBezTo>
                    <a:pt x="153" y="83"/>
                    <a:pt x="153" y="108"/>
                    <a:pt x="153" y="133"/>
                  </a:cubicBezTo>
                  <a:cubicBezTo>
                    <a:pt x="153" y="133"/>
                    <a:pt x="153" y="134"/>
                    <a:pt x="153" y="1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15" name="Freeform 6"/>
          <p:cNvSpPr>
            <a:spLocks noEditPoints="1"/>
          </p:cNvSpPr>
          <p:nvPr/>
        </p:nvSpPr>
        <p:spPr bwMode="auto">
          <a:xfrm>
            <a:off x="6907538" y="3258015"/>
            <a:ext cx="641939" cy="603033"/>
          </a:xfrm>
          <a:custGeom>
            <a:avLst/>
            <a:gdLst>
              <a:gd name="T0" fmla="*/ 222 w 332"/>
              <a:gd name="T1" fmla="*/ 312 h 312"/>
              <a:gd name="T2" fmla="*/ 205 w 332"/>
              <a:gd name="T3" fmla="*/ 304 h 312"/>
              <a:gd name="T4" fmla="*/ 158 w 332"/>
              <a:gd name="T5" fmla="*/ 287 h 312"/>
              <a:gd name="T6" fmla="*/ 126 w 332"/>
              <a:gd name="T7" fmla="*/ 304 h 312"/>
              <a:gd name="T8" fmla="*/ 106 w 332"/>
              <a:gd name="T9" fmla="*/ 311 h 312"/>
              <a:gd name="T10" fmla="*/ 99 w 332"/>
              <a:gd name="T11" fmla="*/ 309 h 312"/>
              <a:gd name="T12" fmla="*/ 66 w 332"/>
              <a:gd name="T13" fmla="*/ 289 h 312"/>
              <a:gd name="T14" fmla="*/ 57 w 332"/>
              <a:gd name="T15" fmla="*/ 265 h 312"/>
              <a:gd name="T16" fmla="*/ 60 w 332"/>
              <a:gd name="T17" fmla="*/ 247 h 312"/>
              <a:gd name="T18" fmla="*/ 49 w 332"/>
              <a:gd name="T19" fmla="*/ 216 h 312"/>
              <a:gd name="T20" fmla="*/ 23 w 332"/>
              <a:gd name="T21" fmla="*/ 197 h 312"/>
              <a:gd name="T22" fmla="*/ 18 w 332"/>
              <a:gd name="T23" fmla="*/ 196 h 312"/>
              <a:gd name="T24" fmla="*/ 1 w 332"/>
              <a:gd name="T25" fmla="*/ 176 h 312"/>
              <a:gd name="T26" fmla="*/ 1 w 332"/>
              <a:gd name="T27" fmla="*/ 137 h 312"/>
              <a:gd name="T28" fmla="*/ 18 w 332"/>
              <a:gd name="T29" fmla="*/ 117 h 312"/>
              <a:gd name="T30" fmla="*/ 60 w 332"/>
              <a:gd name="T31" fmla="*/ 73 h 312"/>
              <a:gd name="T32" fmla="*/ 58 w 332"/>
              <a:gd name="T33" fmla="*/ 49 h 312"/>
              <a:gd name="T34" fmla="*/ 61 w 332"/>
              <a:gd name="T35" fmla="*/ 28 h 312"/>
              <a:gd name="T36" fmla="*/ 67 w 332"/>
              <a:gd name="T37" fmla="*/ 23 h 312"/>
              <a:gd name="T38" fmla="*/ 101 w 332"/>
              <a:gd name="T39" fmla="*/ 3 h 312"/>
              <a:gd name="T40" fmla="*/ 126 w 332"/>
              <a:gd name="T41" fmla="*/ 8 h 312"/>
              <a:gd name="T42" fmla="*/ 144 w 332"/>
              <a:gd name="T43" fmla="*/ 22 h 312"/>
              <a:gd name="T44" fmla="*/ 174 w 332"/>
              <a:gd name="T45" fmla="*/ 26 h 312"/>
              <a:gd name="T46" fmla="*/ 202 w 332"/>
              <a:gd name="T47" fmla="*/ 12 h 312"/>
              <a:gd name="T48" fmla="*/ 207 w 332"/>
              <a:gd name="T49" fmla="*/ 7 h 312"/>
              <a:gd name="T50" fmla="*/ 230 w 332"/>
              <a:gd name="T51" fmla="*/ 3 h 312"/>
              <a:gd name="T52" fmla="*/ 266 w 332"/>
              <a:gd name="T53" fmla="*/ 24 h 312"/>
              <a:gd name="T54" fmla="*/ 274 w 332"/>
              <a:gd name="T55" fmla="*/ 47 h 312"/>
              <a:gd name="T56" fmla="*/ 274 w 332"/>
              <a:gd name="T57" fmla="*/ 81 h 312"/>
              <a:gd name="T58" fmla="*/ 297 w 332"/>
              <a:gd name="T59" fmla="*/ 110 h 312"/>
              <a:gd name="T60" fmla="*/ 314 w 332"/>
              <a:gd name="T61" fmla="*/ 117 h 312"/>
              <a:gd name="T62" fmla="*/ 331 w 332"/>
              <a:gd name="T63" fmla="*/ 136 h 312"/>
              <a:gd name="T64" fmla="*/ 331 w 332"/>
              <a:gd name="T65" fmla="*/ 178 h 312"/>
              <a:gd name="T66" fmla="*/ 322 w 332"/>
              <a:gd name="T67" fmla="*/ 192 h 312"/>
              <a:gd name="T68" fmla="*/ 312 w 332"/>
              <a:gd name="T69" fmla="*/ 196 h 312"/>
              <a:gd name="T70" fmla="*/ 278 w 332"/>
              <a:gd name="T71" fmla="*/ 223 h 312"/>
              <a:gd name="T72" fmla="*/ 274 w 332"/>
              <a:gd name="T73" fmla="*/ 265 h 312"/>
              <a:gd name="T74" fmla="*/ 266 w 332"/>
              <a:gd name="T75" fmla="*/ 290 h 312"/>
              <a:gd name="T76" fmla="*/ 229 w 332"/>
              <a:gd name="T77" fmla="*/ 310 h 312"/>
              <a:gd name="T78" fmla="*/ 222 w 332"/>
              <a:gd name="T79" fmla="*/ 312 h 312"/>
              <a:gd name="T80" fmla="*/ 166 w 332"/>
              <a:gd name="T81" fmla="*/ 223 h 312"/>
              <a:gd name="T82" fmla="*/ 232 w 332"/>
              <a:gd name="T83" fmla="*/ 157 h 312"/>
              <a:gd name="T84" fmla="*/ 166 w 332"/>
              <a:gd name="T85" fmla="*/ 90 h 312"/>
              <a:gd name="T86" fmla="*/ 100 w 332"/>
              <a:gd name="T87" fmla="*/ 156 h 312"/>
              <a:gd name="T88" fmla="*/ 166 w 332"/>
              <a:gd name="T89" fmla="*/ 223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32" h="312">
                <a:moveTo>
                  <a:pt x="222" y="312"/>
                </a:moveTo>
                <a:cubicBezTo>
                  <a:pt x="215" y="311"/>
                  <a:pt x="210" y="309"/>
                  <a:pt x="205" y="304"/>
                </a:cubicBezTo>
                <a:cubicBezTo>
                  <a:pt x="192" y="290"/>
                  <a:pt x="176" y="285"/>
                  <a:pt x="158" y="287"/>
                </a:cubicBezTo>
                <a:cubicBezTo>
                  <a:pt x="145" y="289"/>
                  <a:pt x="135" y="295"/>
                  <a:pt x="126" y="304"/>
                </a:cubicBezTo>
                <a:cubicBezTo>
                  <a:pt x="121" y="310"/>
                  <a:pt x="114" y="312"/>
                  <a:pt x="106" y="311"/>
                </a:cubicBezTo>
                <a:cubicBezTo>
                  <a:pt x="104" y="311"/>
                  <a:pt x="101" y="310"/>
                  <a:pt x="99" y="309"/>
                </a:cubicBezTo>
                <a:cubicBezTo>
                  <a:pt x="87" y="303"/>
                  <a:pt x="76" y="297"/>
                  <a:pt x="66" y="289"/>
                </a:cubicBezTo>
                <a:cubicBezTo>
                  <a:pt x="58" y="284"/>
                  <a:pt x="55" y="274"/>
                  <a:pt x="57" y="265"/>
                </a:cubicBezTo>
                <a:cubicBezTo>
                  <a:pt x="59" y="259"/>
                  <a:pt x="60" y="253"/>
                  <a:pt x="60" y="247"/>
                </a:cubicBezTo>
                <a:cubicBezTo>
                  <a:pt x="60" y="236"/>
                  <a:pt x="56" y="225"/>
                  <a:pt x="49" y="216"/>
                </a:cubicBezTo>
                <a:cubicBezTo>
                  <a:pt x="43" y="207"/>
                  <a:pt x="34" y="201"/>
                  <a:pt x="23" y="197"/>
                </a:cubicBezTo>
                <a:cubicBezTo>
                  <a:pt x="21" y="197"/>
                  <a:pt x="19" y="196"/>
                  <a:pt x="18" y="196"/>
                </a:cubicBezTo>
                <a:cubicBezTo>
                  <a:pt x="8" y="194"/>
                  <a:pt x="1" y="186"/>
                  <a:pt x="1" y="176"/>
                </a:cubicBezTo>
                <a:cubicBezTo>
                  <a:pt x="0" y="163"/>
                  <a:pt x="0" y="150"/>
                  <a:pt x="1" y="137"/>
                </a:cubicBezTo>
                <a:cubicBezTo>
                  <a:pt x="1" y="127"/>
                  <a:pt x="8" y="119"/>
                  <a:pt x="18" y="117"/>
                </a:cubicBezTo>
                <a:cubicBezTo>
                  <a:pt x="40" y="112"/>
                  <a:pt x="56" y="95"/>
                  <a:pt x="60" y="73"/>
                </a:cubicBezTo>
                <a:cubicBezTo>
                  <a:pt x="61" y="65"/>
                  <a:pt x="61" y="57"/>
                  <a:pt x="58" y="49"/>
                </a:cubicBezTo>
                <a:cubicBezTo>
                  <a:pt x="55" y="42"/>
                  <a:pt x="56" y="35"/>
                  <a:pt x="61" y="28"/>
                </a:cubicBezTo>
                <a:cubicBezTo>
                  <a:pt x="63" y="26"/>
                  <a:pt x="65" y="24"/>
                  <a:pt x="67" y="23"/>
                </a:cubicBezTo>
                <a:cubicBezTo>
                  <a:pt x="78" y="15"/>
                  <a:pt x="89" y="9"/>
                  <a:pt x="101" y="3"/>
                </a:cubicBezTo>
                <a:cubicBezTo>
                  <a:pt x="109" y="0"/>
                  <a:pt x="120" y="2"/>
                  <a:pt x="126" y="8"/>
                </a:cubicBezTo>
                <a:cubicBezTo>
                  <a:pt x="131" y="14"/>
                  <a:pt x="137" y="19"/>
                  <a:pt x="144" y="22"/>
                </a:cubicBezTo>
                <a:cubicBezTo>
                  <a:pt x="153" y="26"/>
                  <a:pt x="163" y="27"/>
                  <a:pt x="174" y="26"/>
                </a:cubicBezTo>
                <a:cubicBezTo>
                  <a:pt x="184" y="24"/>
                  <a:pt x="194" y="20"/>
                  <a:pt x="202" y="12"/>
                </a:cubicBezTo>
                <a:cubicBezTo>
                  <a:pt x="204" y="11"/>
                  <a:pt x="205" y="9"/>
                  <a:pt x="207" y="7"/>
                </a:cubicBezTo>
                <a:cubicBezTo>
                  <a:pt x="214" y="1"/>
                  <a:pt x="222" y="0"/>
                  <a:pt x="230" y="3"/>
                </a:cubicBezTo>
                <a:cubicBezTo>
                  <a:pt x="243" y="9"/>
                  <a:pt x="255" y="16"/>
                  <a:pt x="266" y="24"/>
                </a:cubicBezTo>
                <a:cubicBezTo>
                  <a:pt x="274" y="29"/>
                  <a:pt x="277" y="39"/>
                  <a:pt x="274" y="47"/>
                </a:cubicBezTo>
                <a:cubicBezTo>
                  <a:pt x="270" y="59"/>
                  <a:pt x="270" y="70"/>
                  <a:pt x="274" y="81"/>
                </a:cubicBezTo>
                <a:cubicBezTo>
                  <a:pt x="278" y="93"/>
                  <a:pt x="286" y="103"/>
                  <a:pt x="297" y="110"/>
                </a:cubicBezTo>
                <a:cubicBezTo>
                  <a:pt x="302" y="114"/>
                  <a:pt x="308" y="116"/>
                  <a:pt x="314" y="117"/>
                </a:cubicBezTo>
                <a:cubicBezTo>
                  <a:pt x="323" y="119"/>
                  <a:pt x="330" y="127"/>
                  <a:pt x="331" y="136"/>
                </a:cubicBezTo>
                <a:cubicBezTo>
                  <a:pt x="332" y="150"/>
                  <a:pt x="332" y="164"/>
                  <a:pt x="331" y="178"/>
                </a:cubicBezTo>
                <a:cubicBezTo>
                  <a:pt x="330" y="184"/>
                  <a:pt x="327" y="189"/>
                  <a:pt x="322" y="192"/>
                </a:cubicBezTo>
                <a:cubicBezTo>
                  <a:pt x="319" y="195"/>
                  <a:pt x="316" y="196"/>
                  <a:pt x="312" y="196"/>
                </a:cubicBezTo>
                <a:cubicBezTo>
                  <a:pt x="297" y="200"/>
                  <a:pt x="285" y="209"/>
                  <a:pt x="278" y="223"/>
                </a:cubicBezTo>
                <a:cubicBezTo>
                  <a:pt x="271" y="236"/>
                  <a:pt x="269" y="250"/>
                  <a:pt x="274" y="265"/>
                </a:cubicBezTo>
                <a:cubicBezTo>
                  <a:pt x="277" y="274"/>
                  <a:pt x="273" y="284"/>
                  <a:pt x="266" y="290"/>
                </a:cubicBezTo>
                <a:cubicBezTo>
                  <a:pt x="254" y="297"/>
                  <a:pt x="242" y="305"/>
                  <a:pt x="229" y="310"/>
                </a:cubicBezTo>
                <a:cubicBezTo>
                  <a:pt x="227" y="311"/>
                  <a:pt x="224" y="311"/>
                  <a:pt x="222" y="312"/>
                </a:cubicBezTo>
                <a:close/>
                <a:moveTo>
                  <a:pt x="166" y="223"/>
                </a:moveTo>
                <a:cubicBezTo>
                  <a:pt x="202" y="223"/>
                  <a:pt x="232" y="193"/>
                  <a:pt x="232" y="157"/>
                </a:cubicBezTo>
                <a:cubicBezTo>
                  <a:pt x="232" y="120"/>
                  <a:pt x="202" y="90"/>
                  <a:pt x="166" y="90"/>
                </a:cubicBezTo>
                <a:cubicBezTo>
                  <a:pt x="129" y="90"/>
                  <a:pt x="100" y="120"/>
                  <a:pt x="100" y="156"/>
                </a:cubicBezTo>
                <a:cubicBezTo>
                  <a:pt x="100" y="193"/>
                  <a:pt x="129" y="223"/>
                  <a:pt x="166" y="223"/>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15"/>
          <p:cNvSpPr>
            <a:spLocks/>
          </p:cNvSpPr>
          <p:nvPr/>
        </p:nvSpPr>
        <p:spPr bwMode="auto">
          <a:xfrm>
            <a:off x="4688212" y="4029488"/>
            <a:ext cx="639101" cy="639101"/>
          </a:xfrm>
          <a:custGeom>
            <a:avLst/>
            <a:gdLst>
              <a:gd name="T0" fmla="*/ 89 w 214"/>
              <a:gd name="T1" fmla="*/ 145 h 214"/>
              <a:gd name="T2" fmla="*/ 1 w 214"/>
              <a:gd name="T3" fmla="*/ 213 h 214"/>
              <a:gd name="T4" fmla="*/ 1 w 214"/>
              <a:gd name="T5" fmla="*/ 213 h 214"/>
              <a:gd name="T6" fmla="*/ 68 w 214"/>
              <a:gd name="T7" fmla="*/ 127 h 214"/>
              <a:gd name="T8" fmla="*/ 63 w 214"/>
              <a:gd name="T9" fmla="*/ 126 h 214"/>
              <a:gd name="T10" fmla="*/ 34 w 214"/>
              <a:gd name="T11" fmla="*/ 127 h 214"/>
              <a:gd name="T12" fmla="*/ 1 w 214"/>
              <a:gd name="T13" fmla="*/ 133 h 214"/>
              <a:gd name="T14" fmla="*/ 0 w 214"/>
              <a:gd name="T15" fmla="*/ 133 h 214"/>
              <a:gd name="T16" fmla="*/ 6 w 214"/>
              <a:gd name="T17" fmla="*/ 126 h 214"/>
              <a:gd name="T18" fmla="*/ 40 w 214"/>
              <a:gd name="T19" fmla="*/ 81 h 214"/>
              <a:gd name="T20" fmla="*/ 42 w 214"/>
              <a:gd name="T21" fmla="*/ 80 h 214"/>
              <a:gd name="T22" fmla="*/ 79 w 214"/>
              <a:gd name="T23" fmla="*/ 80 h 214"/>
              <a:gd name="T24" fmla="*/ 81 w 214"/>
              <a:gd name="T25" fmla="*/ 79 h 214"/>
              <a:gd name="T26" fmla="*/ 145 w 214"/>
              <a:gd name="T27" fmla="*/ 15 h 214"/>
              <a:gd name="T28" fmla="*/ 150 w 214"/>
              <a:gd name="T29" fmla="*/ 13 h 214"/>
              <a:gd name="T30" fmla="*/ 213 w 214"/>
              <a:gd name="T31" fmla="*/ 0 h 214"/>
              <a:gd name="T32" fmla="*/ 214 w 214"/>
              <a:gd name="T33" fmla="*/ 0 h 214"/>
              <a:gd name="T34" fmla="*/ 213 w 214"/>
              <a:gd name="T35" fmla="*/ 6 h 214"/>
              <a:gd name="T36" fmla="*/ 204 w 214"/>
              <a:gd name="T37" fmla="*/ 53 h 214"/>
              <a:gd name="T38" fmla="*/ 201 w 214"/>
              <a:gd name="T39" fmla="*/ 66 h 214"/>
              <a:gd name="T40" fmla="*/ 200 w 214"/>
              <a:gd name="T41" fmla="*/ 68 h 214"/>
              <a:gd name="T42" fmla="*/ 139 w 214"/>
              <a:gd name="T43" fmla="*/ 128 h 214"/>
              <a:gd name="T44" fmla="*/ 135 w 214"/>
              <a:gd name="T45" fmla="*/ 133 h 214"/>
              <a:gd name="T46" fmla="*/ 134 w 214"/>
              <a:gd name="T47" fmla="*/ 135 h 214"/>
              <a:gd name="T48" fmla="*/ 134 w 214"/>
              <a:gd name="T49" fmla="*/ 172 h 214"/>
              <a:gd name="T50" fmla="*/ 133 w 214"/>
              <a:gd name="T51" fmla="*/ 175 h 214"/>
              <a:gd name="T52" fmla="*/ 81 w 214"/>
              <a:gd name="T53" fmla="*/ 213 h 214"/>
              <a:gd name="T54" fmla="*/ 81 w 214"/>
              <a:gd name="T55" fmla="*/ 214 h 214"/>
              <a:gd name="T56" fmla="*/ 81 w 214"/>
              <a:gd name="T57" fmla="*/ 213 h 214"/>
              <a:gd name="T58" fmla="*/ 91 w 214"/>
              <a:gd name="T59" fmla="*/ 180 h 214"/>
              <a:gd name="T60" fmla="*/ 91 w 214"/>
              <a:gd name="T61" fmla="*/ 153 h 214"/>
              <a:gd name="T62" fmla="*/ 89 w 214"/>
              <a:gd name="T63" fmla="*/ 14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4" h="214">
                <a:moveTo>
                  <a:pt x="89" y="145"/>
                </a:moveTo>
                <a:cubicBezTo>
                  <a:pt x="59" y="168"/>
                  <a:pt x="30" y="191"/>
                  <a:pt x="1" y="213"/>
                </a:cubicBezTo>
                <a:cubicBezTo>
                  <a:pt x="1" y="213"/>
                  <a:pt x="1" y="213"/>
                  <a:pt x="1" y="213"/>
                </a:cubicBezTo>
                <a:cubicBezTo>
                  <a:pt x="23" y="184"/>
                  <a:pt x="45" y="156"/>
                  <a:pt x="68" y="127"/>
                </a:cubicBezTo>
                <a:cubicBezTo>
                  <a:pt x="66" y="127"/>
                  <a:pt x="64" y="127"/>
                  <a:pt x="63" y="126"/>
                </a:cubicBezTo>
                <a:cubicBezTo>
                  <a:pt x="53" y="125"/>
                  <a:pt x="43" y="126"/>
                  <a:pt x="34" y="127"/>
                </a:cubicBezTo>
                <a:cubicBezTo>
                  <a:pt x="23" y="128"/>
                  <a:pt x="12" y="131"/>
                  <a:pt x="1" y="133"/>
                </a:cubicBezTo>
                <a:cubicBezTo>
                  <a:pt x="1" y="133"/>
                  <a:pt x="1" y="133"/>
                  <a:pt x="0" y="133"/>
                </a:cubicBezTo>
                <a:cubicBezTo>
                  <a:pt x="2" y="131"/>
                  <a:pt x="4" y="128"/>
                  <a:pt x="6" y="126"/>
                </a:cubicBezTo>
                <a:cubicBezTo>
                  <a:pt x="17" y="111"/>
                  <a:pt x="28" y="96"/>
                  <a:pt x="40" y="81"/>
                </a:cubicBezTo>
                <a:cubicBezTo>
                  <a:pt x="40" y="80"/>
                  <a:pt x="41" y="80"/>
                  <a:pt x="42" y="80"/>
                </a:cubicBezTo>
                <a:cubicBezTo>
                  <a:pt x="54" y="80"/>
                  <a:pt x="67" y="80"/>
                  <a:pt x="79" y="80"/>
                </a:cubicBezTo>
                <a:cubicBezTo>
                  <a:pt x="80" y="80"/>
                  <a:pt x="81" y="80"/>
                  <a:pt x="81" y="79"/>
                </a:cubicBezTo>
                <a:cubicBezTo>
                  <a:pt x="103" y="58"/>
                  <a:pt x="124" y="36"/>
                  <a:pt x="145" y="15"/>
                </a:cubicBezTo>
                <a:cubicBezTo>
                  <a:pt x="147" y="14"/>
                  <a:pt x="148" y="13"/>
                  <a:pt x="150" y="13"/>
                </a:cubicBezTo>
                <a:cubicBezTo>
                  <a:pt x="171" y="8"/>
                  <a:pt x="192" y="4"/>
                  <a:pt x="213" y="0"/>
                </a:cubicBezTo>
                <a:cubicBezTo>
                  <a:pt x="213" y="0"/>
                  <a:pt x="214" y="0"/>
                  <a:pt x="214" y="0"/>
                </a:cubicBezTo>
                <a:cubicBezTo>
                  <a:pt x="214" y="2"/>
                  <a:pt x="213" y="4"/>
                  <a:pt x="213" y="6"/>
                </a:cubicBezTo>
                <a:cubicBezTo>
                  <a:pt x="210" y="22"/>
                  <a:pt x="207" y="37"/>
                  <a:pt x="204" y="53"/>
                </a:cubicBezTo>
                <a:cubicBezTo>
                  <a:pt x="203" y="57"/>
                  <a:pt x="202" y="61"/>
                  <a:pt x="201" y="66"/>
                </a:cubicBezTo>
                <a:cubicBezTo>
                  <a:pt x="201" y="66"/>
                  <a:pt x="201" y="67"/>
                  <a:pt x="200" y="68"/>
                </a:cubicBezTo>
                <a:cubicBezTo>
                  <a:pt x="180" y="88"/>
                  <a:pt x="159" y="108"/>
                  <a:pt x="139" y="128"/>
                </a:cubicBezTo>
                <a:cubicBezTo>
                  <a:pt x="138" y="130"/>
                  <a:pt x="136" y="131"/>
                  <a:pt x="135" y="133"/>
                </a:cubicBezTo>
                <a:cubicBezTo>
                  <a:pt x="134" y="133"/>
                  <a:pt x="134" y="134"/>
                  <a:pt x="134" y="135"/>
                </a:cubicBezTo>
                <a:cubicBezTo>
                  <a:pt x="134" y="147"/>
                  <a:pt x="134" y="160"/>
                  <a:pt x="134" y="172"/>
                </a:cubicBezTo>
                <a:cubicBezTo>
                  <a:pt x="134" y="173"/>
                  <a:pt x="134" y="174"/>
                  <a:pt x="133" y="175"/>
                </a:cubicBezTo>
                <a:cubicBezTo>
                  <a:pt x="116" y="187"/>
                  <a:pt x="99" y="200"/>
                  <a:pt x="81" y="213"/>
                </a:cubicBezTo>
                <a:cubicBezTo>
                  <a:pt x="81" y="213"/>
                  <a:pt x="81" y="213"/>
                  <a:pt x="81" y="214"/>
                </a:cubicBezTo>
                <a:cubicBezTo>
                  <a:pt x="81" y="213"/>
                  <a:pt x="81" y="213"/>
                  <a:pt x="81" y="213"/>
                </a:cubicBezTo>
                <a:cubicBezTo>
                  <a:pt x="86" y="202"/>
                  <a:pt x="89" y="191"/>
                  <a:pt x="91" y="180"/>
                </a:cubicBezTo>
                <a:cubicBezTo>
                  <a:pt x="93" y="171"/>
                  <a:pt x="93" y="162"/>
                  <a:pt x="91" y="153"/>
                </a:cubicBezTo>
                <a:cubicBezTo>
                  <a:pt x="90" y="151"/>
                  <a:pt x="89" y="148"/>
                  <a:pt x="89" y="14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17" name="Group 18"/>
          <p:cNvGrpSpPr>
            <a:grpSpLocks noChangeAspect="1"/>
          </p:cNvGrpSpPr>
          <p:nvPr/>
        </p:nvGrpSpPr>
        <p:grpSpPr bwMode="auto">
          <a:xfrm>
            <a:off x="5926186" y="4504776"/>
            <a:ext cx="602912" cy="566831"/>
            <a:chOff x="2647" y="2985"/>
            <a:chExt cx="518" cy="487"/>
          </a:xfrm>
          <a:solidFill>
            <a:srgbClr val="FFFFFF"/>
          </a:solidFill>
        </p:grpSpPr>
        <p:sp>
          <p:nvSpPr>
            <p:cNvPr id="118" name="Freeform 20"/>
            <p:cNvSpPr>
              <a:spLocks/>
            </p:cNvSpPr>
            <p:nvPr/>
          </p:nvSpPr>
          <p:spPr bwMode="auto">
            <a:xfrm>
              <a:off x="2852" y="2985"/>
              <a:ext cx="103" cy="382"/>
            </a:xfrm>
            <a:custGeom>
              <a:avLst/>
              <a:gdLst>
                <a:gd name="T0" fmla="*/ 43 w 43"/>
                <a:gd name="T1" fmla="*/ 160 h 160"/>
                <a:gd name="T2" fmla="*/ 0 w 43"/>
                <a:gd name="T3" fmla="*/ 160 h 160"/>
                <a:gd name="T4" fmla="*/ 0 w 43"/>
                <a:gd name="T5" fmla="*/ 0 h 160"/>
                <a:gd name="T6" fmla="*/ 43 w 43"/>
                <a:gd name="T7" fmla="*/ 0 h 160"/>
                <a:gd name="T8" fmla="*/ 43 w 43"/>
                <a:gd name="T9" fmla="*/ 160 h 160"/>
              </a:gdLst>
              <a:ahLst/>
              <a:cxnLst>
                <a:cxn ang="0">
                  <a:pos x="T0" y="T1"/>
                </a:cxn>
                <a:cxn ang="0">
                  <a:pos x="T2" y="T3"/>
                </a:cxn>
                <a:cxn ang="0">
                  <a:pos x="T4" y="T5"/>
                </a:cxn>
                <a:cxn ang="0">
                  <a:pos x="T6" y="T7"/>
                </a:cxn>
                <a:cxn ang="0">
                  <a:pos x="T8" y="T9"/>
                </a:cxn>
              </a:cxnLst>
              <a:rect l="0" t="0" r="r" b="b"/>
              <a:pathLst>
                <a:path w="43" h="160">
                  <a:moveTo>
                    <a:pt x="43" y="160"/>
                  </a:moveTo>
                  <a:cubicBezTo>
                    <a:pt x="29" y="160"/>
                    <a:pt x="15" y="160"/>
                    <a:pt x="0" y="160"/>
                  </a:cubicBezTo>
                  <a:cubicBezTo>
                    <a:pt x="0" y="107"/>
                    <a:pt x="0" y="53"/>
                    <a:pt x="0" y="0"/>
                  </a:cubicBezTo>
                  <a:cubicBezTo>
                    <a:pt x="15" y="0"/>
                    <a:pt x="29" y="0"/>
                    <a:pt x="43" y="0"/>
                  </a:cubicBezTo>
                  <a:cubicBezTo>
                    <a:pt x="43" y="53"/>
                    <a:pt x="43" y="107"/>
                    <a:pt x="43" y="1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21"/>
            <p:cNvSpPr>
              <a:spLocks/>
            </p:cNvSpPr>
            <p:nvPr/>
          </p:nvSpPr>
          <p:spPr bwMode="auto">
            <a:xfrm>
              <a:off x="2647" y="3406"/>
              <a:ext cx="518" cy="66"/>
            </a:xfrm>
            <a:custGeom>
              <a:avLst/>
              <a:gdLst>
                <a:gd name="T0" fmla="*/ 0 w 217"/>
                <a:gd name="T1" fmla="*/ 28 h 28"/>
                <a:gd name="T2" fmla="*/ 0 w 217"/>
                <a:gd name="T3" fmla="*/ 0 h 28"/>
                <a:gd name="T4" fmla="*/ 217 w 217"/>
                <a:gd name="T5" fmla="*/ 0 h 28"/>
                <a:gd name="T6" fmla="*/ 217 w 217"/>
                <a:gd name="T7" fmla="*/ 28 h 28"/>
                <a:gd name="T8" fmla="*/ 0 w 217"/>
                <a:gd name="T9" fmla="*/ 28 h 28"/>
              </a:gdLst>
              <a:ahLst/>
              <a:cxnLst>
                <a:cxn ang="0">
                  <a:pos x="T0" y="T1"/>
                </a:cxn>
                <a:cxn ang="0">
                  <a:pos x="T2" y="T3"/>
                </a:cxn>
                <a:cxn ang="0">
                  <a:pos x="T4" y="T5"/>
                </a:cxn>
                <a:cxn ang="0">
                  <a:pos x="T6" y="T7"/>
                </a:cxn>
                <a:cxn ang="0">
                  <a:pos x="T8" y="T9"/>
                </a:cxn>
              </a:cxnLst>
              <a:rect l="0" t="0" r="r" b="b"/>
              <a:pathLst>
                <a:path w="217" h="28">
                  <a:moveTo>
                    <a:pt x="0" y="28"/>
                  </a:moveTo>
                  <a:cubicBezTo>
                    <a:pt x="0" y="18"/>
                    <a:pt x="0" y="9"/>
                    <a:pt x="0" y="0"/>
                  </a:cubicBezTo>
                  <a:cubicBezTo>
                    <a:pt x="72" y="0"/>
                    <a:pt x="144" y="0"/>
                    <a:pt x="217" y="0"/>
                  </a:cubicBezTo>
                  <a:cubicBezTo>
                    <a:pt x="217" y="9"/>
                    <a:pt x="217" y="18"/>
                    <a:pt x="217" y="28"/>
                  </a:cubicBezTo>
                  <a:cubicBezTo>
                    <a:pt x="144" y="28"/>
                    <a:pt x="72" y="28"/>
                    <a:pt x="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22"/>
            <p:cNvSpPr>
              <a:spLocks/>
            </p:cNvSpPr>
            <p:nvPr/>
          </p:nvSpPr>
          <p:spPr bwMode="auto">
            <a:xfrm>
              <a:off x="2991" y="3093"/>
              <a:ext cx="105" cy="274"/>
            </a:xfrm>
            <a:custGeom>
              <a:avLst/>
              <a:gdLst>
                <a:gd name="T0" fmla="*/ 44 w 44"/>
                <a:gd name="T1" fmla="*/ 115 h 115"/>
                <a:gd name="T2" fmla="*/ 0 w 44"/>
                <a:gd name="T3" fmla="*/ 115 h 115"/>
                <a:gd name="T4" fmla="*/ 0 w 44"/>
                <a:gd name="T5" fmla="*/ 0 h 115"/>
                <a:gd name="T6" fmla="*/ 44 w 44"/>
                <a:gd name="T7" fmla="*/ 0 h 115"/>
                <a:gd name="T8" fmla="*/ 44 w 44"/>
                <a:gd name="T9" fmla="*/ 115 h 115"/>
              </a:gdLst>
              <a:ahLst/>
              <a:cxnLst>
                <a:cxn ang="0">
                  <a:pos x="T0" y="T1"/>
                </a:cxn>
                <a:cxn ang="0">
                  <a:pos x="T2" y="T3"/>
                </a:cxn>
                <a:cxn ang="0">
                  <a:pos x="T4" y="T5"/>
                </a:cxn>
                <a:cxn ang="0">
                  <a:pos x="T6" y="T7"/>
                </a:cxn>
                <a:cxn ang="0">
                  <a:pos x="T8" y="T9"/>
                </a:cxn>
              </a:cxnLst>
              <a:rect l="0" t="0" r="r" b="b"/>
              <a:pathLst>
                <a:path w="44" h="115">
                  <a:moveTo>
                    <a:pt x="44" y="115"/>
                  </a:moveTo>
                  <a:cubicBezTo>
                    <a:pt x="29" y="115"/>
                    <a:pt x="15" y="115"/>
                    <a:pt x="0" y="115"/>
                  </a:cubicBezTo>
                  <a:cubicBezTo>
                    <a:pt x="0" y="77"/>
                    <a:pt x="0" y="39"/>
                    <a:pt x="0" y="0"/>
                  </a:cubicBezTo>
                  <a:cubicBezTo>
                    <a:pt x="15" y="0"/>
                    <a:pt x="29" y="0"/>
                    <a:pt x="44" y="0"/>
                  </a:cubicBezTo>
                  <a:cubicBezTo>
                    <a:pt x="44" y="39"/>
                    <a:pt x="44" y="77"/>
                    <a:pt x="44"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23"/>
            <p:cNvSpPr>
              <a:spLocks/>
            </p:cNvSpPr>
            <p:nvPr/>
          </p:nvSpPr>
          <p:spPr bwMode="auto">
            <a:xfrm>
              <a:off x="2714" y="3162"/>
              <a:ext cx="102" cy="205"/>
            </a:xfrm>
            <a:custGeom>
              <a:avLst/>
              <a:gdLst>
                <a:gd name="T0" fmla="*/ 0 w 43"/>
                <a:gd name="T1" fmla="*/ 0 h 86"/>
                <a:gd name="T2" fmla="*/ 43 w 43"/>
                <a:gd name="T3" fmla="*/ 0 h 86"/>
                <a:gd name="T4" fmla="*/ 43 w 43"/>
                <a:gd name="T5" fmla="*/ 86 h 86"/>
                <a:gd name="T6" fmla="*/ 0 w 43"/>
                <a:gd name="T7" fmla="*/ 86 h 86"/>
                <a:gd name="T8" fmla="*/ 0 w 43"/>
                <a:gd name="T9" fmla="*/ 0 h 86"/>
              </a:gdLst>
              <a:ahLst/>
              <a:cxnLst>
                <a:cxn ang="0">
                  <a:pos x="T0" y="T1"/>
                </a:cxn>
                <a:cxn ang="0">
                  <a:pos x="T2" y="T3"/>
                </a:cxn>
                <a:cxn ang="0">
                  <a:pos x="T4" y="T5"/>
                </a:cxn>
                <a:cxn ang="0">
                  <a:pos x="T6" y="T7"/>
                </a:cxn>
                <a:cxn ang="0">
                  <a:pos x="T8" y="T9"/>
                </a:cxn>
              </a:cxnLst>
              <a:rect l="0" t="0" r="r" b="b"/>
              <a:pathLst>
                <a:path w="43" h="86">
                  <a:moveTo>
                    <a:pt x="0" y="0"/>
                  </a:moveTo>
                  <a:cubicBezTo>
                    <a:pt x="14" y="0"/>
                    <a:pt x="29" y="0"/>
                    <a:pt x="43" y="0"/>
                  </a:cubicBezTo>
                  <a:cubicBezTo>
                    <a:pt x="43" y="29"/>
                    <a:pt x="43" y="58"/>
                    <a:pt x="43" y="86"/>
                  </a:cubicBezTo>
                  <a:cubicBezTo>
                    <a:pt x="29" y="86"/>
                    <a:pt x="14" y="86"/>
                    <a:pt x="0" y="86"/>
                  </a:cubicBezTo>
                  <a:cubicBezTo>
                    <a:pt x="0" y="58"/>
                    <a:pt x="0" y="2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16149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48671" y="462156"/>
            <a:ext cx="3849131" cy="580928"/>
          </a:xfrm>
          <a:prstGeom prst="rect">
            <a:avLst/>
          </a:prstGeom>
          <a:noFill/>
        </p:spPr>
        <p:txBody>
          <a:bodyPr wrap="none" rtlCol="0">
            <a:spAutoFit/>
          </a:bodyPr>
          <a:lstStyle/>
          <a:p>
            <a:pPr algn="ctr"/>
            <a:r>
              <a:rPr lang="zh-CN" altLang="en-US" sz="3175" dirty="0">
                <a:solidFill>
                  <a:schemeClr val="tx1">
                    <a:lumMod val="65000"/>
                    <a:lumOff val="35000"/>
                  </a:schemeClr>
                </a:solidFill>
                <a:cs typeface="+mn-ea"/>
                <a:sym typeface="+mn-lt"/>
              </a:rPr>
              <a:t>彩色信息可视化图表</a:t>
            </a:r>
            <a:endParaRPr lang="en-US" sz="3175" dirty="0">
              <a:solidFill>
                <a:schemeClr val="tx1">
                  <a:lumMod val="65000"/>
                  <a:lumOff val="35000"/>
                </a:schemeClr>
              </a:solidFill>
              <a:cs typeface="+mn-ea"/>
              <a:sym typeface="+mn-lt"/>
            </a:endParaRPr>
          </a:p>
        </p:txBody>
      </p:sp>
      <p:grpSp>
        <p:nvGrpSpPr>
          <p:cNvPr id="3" name="Group 10"/>
          <p:cNvGrpSpPr/>
          <p:nvPr/>
        </p:nvGrpSpPr>
        <p:grpSpPr>
          <a:xfrm>
            <a:off x="5736827" y="1441172"/>
            <a:ext cx="672781" cy="101835"/>
            <a:chOff x="5925320" y="1387851"/>
            <a:chExt cx="585169" cy="88574"/>
          </a:xfrm>
        </p:grpSpPr>
        <p:sp>
          <p:nvSpPr>
            <p:cNvPr id="4" name="Diamond 11"/>
            <p:cNvSpPr/>
            <p:nvPr/>
          </p:nvSpPr>
          <p:spPr>
            <a:xfrm flipV="1">
              <a:off x="5925320" y="1387851"/>
              <a:ext cx="88574" cy="8857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5" name="Diamond 12"/>
            <p:cNvSpPr/>
            <p:nvPr/>
          </p:nvSpPr>
          <p:spPr>
            <a:xfrm flipV="1">
              <a:off x="6049469" y="1387851"/>
              <a:ext cx="88574" cy="8857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6" name="Diamond 13"/>
            <p:cNvSpPr/>
            <p:nvPr/>
          </p:nvSpPr>
          <p:spPr>
            <a:xfrm flipV="1">
              <a:off x="6173618" y="1387851"/>
              <a:ext cx="88574" cy="88574"/>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7" name="Diamond 14"/>
            <p:cNvSpPr/>
            <p:nvPr/>
          </p:nvSpPr>
          <p:spPr>
            <a:xfrm flipV="1">
              <a:off x="6297767" y="1387851"/>
              <a:ext cx="88574" cy="88574"/>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sp>
          <p:nvSpPr>
            <p:cNvPr id="8" name="Diamond 15"/>
            <p:cNvSpPr/>
            <p:nvPr/>
          </p:nvSpPr>
          <p:spPr>
            <a:xfrm flipV="1">
              <a:off x="6421915" y="1387851"/>
              <a:ext cx="88574" cy="88574"/>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29">
                <a:cs typeface="+mn-ea"/>
                <a:sym typeface="+mn-lt"/>
              </a:endParaRPr>
            </a:p>
          </p:txBody>
        </p:sp>
      </p:grpSp>
      <p:sp>
        <p:nvSpPr>
          <p:cNvPr id="9" name="TextBox 8"/>
          <p:cNvSpPr txBox="1"/>
          <p:nvPr/>
        </p:nvSpPr>
        <p:spPr>
          <a:xfrm>
            <a:off x="5199393" y="1055365"/>
            <a:ext cx="1747659" cy="352854"/>
          </a:xfrm>
          <a:prstGeom prst="rect">
            <a:avLst/>
          </a:prstGeom>
          <a:noFill/>
        </p:spPr>
        <p:txBody>
          <a:bodyPr wrap="none" rtlCol="0">
            <a:spAutoFit/>
          </a:bodyPr>
          <a:lstStyle/>
          <a:p>
            <a:pPr algn="ctr"/>
            <a:r>
              <a:rPr lang="en-US" sz="1693">
                <a:solidFill>
                  <a:schemeClr val="bg1">
                    <a:lumMod val="65000"/>
                  </a:schemeClr>
                </a:solidFill>
                <a:cs typeface="+mn-ea"/>
                <a:sym typeface="+mn-lt"/>
              </a:rPr>
              <a:t>Give You The Best</a:t>
            </a:r>
            <a:endParaRPr lang="en-US" sz="1693" dirty="0">
              <a:solidFill>
                <a:schemeClr val="bg1">
                  <a:lumMod val="65000"/>
                </a:schemeClr>
              </a:solidFill>
              <a:cs typeface="+mn-ea"/>
              <a:sym typeface="+mn-lt"/>
            </a:endParaRPr>
          </a:p>
        </p:txBody>
      </p:sp>
      <p:grpSp>
        <p:nvGrpSpPr>
          <p:cNvPr id="10" name="Group 17"/>
          <p:cNvGrpSpPr/>
          <p:nvPr/>
        </p:nvGrpSpPr>
        <p:grpSpPr>
          <a:xfrm>
            <a:off x="4602030" y="2477877"/>
            <a:ext cx="170258" cy="170258"/>
            <a:chOff x="4705587" y="2597986"/>
            <a:chExt cx="160910" cy="160910"/>
          </a:xfrm>
        </p:grpSpPr>
        <p:sp>
          <p:nvSpPr>
            <p:cNvPr id="11" name="Freeform 108"/>
            <p:cNvSpPr>
              <a:spLocks/>
            </p:cNvSpPr>
            <p:nvPr/>
          </p:nvSpPr>
          <p:spPr bwMode="auto">
            <a:xfrm>
              <a:off x="4705587" y="2597986"/>
              <a:ext cx="160910" cy="160910"/>
            </a:xfrm>
            <a:custGeom>
              <a:avLst/>
              <a:gdLst>
                <a:gd name="T0" fmla="*/ 220 w 220"/>
                <a:gd name="T1" fmla="*/ 220 h 220"/>
                <a:gd name="T2" fmla="*/ 0 w 220"/>
                <a:gd name="T3" fmla="*/ 112 h 220"/>
                <a:gd name="T4" fmla="*/ 220 w 220"/>
                <a:gd name="T5" fmla="*/ 0 h 220"/>
                <a:gd name="T6" fmla="*/ 220 w 220"/>
                <a:gd name="T7" fmla="*/ 220 h 220"/>
              </a:gdLst>
              <a:ahLst/>
              <a:cxnLst>
                <a:cxn ang="0">
                  <a:pos x="T0" y="T1"/>
                </a:cxn>
                <a:cxn ang="0">
                  <a:pos x="T2" y="T3"/>
                </a:cxn>
                <a:cxn ang="0">
                  <a:pos x="T4" y="T5"/>
                </a:cxn>
                <a:cxn ang="0">
                  <a:pos x="T6" y="T7"/>
                </a:cxn>
              </a:cxnLst>
              <a:rect l="0" t="0" r="r" b="b"/>
              <a:pathLst>
                <a:path w="220" h="220">
                  <a:moveTo>
                    <a:pt x="220" y="220"/>
                  </a:moveTo>
                  <a:lnTo>
                    <a:pt x="0" y="112"/>
                  </a:lnTo>
                  <a:lnTo>
                    <a:pt x="220" y="0"/>
                  </a:lnTo>
                  <a:lnTo>
                    <a:pt x="220" y="22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2" name="Freeform 109"/>
            <p:cNvSpPr>
              <a:spLocks/>
            </p:cNvSpPr>
            <p:nvPr/>
          </p:nvSpPr>
          <p:spPr bwMode="auto">
            <a:xfrm>
              <a:off x="4705587" y="2597986"/>
              <a:ext cx="160910" cy="160910"/>
            </a:xfrm>
            <a:custGeom>
              <a:avLst/>
              <a:gdLst>
                <a:gd name="T0" fmla="*/ 220 w 220"/>
                <a:gd name="T1" fmla="*/ 220 h 220"/>
                <a:gd name="T2" fmla="*/ 0 w 220"/>
                <a:gd name="T3" fmla="*/ 112 h 220"/>
                <a:gd name="T4" fmla="*/ 220 w 220"/>
                <a:gd name="T5" fmla="*/ 0 h 220"/>
                <a:gd name="T6" fmla="*/ 220 w 220"/>
                <a:gd name="T7" fmla="*/ 220 h 220"/>
              </a:gdLst>
              <a:ahLst/>
              <a:cxnLst>
                <a:cxn ang="0">
                  <a:pos x="T0" y="T1"/>
                </a:cxn>
                <a:cxn ang="0">
                  <a:pos x="T2" y="T3"/>
                </a:cxn>
                <a:cxn ang="0">
                  <a:pos x="T4" y="T5"/>
                </a:cxn>
                <a:cxn ang="0">
                  <a:pos x="T6" y="T7"/>
                </a:cxn>
              </a:cxnLst>
              <a:rect l="0" t="0" r="r" b="b"/>
              <a:pathLst>
                <a:path w="220" h="220">
                  <a:moveTo>
                    <a:pt x="220" y="220"/>
                  </a:moveTo>
                  <a:lnTo>
                    <a:pt x="0" y="112"/>
                  </a:lnTo>
                  <a:lnTo>
                    <a:pt x="220" y="0"/>
                  </a:lnTo>
                  <a:lnTo>
                    <a:pt x="220" y="220"/>
                  </a:lnTo>
                </a:path>
              </a:pathLst>
            </a:custGeom>
            <a:solidFill>
              <a:schemeClr val="accent1"/>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3" name="Freeform 110"/>
            <p:cNvSpPr>
              <a:spLocks/>
            </p:cNvSpPr>
            <p:nvPr/>
          </p:nvSpPr>
          <p:spPr bwMode="auto">
            <a:xfrm>
              <a:off x="4705587" y="2679904"/>
              <a:ext cx="160910" cy="78992"/>
            </a:xfrm>
            <a:custGeom>
              <a:avLst/>
              <a:gdLst>
                <a:gd name="T0" fmla="*/ 220 w 220"/>
                <a:gd name="T1" fmla="*/ 0 h 108"/>
                <a:gd name="T2" fmla="*/ 0 w 220"/>
                <a:gd name="T3" fmla="*/ 0 h 108"/>
                <a:gd name="T4" fmla="*/ 220 w 220"/>
                <a:gd name="T5" fmla="*/ 108 h 108"/>
                <a:gd name="T6" fmla="*/ 220 w 220"/>
                <a:gd name="T7" fmla="*/ 0 h 108"/>
              </a:gdLst>
              <a:ahLst/>
              <a:cxnLst>
                <a:cxn ang="0">
                  <a:pos x="T0" y="T1"/>
                </a:cxn>
                <a:cxn ang="0">
                  <a:pos x="T2" y="T3"/>
                </a:cxn>
                <a:cxn ang="0">
                  <a:pos x="T4" y="T5"/>
                </a:cxn>
                <a:cxn ang="0">
                  <a:pos x="T6" y="T7"/>
                </a:cxn>
              </a:cxnLst>
              <a:rect l="0" t="0" r="r" b="b"/>
              <a:pathLst>
                <a:path w="220" h="108">
                  <a:moveTo>
                    <a:pt x="220" y="0"/>
                  </a:moveTo>
                  <a:lnTo>
                    <a:pt x="0" y="0"/>
                  </a:lnTo>
                  <a:lnTo>
                    <a:pt x="220" y="108"/>
                  </a:lnTo>
                  <a:lnTo>
                    <a:pt x="220" y="0"/>
                  </a:lnTo>
                  <a:close/>
                </a:path>
              </a:pathLst>
            </a:custGeom>
            <a:solidFill>
              <a:schemeClr val="accent1">
                <a:lumMod val="75000"/>
              </a:schemeClr>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4" name="Freeform 111"/>
            <p:cNvSpPr>
              <a:spLocks/>
            </p:cNvSpPr>
            <p:nvPr/>
          </p:nvSpPr>
          <p:spPr bwMode="auto">
            <a:xfrm>
              <a:off x="4705587" y="2679904"/>
              <a:ext cx="160910" cy="78992"/>
            </a:xfrm>
            <a:custGeom>
              <a:avLst/>
              <a:gdLst>
                <a:gd name="T0" fmla="*/ 220 w 220"/>
                <a:gd name="T1" fmla="*/ 0 h 108"/>
                <a:gd name="T2" fmla="*/ 0 w 220"/>
                <a:gd name="T3" fmla="*/ 0 h 108"/>
                <a:gd name="T4" fmla="*/ 220 w 220"/>
                <a:gd name="T5" fmla="*/ 108 h 108"/>
                <a:gd name="T6" fmla="*/ 220 w 220"/>
                <a:gd name="T7" fmla="*/ 0 h 108"/>
              </a:gdLst>
              <a:ahLst/>
              <a:cxnLst>
                <a:cxn ang="0">
                  <a:pos x="T0" y="T1"/>
                </a:cxn>
                <a:cxn ang="0">
                  <a:pos x="T2" y="T3"/>
                </a:cxn>
                <a:cxn ang="0">
                  <a:pos x="T4" y="T5"/>
                </a:cxn>
                <a:cxn ang="0">
                  <a:pos x="T6" y="T7"/>
                </a:cxn>
              </a:cxnLst>
              <a:rect l="0" t="0" r="r" b="b"/>
              <a:pathLst>
                <a:path w="220" h="108">
                  <a:moveTo>
                    <a:pt x="220" y="0"/>
                  </a:moveTo>
                  <a:lnTo>
                    <a:pt x="0" y="0"/>
                  </a:lnTo>
                  <a:lnTo>
                    <a:pt x="220" y="108"/>
                  </a:lnTo>
                  <a:lnTo>
                    <a:pt x="2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grpSp>
        <p:nvGrpSpPr>
          <p:cNvPr id="15" name="Group 22"/>
          <p:cNvGrpSpPr/>
          <p:nvPr/>
        </p:nvGrpSpPr>
        <p:grpSpPr>
          <a:xfrm>
            <a:off x="4786992" y="5133911"/>
            <a:ext cx="170258" cy="170259"/>
            <a:chOff x="4880394" y="5108189"/>
            <a:chExt cx="160910" cy="160911"/>
          </a:xfrm>
        </p:grpSpPr>
        <p:sp>
          <p:nvSpPr>
            <p:cNvPr id="16" name="Freeform 112"/>
            <p:cNvSpPr>
              <a:spLocks/>
            </p:cNvSpPr>
            <p:nvPr/>
          </p:nvSpPr>
          <p:spPr bwMode="auto">
            <a:xfrm>
              <a:off x="4880394" y="5108189"/>
              <a:ext cx="160910" cy="160910"/>
            </a:xfrm>
            <a:custGeom>
              <a:avLst/>
              <a:gdLst>
                <a:gd name="T0" fmla="*/ 220 w 220"/>
                <a:gd name="T1" fmla="*/ 220 h 220"/>
                <a:gd name="T2" fmla="*/ 0 w 220"/>
                <a:gd name="T3" fmla="*/ 111 h 220"/>
                <a:gd name="T4" fmla="*/ 220 w 220"/>
                <a:gd name="T5" fmla="*/ 0 h 220"/>
                <a:gd name="T6" fmla="*/ 220 w 220"/>
                <a:gd name="T7" fmla="*/ 220 h 220"/>
              </a:gdLst>
              <a:ahLst/>
              <a:cxnLst>
                <a:cxn ang="0">
                  <a:pos x="T0" y="T1"/>
                </a:cxn>
                <a:cxn ang="0">
                  <a:pos x="T2" y="T3"/>
                </a:cxn>
                <a:cxn ang="0">
                  <a:pos x="T4" y="T5"/>
                </a:cxn>
                <a:cxn ang="0">
                  <a:pos x="T6" y="T7"/>
                </a:cxn>
              </a:cxnLst>
              <a:rect l="0" t="0" r="r" b="b"/>
              <a:pathLst>
                <a:path w="220" h="220">
                  <a:moveTo>
                    <a:pt x="220" y="220"/>
                  </a:moveTo>
                  <a:lnTo>
                    <a:pt x="0" y="111"/>
                  </a:lnTo>
                  <a:lnTo>
                    <a:pt x="220" y="0"/>
                  </a:lnTo>
                  <a:lnTo>
                    <a:pt x="220" y="220"/>
                  </a:lnTo>
                  <a:close/>
                </a:path>
              </a:pathLst>
            </a:custGeom>
            <a:solidFill>
              <a:schemeClr val="accent4"/>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7" name="Freeform 113"/>
            <p:cNvSpPr>
              <a:spLocks/>
            </p:cNvSpPr>
            <p:nvPr/>
          </p:nvSpPr>
          <p:spPr bwMode="auto">
            <a:xfrm>
              <a:off x="4880394" y="5108189"/>
              <a:ext cx="160910" cy="160910"/>
            </a:xfrm>
            <a:custGeom>
              <a:avLst/>
              <a:gdLst>
                <a:gd name="T0" fmla="*/ 220 w 220"/>
                <a:gd name="T1" fmla="*/ 220 h 220"/>
                <a:gd name="T2" fmla="*/ 0 w 220"/>
                <a:gd name="T3" fmla="*/ 111 h 220"/>
                <a:gd name="T4" fmla="*/ 220 w 220"/>
                <a:gd name="T5" fmla="*/ 0 h 220"/>
                <a:gd name="T6" fmla="*/ 220 w 220"/>
                <a:gd name="T7" fmla="*/ 220 h 220"/>
              </a:gdLst>
              <a:ahLst/>
              <a:cxnLst>
                <a:cxn ang="0">
                  <a:pos x="T0" y="T1"/>
                </a:cxn>
                <a:cxn ang="0">
                  <a:pos x="T2" y="T3"/>
                </a:cxn>
                <a:cxn ang="0">
                  <a:pos x="T4" y="T5"/>
                </a:cxn>
                <a:cxn ang="0">
                  <a:pos x="T6" y="T7"/>
                </a:cxn>
              </a:cxnLst>
              <a:rect l="0" t="0" r="r" b="b"/>
              <a:pathLst>
                <a:path w="220" h="220">
                  <a:moveTo>
                    <a:pt x="220" y="220"/>
                  </a:moveTo>
                  <a:lnTo>
                    <a:pt x="0" y="111"/>
                  </a:lnTo>
                  <a:lnTo>
                    <a:pt x="220" y="0"/>
                  </a:lnTo>
                  <a:lnTo>
                    <a:pt x="220"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8" name="Freeform 114"/>
            <p:cNvSpPr>
              <a:spLocks/>
            </p:cNvSpPr>
            <p:nvPr/>
          </p:nvSpPr>
          <p:spPr bwMode="auto">
            <a:xfrm>
              <a:off x="4880394" y="5189376"/>
              <a:ext cx="160910" cy="79724"/>
            </a:xfrm>
            <a:custGeom>
              <a:avLst/>
              <a:gdLst>
                <a:gd name="T0" fmla="*/ 220 w 220"/>
                <a:gd name="T1" fmla="*/ 0 h 109"/>
                <a:gd name="T2" fmla="*/ 0 w 220"/>
                <a:gd name="T3" fmla="*/ 0 h 109"/>
                <a:gd name="T4" fmla="*/ 220 w 220"/>
                <a:gd name="T5" fmla="*/ 109 h 109"/>
                <a:gd name="T6" fmla="*/ 220 w 220"/>
                <a:gd name="T7" fmla="*/ 0 h 109"/>
              </a:gdLst>
              <a:ahLst/>
              <a:cxnLst>
                <a:cxn ang="0">
                  <a:pos x="T0" y="T1"/>
                </a:cxn>
                <a:cxn ang="0">
                  <a:pos x="T2" y="T3"/>
                </a:cxn>
                <a:cxn ang="0">
                  <a:pos x="T4" y="T5"/>
                </a:cxn>
                <a:cxn ang="0">
                  <a:pos x="T6" y="T7"/>
                </a:cxn>
              </a:cxnLst>
              <a:rect l="0" t="0" r="r" b="b"/>
              <a:pathLst>
                <a:path w="220" h="109">
                  <a:moveTo>
                    <a:pt x="220" y="0"/>
                  </a:moveTo>
                  <a:lnTo>
                    <a:pt x="0" y="0"/>
                  </a:lnTo>
                  <a:lnTo>
                    <a:pt x="220" y="109"/>
                  </a:lnTo>
                  <a:lnTo>
                    <a:pt x="220" y="0"/>
                  </a:lnTo>
                  <a:close/>
                </a:path>
              </a:pathLst>
            </a:custGeom>
            <a:solidFill>
              <a:schemeClr val="accent4">
                <a:lumMod val="75000"/>
              </a:schemeClr>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19" name="Freeform 115"/>
            <p:cNvSpPr>
              <a:spLocks/>
            </p:cNvSpPr>
            <p:nvPr/>
          </p:nvSpPr>
          <p:spPr bwMode="auto">
            <a:xfrm>
              <a:off x="4880394" y="5189376"/>
              <a:ext cx="160910" cy="79724"/>
            </a:xfrm>
            <a:custGeom>
              <a:avLst/>
              <a:gdLst>
                <a:gd name="T0" fmla="*/ 220 w 220"/>
                <a:gd name="T1" fmla="*/ 0 h 109"/>
                <a:gd name="T2" fmla="*/ 0 w 220"/>
                <a:gd name="T3" fmla="*/ 0 h 109"/>
                <a:gd name="T4" fmla="*/ 220 w 220"/>
                <a:gd name="T5" fmla="*/ 109 h 109"/>
                <a:gd name="T6" fmla="*/ 220 w 220"/>
                <a:gd name="T7" fmla="*/ 0 h 109"/>
              </a:gdLst>
              <a:ahLst/>
              <a:cxnLst>
                <a:cxn ang="0">
                  <a:pos x="T0" y="T1"/>
                </a:cxn>
                <a:cxn ang="0">
                  <a:pos x="T2" y="T3"/>
                </a:cxn>
                <a:cxn ang="0">
                  <a:pos x="T4" y="T5"/>
                </a:cxn>
                <a:cxn ang="0">
                  <a:pos x="T6" y="T7"/>
                </a:cxn>
              </a:cxnLst>
              <a:rect l="0" t="0" r="r" b="b"/>
              <a:pathLst>
                <a:path w="220" h="109">
                  <a:moveTo>
                    <a:pt x="220" y="0"/>
                  </a:moveTo>
                  <a:lnTo>
                    <a:pt x="0" y="0"/>
                  </a:lnTo>
                  <a:lnTo>
                    <a:pt x="220" y="109"/>
                  </a:lnTo>
                  <a:lnTo>
                    <a:pt x="2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grpSp>
        <p:nvGrpSpPr>
          <p:cNvPr id="20" name="Group 27"/>
          <p:cNvGrpSpPr/>
          <p:nvPr/>
        </p:nvGrpSpPr>
        <p:grpSpPr>
          <a:xfrm>
            <a:off x="7301400" y="2445376"/>
            <a:ext cx="170258" cy="170259"/>
            <a:chOff x="7256750" y="2567266"/>
            <a:chExt cx="160910" cy="160911"/>
          </a:xfrm>
        </p:grpSpPr>
        <p:sp>
          <p:nvSpPr>
            <p:cNvPr id="21" name="Freeform 116"/>
            <p:cNvSpPr>
              <a:spLocks/>
            </p:cNvSpPr>
            <p:nvPr/>
          </p:nvSpPr>
          <p:spPr bwMode="auto">
            <a:xfrm>
              <a:off x="7256750" y="2567266"/>
              <a:ext cx="160910" cy="160910"/>
            </a:xfrm>
            <a:custGeom>
              <a:avLst/>
              <a:gdLst>
                <a:gd name="T0" fmla="*/ 0 w 220"/>
                <a:gd name="T1" fmla="*/ 220 h 220"/>
                <a:gd name="T2" fmla="*/ 220 w 220"/>
                <a:gd name="T3" fmla="*/ 111 h 220"/>
                <a:gd name="T4" fmla="*/ 0 w 220"/>
                <a:gd name="T5" fmla="*/ 0 h 220"/>
                <a:gd name="T6" fmla="*/ 0 w 220"/>
                <a:gd name="T7" fmla="*/ 220 h 220"/>
              </a:gdLst>
              <a:ahLst/>
              <a:cxnLst>
                <a:cxn ang="0">
                  <a:pos x="T0" y="T1"/>
                </a:cxn>
                <a:cxn ang="0">
                  <a:pos x="T2" y="T3"/>
                </a:cxn>
                <a:cxn ang="0">
                  <a:pos x="T4" y="T5"/>
                </a:cxn>
                <a:cxn ang="0">
                  <a:pos x="T6" y="T7"/>
                </a:cxn>
              </a:cxnLst>
              <a:rect l="0" t="0" r="r" b="b"/>
              <a:pathLst>
                <a:path w="220" h="220">
                  <a:moveTo>
                    <a:pt x="0" y="220"/>
                  </a:moveTo>
                  <a:lnTo>
                    <a:pt x="220" y="111"/>
                  </a:lnTo>
                  <a:lnTo>
                    <a:pt x="0" y="0"/>
                  </a:lnTo>
                  <a:lnTo>
                    <a:pt x="0" y="220"/>
                  </a:lnTo>
                  <a:close/>
                </a:path>
              </a:pathLst>
            </a:custGeom>
            <a:solidFill>
              <a:schemeClr val="accent2"/>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2" name="Freeform 117"/>
            <p:cNvSpPr>
              <a:spLocks/>
            </p:cNvSpPr>
            <p:nvPr/>
          </p:nvSpPr>
          <p:spPr bwMode="auto">
            <a:xfrm>
              <a:off x="7256750" y="2567266"/>
              <a:ext cx="160910" cy="160910"/>
            </a:xfrm>
            <a:custGeom>
              <a:avLst/>
              <a:gdLst>
                <a:gd name="T0" fmla="*/ 0 w 220"/>
                <a:gd name="T1" fmla="*/ 220 h 220"/>
                <a:gd name="T2" fmla="*/ 220 w 220"/>
                <a:gd name="T3" fmla="*/ 111 h 220"/>
                <a:gd name="T4" fmla="*/ 0 w 220"/>
                <a:gd name="T5" fmla="*/ 0 h 220"/>
                <a:gd name="T6" fmla="*/ 0 w 220"/>
                <a:gd name="T7" fmla="*/ 220 h 220"/>
              </a:gdLst>
              <a:ahLst/>
              <a:cxnLst>
                <a:cxn ang="0">
                  <a:pos x="T0" y="T1"/>
                </a:cxn>
                <a:cxn ang="0">
                  <a:pos x="T2" y="T3"/>
                </a:cxn>
                <a:cxn ang="0">
                  <a:pos x="T4" y="T5"/>
                </a:cxn>
                <a:cxn ang="0">
                  <a:pos x="T6" y="T7"/>
                </a:cxn>
              </a:cxnLst>
              <a:rect l="0" t="0" r="r" b="b"/>
              <a:pathLst>
                <a:path w="220" h="220">
                  <a:moveTo>
                    <a:pt x="0" y="220"/>
                  </a:moveTo>
                  <a:lnTo>
                    <a:pt x="220" y="111"/>
                  </a:lnTo>
                  <a:lnTo>
                    <a:pt x="0" y="0"/>
                  </a:lnTo>
                  <a:lnTo>
                    <a:pt x="0"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3" name="Freeform 118"/>
            <p:cNvSpPr>
              <a:spLocks/>
            </p:cNvSpPr>
            <p:nvPr/>
          </p:nvSpPr>
          <p:spPr bwMode="auto">
            <a:xfrm>
              <a:off x="7256750" y="2648453"/>
              <a:ext cx="160910" cy="79724"/>
            </a:xfrm>
            <a:custGeom>
              <a:avLst/>
              <a:gdLst>
                <a:gd name="T0" fmla="*/ 220 w 220"/>
                <a:gd name="T1" fmla="*/ 0 h 109"/>
                <a:gd name="T2" fmla="*/ 0 w 220"/>
                <a:gd name="T3" fmla="*/ 0 h 109"/>
                <a:gd name="T4" fmla="*/ 0 w 220"/>
                <a:gd name="T5" fmla="*/ 109 h 109"/>
                <a:gd name="T6" fmla="*/ 220 w 220"/>
                <a:gd name="T7" fmla="*/ 0 h 109"/>
              </a:gdLst>
              <a:ahLst/>
              <a:cxnLst>
                <a:cxn ang="0">
                  <a:pos x="T0" y="T1"/>
                </a:cxn>
                <a:cxn ang="0">
                  <a:pos x="T2" y="T3"/>
                </a:cxn>
                <a:cxn ang="0">
                  <a:pos x="T4" y="T5"/>
                </a:cxn>
                <a:cxn ang="0">
                  <a:pos x="T6" y="T7"/>
                </a:cxn>
              </a:cxnLst>
              <a:rect l="0" t="0" r="r" b="b"/>
              <a:pathLst>
                <a:path w="220" h="109">
                  <a:moveTo>
                    <a:pt x="220" y="0"/>
                  </a:moveTo>
                  <a:lnTo>
                    <a:pt x="0" y="0"/>
                  </a:lnTo>
                  <a:lnTo>
                    <a:pt x="0" y="109"/>
                  </a:lnTo>
                  <a:lnTo>
                    <a:pt x="220" y="0"/>
                  </a:lnTo>
                  <a:close/>
                </a:path>
              </a:pathLst>
            </a:custGeom>
            <a:solidFill>
              <a:schemeClr val="accent2">
                <a:lumMod val="75000"/>
              </a:schemeClr>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4" name="Freeform 119"/>
            <p:cNvSpPr>
              <a:spLocks/>
            </p:cNvSpPr>
            <p:nvPr/>
          </p:nvSpPr>
          <p:spPr bwMode="auto">
            <a:xfrm>
              <a:off x="7256750" y="2648453"/>
              <a:ext cx="160910" cy="79724"/>
            </a:xfrm>
            <a:custGeom>
              <a:avLst/>
              <a:gdLst>
                <a:gd name="T0" fmla="*/ 220 w 220"/>
                <a:gd name="T1" fmla="*/ 0 h 109"/>
                <a:gd name="T2" fmla="*/ 0 w 220"/>
                <a:gd name="T3" fmla="*/ 0 h 109"/>
                <a:gd name="T4" fmla="*/ 0 w 220"/>
                <a:gd name="T5" fmla="*/ 109 h 109"/>
                <a:gd name="T6" fmla="*/ 220 w 220"/>
                <a:gd name="T7" fmla="*/ 0 h 109"/>
              </a:gdLst>
              <a:ahLst/>
              <a:cxnLst>
                <a:cxn ang="0">
                  <a:pos x="T0" y="T1"/>
                </a:cxn>
                <a:cxn ang="0">
                  <a:pos x="T2" y="T3"/>
                </a:cxn>
                <a:cxn ang="0">
                  <a:pos x="T4" y="T5"/>
                </a:cxn>
                <a:cxn ang="0">
                  <a:pos x="T6" y="T7"/>
                </a:cxn>
              </a:cxnLst>
              <a:rect l="0" t="0" r="r" b="b"/>
              <a:pathLst>
                <a:path w="220" h="109">
                  <a:moveTo>
                    <a:pt x="220" y="0"/>
                  </a:moveTo>
                  <a:lnTo>
                    <a:pt x="0" y="0"/>
                  </a:lnTo>
                  <a:lnTo>
                    <a:pt x="0" y="109"/>
                  </a:lnTo>
                  <a:lnTo>
                    <a:pt x="2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grpSp>
        <p:nvGrpSpPr>
          <p:cNvPr id="25" name="Group 32"/>
          <p:cNvGrpSpPr/>
          <p:nvPr/>
        </p:nvGrpSpPr>
        <p:grpSpPr>
          <a:xfrm>
            <a:off x="7191504" y="5076640"/>
            <a:ext cx="168711" cy="170258"/>
            <a:chOff x="7152889" y="5054065"/>
            <a:chExt cx="159448" cy="160910"/>
          </a:xfrm>
        </p:grpSpPr>
        <p:sp>
          <p:nvSpPr>
            <p:cNvPr id="26" name="Freeform 120"/>
            <p:cNvSpPr>
              <a:spLocks/>
            </p:cNvSpPr>
            <p:nvPr/>
          </p:nvSpPr>
          <p:spPr bwMode="auto">
            <a:xfrm>
              <a:off x="7152889" y="5054065"/>
              <a:ext cx="159448" cy="160910"/>
            </a:xfrm>
            <a:custGeom>
              <a:avLst/>
              <a:gdLst>
                <a:gd name="T0" fmla="*/ 0 w 218"/>
                <a:gd name="T1" fmla="*/ 220 h 220"/>
                <a:gd name="T2" fmla="*/ 218 w 218"/>
                <a:gd name="T3" fmla="*/ 109 h 220"/>
                <a:gd name="T4" fmla="*/ 0 w 218"/>
                <a:gd name="T5" fmla="*/ 0 h 220"/>
                <a:gd name="T6" fmla="*/ 0 w 218"/>
                <a:gd name="T7" fmla="*/ 220 h 220"/>
              </a:gdLst>
              <a:ahLst/>
              <a:cxnLst>
                <a:cxn ang="0">
                  <a:pos x="T0" y="T1"/>
                </a:cxn>
                <a:cxn ang="0">
                  <a:pos x="T2" y="T3"/>
                </a:cxn>
                <a:cxn ang="0">
                  <a:pos x="T4" y="T5"/>
                </a:cxn>
                <a:cxn ang="0">
                  <a:pos x="T6" y="T7"/>
                </a:cxn>
              </a:cxnLst>
              <a:rect l="0" t="0" r="r" b="b"/>
              <a:pathLst>
                <a:path w="218" h="220">
                  <a:moveTo>
                    <a:pt x="0" y="220"/>
                  </a:moveTo>
                  <a:lnTo>
                    <a:pt x="218" y="109"/>
                  </a:lnTo>
                  <a:lnTo>
                    <a:pt x="0" y="0"/>
                  </a:lnTo>
                  <a:lnTo>
                    <a:pt x="0" y="220"/>
                  </a:lnTo>
                  <a:close/>
                </a:path>
              </a:pathLst>
            </a:custGeom>
            <a:solidFill>
              <a:schemeClr val="accent3"/>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7" name="Freeform 121"/>
            <p:cNvSpPr>
              <a:spLocks/>
            </p:cNvSpPr>
            <p:nvPr/>
          </p:nvSpPr>
          <p:spPr bwMode="auto">
            <a:xfrm>
              <a:off x="7152889" y="5054065"/>
              <a:ext cx="159448" cy="160910"/>
            </a:xfrm>
            <a:custGeom>
              <a:avLst/>
              <a:gdLst>
                <a:gd name="T0" fmla="*/ 0 w 218"/>
                <a:gd name="T1" fmla="*/ 220 h 220"/>
                <a:gd name="T2" fmla="*/ 218 w 218"/>
                <a:gd name="T3" fmla="*/ 109 h 220"/>
                <a:gd name="T4" fmla="*/ 0 w 218"/>
                <a:gd name="T5" fmla="*/ 0 h 220"/>
                <a:gd name="T6" fmla="*/ 0 w 218"/>
                <a:gd name="T7" fmla="*/ 220 h 220"/>
              </a:gdLst>
              <a:ahLst/>
              <a:cxnLst>
                <a:cxn ang="0">
                  <a:pos x="T0" y="T1"/>
                </a:cxn>
                <a:cxn ang="0">
                  <a:pos x="T2" y="T3"/>
                </a:cxn>
                <a:cxn ang="0">
                  <a:pos x="T4" y="T5"/>
                </a:cxn>
                <a:cxn ang="0">
                  <a:pos x="T6" y="T7"/>
                </a:cxn>
              </a:cxnLst>
              <a:rect l="0" t="0" r="r" b="b"/>
              <a:pathLst>
                <a:path w="218" h="220">
                  <a:moveTo>
                    <a:pt x="0" y="220"/>
                  </a:moveTo>
                  <a:lnTo>
                    <a:pt x="218" y="109"/>
                  </a:lnTo>
                  <a:lnTo>
                    <a:pt x="0" y="0"/>
                  </a:lnTo>
                  <a:lnTo>
                    <a:pt x="0"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8" name="Freeform 122"/>
            <p:cNvSpPr>
              <a:spLocks/>
            </p:cNvSpPr>
            <p:nvPr/>
          </p:nvSpPr>
          <p:spPr bwMode="auto">
            <a:xfrm>
              <a:off x="7152889" y="5133788"/>
              <a:ext cx="159448" cy="81187"/>
            </a:xfrm>
            <a:custGeom>
              <a:avLst/>
              <a:gdLst>
                <a:gd name="T0" fmla="*/ 218 w 218"/>
                <a:gd name="T1" fmla="*/ 0 h 111"/>
                <a:gd name="T2" fmla="*/ 0 w 218"/>
                <a:gd name="T3" fmla="*/ 0 h 111"/>
                <a:gd name="T4" fmla="*/ 0 w 218"/>
                <a:gd name="T5" fmla="*/ 111 h 111"/>
                <a:gd name="T6" fmla="*/ 218 w 218"/>
                <a:gd name="T7" fmla="*/ 0 h 111"/>
              </a:gdLst>
              <a:ahLst/>
              <a:cxnLst>
                <a:cxn ang="0">
                  <a:pos x="T0" y="T1"/>
                </a:cxn>
                <a:cxn ang="0">
                  <a:pos x="T2" y="T3"/>
                </a:cxn>
                <a:cxn ang="0">
                  <a:pos x="T4" y="T5"/>
                </a:cxn>
                <a:cxn ang="0">
                  <a:pos x="T6" y="T7"/>
                </a:cxn>
              </a:cxnLst>
              <a:rect l="0" t="0" r="r" b="b"/>
              <a:pathLst>
                <a:path w="218" h="111">
                  <a:moveTo>
                    <a:pt x="218" y="0"/>
                  </a:moveTo>
                  <a:lnTo>
                    <a:pt x="0" y="0"/>
                  </a:lnTo>
                  <a:lnTo>
                    <a:pt x="0" y="111"/>
                  </a:lnTo>
                  <a:lnTo>
                    <a:pt x="218" y="0"/>
                  </a:lnTo>
                  <a:close/>
                </a:path>
              </a:pathLst>
            </a:custGeom>
            <a:solidFill>
              <a:schemeClr val="accent3">
                <a:lumMod val="75000"/>
              </a:schemeClr>
            </a:solidFill>
            <a:ln>
              <a:noFill/>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29" name="Freeform 123"/>
            <p:cNvSpPr>
              <a:spLocks/>
            </p:cNvSpPr>
            <p:nvPr/>
          </p:nvSpPr>
          <p:spPr bwMode="auto">
            <a:xfrm>
              <a:off x="7152889" y="5133788"/>
              <a:ext cx="159448" cy="81187"/>
            </a:xfrm>
            <a:custGeom>
              <a:avLst/>
              <a:gdLst>
                <a:gd name="T0" fmla="*/ 218 w 218"/>
                <a:gd name="T1" fmla="*/ 0 h 111"/>
                <a:gd name="T2" fmla="*/ 0 w 218"/>
                <a:gd name="T3" fmla="*/ 0 h 111"/>
                <a:gd name="T4" fmla="*/ 0 w 218"/>
                <a:gd name="T5" fmla="*/ 111 h 111"/>
                <a:gd name="T6" fmla="*/ 218 w 218"/>
                <a:gd name="T7" fmla="*/ 0 h 111"/>
              </a:gdLst>
              <a:ahLst/>
              <a:cxnLst>
                <a:cxn ang="0">
                  <a:pos x="T0" y="T1"/>
                </a:cxn>
                <a:cxn ang="0">
                  <a:pos x="T2" y="T3"/>
                </a:cxn>
                <a:cxn ang="0">
                  <a:pos x="T4" y="T5"/>
                </a:cxn>
                <a:cxn ang="0">
                  <a:pos x="T6" y="T7"/>
                </a:cxn>
              </a:cxnLst>
              <a:rect l="0" t="0" r="r" b="b"/>
              <a:pathLst>
                <a:path w="218" h="111">
                  <a:moveTo>
                    <a:pt x="218" y="0"/>
                  </a:moveTo>
                  <a:lnTo>
                    <a:pt x="0" y="0"/>
                  </a:lnTo>
                  <a:lnTo>
                    <a:pt x="0" y="111"/>
                  </a:lnTo>
                  <a:lnTo>
                    <a:pt x="21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grpSp>
        <p:nvGrpSpPr>
          <p:cNvPr id="30" name="Group 37"/>
          <p:cNvGrpSpPr/>
          <p:nvPr/>
        </p:nvGrpSpPr>
        <p:grpSpPr>
          <a:xfrm>
            <a:off x="5654538" y="3798154"/>
            <a:ext cx="2023755" cy="1593464"/>
            <a:chOff x="5700306" y="3845773"/>
            <a:chExt cx="1912641" cy="1505976"/>
          </a:xfrm>
        </p:grpSpPr>
        <p:sp>
          <p:nvSpPr>
            <p:cNvPr id="31" name="Freeform 95"/>
            <p:cNvSpPr>
              <a:spLocks/>
            </p:cNvSpPr>
            <p:nvPr/>
          </p:nvSpPr>
          <p:spPr bwMode="auto">
            <a:xfrm>
              <a:off x="5700306" y="3845773"/>
              <a:ext cx="1912641" cy="1505976"/>
            </a:xfrm>
            <a:custGeom>
              <a:avLst/>
              <a:gdLst>
                <a:gd name="T0" fmla="*/ 771 w 1105"/>
                <a:gd name="T1" fmla="*/ 0 h 870"/>
                <a:gd name="T2" fmla="*/ 792 w 1105"/>
                <a:gd name="T3" fmla="*/ 79 h 870"/>
                <a:gd name="T4" fmla="*/ 635 w 1105"/>
                <a:gd name="T5" fmla="*/ 236 h 870"/>
                <a:gd name="T6" fmla="*/ 478 w 1105"/>
                <a:gd name="T7" fmla="*/ 79 h 870"/>
                <a:gd name="T8" fmla="*/ 499 w 1105"/>
                <a:gd name="T9" fmla="*/ 0 h 870"/>
                <a:gd name="T10" fmla="*/ 235 w 1105"/>
                <a:gd name="T11" fmla="*/ 0 h 870"/>
                <a:gd name="T12" fmla="*/ 235 w 1105"/>
                <a:gd name="T13" fmla="*/ 311 h 870"/>
                <a:gd name="T14" fmla="*/ 140 w 1105"/>
                <a:gd name="T15" fmla="*/ 273 h 870"/>
                <a:gd name="T16" fmla="*/ 0 w 1105"/>
                <a:gd name="T17" fmla="*/ 413 h 870"/>
                <a:gd name="T18" fmla="*/ 140 w 1105"/>
                <a:gd name="T19" fmla="*/ 552 h 870"/>
                <a:gd name="T20" fmla="*/ 235 w 1105"/>
                <a:gd name="T21" fmla="*/ 514 h 870"/>
                <a:gd name="T22" fmla="*/ 235 w 1105"/>
                <a:gd name="T23" fmla="*/ 870 h 870"/>
                <a:gd name="T24" fmla="*/ 1105 w 1105"/>
                <a:gd name="T25" fmla="*/ 0 h 870"/>
                <a:gd name="T26" fmla="*/ 771 w 1105"/>
                <a:gd name="T27" fmla="*/ 0 h 8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5" h="870">
                  <a:moveTo>
                    <a:pt x="771" y="0"/>
                  </a:moveTo>
                  <a:cubicBezTo>
                    <a:pt x="785" y="23"/>
                    <a:pt x="792" y="50"/>
                    <a:pt x="792" y="79"/>
                  </a:cubicBezTo>
                  <a:cubicBezTo>
                    <a:pt x="792" y="165"/>
                    <a:pt x="722" y="236"/>
                    <a:pt x="635" y="236"/>
                  </a:cubicBezTo>
                  <a:cubicBezTo>
                    <a:pt x="548" y="236"/>
                    <a:pt x="478" y="165"/>
                    <a:pt x="478" y="79"/>
                  </a:cubicBezTo>
                  <a:cubicBezTo>
                    <a:pt x="478" y="50"/>
                    <a:pt x="485" y="23"/>
                    <a:pt x="499" y="0"/>
                  </a:cubicBezTo>
                  <a:cubicBezTo>
                    <a:pt x="235" y="0"/>
                    <a:pt x="235" y="0"/>
                    <a:pt x="235" y="0"/>
                  </a:cubicBezTo>
                  <a:cubicBezTo>
                    <a:pt x="235" y="311"/>
                    <a:pt x="235" y="311"/>
                    <a:pt x="235" y="311"/>
                  </a:cubicBezTo>
                  <a:cubicBezTo>
                    <a:pt x="210" y="287"/>
                    <a:pt x="177" y="273"/>
                    <a:pt x="140" y="273"/>
                  </a:cubicBezTo>
                  <a:cubicBezTo>
                    <a:pt x="63" y="273"/>
                    <a:pt x="0" y="335"/>
                    <a:pt x="0" y="413"/>
                  </a:cubicBezTo>
                  <a:cubicBezTo>
                    <a:pt x="0" y="490"/>
                    <a:pt x="63" y="552"/>
                    <a:pt x="140" y="552"/>
                  </a:cubicBezTo>
                  <a:cubicBezTo>
                    <a:pt x="177" y="552"/>
                    <a:pt x="210" y="538"/>
                    <a:pt x="235" y="514"/>
                  </a:cubicBezTo>
                  <a:cubicBezTo>
                    <a:pt x="235" y="870"/>
                    <a:pt x="235" y="870"/>
                    <a:pt x="235" y="870"/>
                  </a:cubicBezTo>
                  <a:cubicBezTo>
                    <a:pt x="714" y="867"/>
                    <a:pt x="1102" y="479"/>
                    <a:pt x="1105" y="0"/>
                  </a:cubicBezTo>
                  <a:cubicBezTo>
                    <a:pt x="771" y="0"/>
                    <a:pt x="771" y="0"/>
                    <a:pt x="771" y="0"/>
                  </a:cubicBezTo>
                </a:path>
              </a:pathLst>
            </a:custGeom>
            <a:solidFill>
              <a:schemeClr val="accent3"/>
            </a:solidFill>
            <a:ln w="9525">
              <a:solidFill>
                <a:schemeClr val="accent3">
                  <a:lumMod val="75000"/>
                </a:schemeClr>
              </a:solidFill>
              <a:round/>
              <a:headEnd/>
              <a:tailEnd/>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nvGrpSpPr>
            <p:cNvPr id="32" name="Group 39"/>
            <p:cNvGrpSpPr/>
            <p:nvPr/>
          </p:nvGrpSpPr>
          <p:grpSpPr>
            <a:xfrm>
              <a:off x="6434568" y="4389842"/>
              <a:ext cx="518520" cy="519407"/>
              <a:chOff x="7275629" y="3973834"/>
              <a:chExt cx="464344" cy="465138"/>
            </a:xfrm>
            <a:solidFill>
              <a:schemeClr val="bg1"/>
            </a:solidFill>
          </p:grpSpPr>
          <p:sp>
            <p:nvSpPr>
              <p:cNvPr id="33" name="AutoShape 37"/>
              <p:cNvSpPr>
                <a:spLocks/>
              </p:cNvSpPr>
              <p:nvPr/>
            </p:nvSpPr>
            <p:spPr bwMode="auto">
              <a:xfrm>
                <a:off x="7275629" y="401749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34" name="AutoShape 38"/>
              <p:cNvSpPr>
                <a:spLocks/>
              </p:cNvSpPr>
              <p:nvPr/>
            </p:nvSpPr>
            <p:spPr bwMode="auto">
              <a:xfrm>
                <a:off x="7478829" y="420640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35" name="AutoShape 39"/>
              <p:cNvSpPr>
                <a:spLocks/>
              </p:cNvSpPr>
              <p:nvPr/>
            </p:nvSpPr>
            <p:spPr bwMode="auto">
              <a:xfrm>
                <a:off x="7667742" y="397383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36" name="AutoShape 40"/>
              <p:cNvSpPr>
                <a:spLocks/>
              </p:cNvSpPr>
              <p:nvPr/>
            </p:nvSpPr>
            <p:spPr bwMode="auto">
              <a:xfrm>
                <a:off x="7391517" y="419211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37" name="AutoShape 41"/>
              <p:cNvSpPr>
                <a:spLocks/>
              </p:cNvSpPr>
              <p:nvPr/>
            </p:nvSpPr>
            <p:spPr bwMode="auto">
              <a:xfrm>
                <a:off x="7449460" y="429371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38" name="AutoShape 42"/>
              <p:cNvSpPr>
                <a:spLocks/>
              </p:cNvSpPr>
              <p:nvPr/>
            </p:nvSpPr>
            <p:spPr bwMode="auto">
              <a:xfrm>
                <a:off x="7682029" y="407543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grpSp>
      </p:grpSp>
      <p:grpSp>
        <p:nvGrpSpPr>
          <p:cNvPr id="39" name="Group 46"/>
          <p:cNvGrpSpPr/>
          <p:nvPr/>
        </p:nvGrpSpPr>
        <p:grpSpPr>
          <a:xfrm>
            <a:off x="4468147" y="3387985"/>
            <a:ext cx="1584177" cy="2003632"/>
            <a:chOff x="4579053" y="3458125"/>
            <a:chExt cx="1497199" cy="1893624"/>
          </a:xfrm>
        </p:grpSpPr>
        <p:sp>
          <p:nvSpPr>
            <p:cNvPr id="40" name="Freeform 90"/>
            <p:cNvSpPr>
              <a:spLocks/>
            </p:cNvSpPr>
            <p:nvPr/>
          </p:nvSpPr>
          <p:spPr bwMode="auto">
            <a:xfrm>
              <a:off x="4579053" y="3458125"/>
              <a:ext cx="1497199" cy="1893624"/>
            </a:xfrm>
            <a:custGeom>
              <a:avLst/>
              <a:gdLst>
                <a:gd name="T0" fmla="*/ 788 w 865"/>
                <a:gd name="T1" fmla="*/ 479 h 1094"/>
                <a:gd name="T2" fmla="*/ 865 w 865"/>
                <a:gd name="T3" fmla="*/ 500 h 1094"/>
                <a:gd name="T4" fmla="*/ 865 w 865"/>
                <a:gd name="T5" fmla="*/ 224 h 1094"/>
                <a:gd name="T6" fmla="*/ 596 w 865"/>
                <a:gd name="T7" fmla="*/ 224 h 1094"/>
                <a:gd name="T8" fmla="*/ 624 w 865"/>
                <a:gd name="T9" fmla="*/ 140 h 1094"/>
                <a:gd name="T10" fmla="*/ 484 w 865"/>
                <a:gd name="T11" fmla="*/ 0 h 1094"/>
                <a:gd name="T12" fmla="*/ 345 w 865"/>
                <a:gd name="T13" fmla="*/ 140 h 1094"/>
                <a:gd name="T14" fmla="*/ 373 w 865"/>
                <a:gd name="T15" fmla="*/ 224 h 1094"/>
                <a:gd name="T16" fmla="*/ 0 w 865"/>
                <a:gd name="T17" fmla="*/ 224 h 1094"/>
                <a:gd name="T18" fmla="*/ 865 w 865"/>
                <a:gd name="T19" fmla="*/ 1094 h 1094"/>
                <a:gd name="T20" fmla="*/ 865 w 865"/>
                <a:gd name="T21" fmla="*/ 773 h 1094"/>
                <a:gd name="T22" fmla="*/ 788 w 865"/>
                <a:gd name="T23" fmla="*/ 794 h 1094"/>
                <a:gd name="T24" fmla="*/ 630 w 865"/>
                <a:gd name="T25" fmla="*/ 637 h 1094"/>
                <a:gd name="T26" fmla="*/ 788 w 865"/>
                <a:gd name="T27" fmla="*/ 479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5" h="1094">
                  <a:moveTo>
                    <a:pt x="788" y="479"/>
                  </a:moveTo>
                  <a:cubicBezTo>
                    <a:pt x="816" y="479"/>
                    <a:pt x="842" y="487"/>
                    <a:pt x="865" y="500"/>
                  </a:cubicBezTo>
                  <a:cubicBezTo>
                    <a:pt x="865" y="224"/>
                    <a:pt x="865" y="224"/>
                    <a:pt x="865" y="224"/>
                  </a:cubicBezTo>
                  <a:cubicBezTo>
                    <a:pt x="596" y="224"/>
                    <a:pt x="596" y="224"/>
                    <a:pt x="596" y="224"/>
                  </a:cubicBezTo>
                  <a:cubicBezTo>
                    <a:pt x="613" y="201"/>
                    <a:pt x="624" y="172"/>
                    <a:pt x="624" y="140"/>
                  </a:cubicBezTo>
                  <a:cubicBezTo>
                    <a:pt x="624" y="63"/>
                    <a:pt x="561" y="0"/>
                    <a:pt x="484" y="0"/>
                  </a:cubicBezTo>
                  <a:cubicBezTo>
                    <a:pt x="407" y="0"/>
                    <a:pt x="345" y="63"/>
                    <a:pt x="345" y="140"/>
                  </a:cubicBezTo>
                  <a:cubicBezTo>
                    <a:pt x="345" y="172"/>
                    <a:pt x="355" y="201"/>
                    <a:pt x="373" y="224"/>
                  </a:cubicBezTo>
                  <a:cubicBezTo>
                    <a:pt x="0" y="224"/>
                    <a:pt x="0" y="224"/>
                    <a:pt x="0" y="224"/>
                  </a:cubicBezTo>
                  <a:cubicBezTo>
                    <a:pt x="3" y="702"/>
                    <a:pt x="388" y="1088"/>
                    <a:pt x="865" y="1094"/>
                  </a:cubicBezTo>
                  <a:cubicBezTo>
                    <a:pt x="865" y="773"/>
                    <a:pt x="865" y="773"/>
                    <a:pt x="865" y="773"/>
                  </a:cubicBezTo>
                  <a:cubicBezTo>
                    <a:pt x="842" y="786"/>
                    <a:pt x="816" y="794"/>
                    <a:pt x="788" y="794"/>
                  </a:cubicBezTo>
                  <a:cubicBezTo>
                    <a:pt x="701" y="794"/>
                    <a:pt x="630" y="723"/>
                    <a:pt x="630" y="637"/>
                  </a:cubicBezTo>
                  <a:cubicBezTo>
                    <a:pt x="630" y="550"/>
                    <a:pt x="701" y="479"/>
                    <a:pt x="788" y="479"/>
                  </a:cubicBezTo>
                </a:path>
              </a:pathLst>
            </a:custGeom>
            <a:solidFill>
              <a:schemeClr val="accent4"/>
            </a:solidFill>
            <a:ln w="9525">
              <a:solidFill>
                <a:schemeClr val="accent4">
                  <a:lumMod val="75000"/>
                </a:schemeClr>
              </a:solidFill>
              <a:round/>
              <a:headEnd/>
              <a:tailEnd/>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sp>
          <p:nvSpPr>
            <p:cNvPr id="41" name="AutoShape 117"/>
            <p:cNvSpPr>
              <a:spLocks/>
            </p:cNvSpPr>
            <p:nvPr/>
          </p:nvSpPr>
          <p:spPr bwMode="auto">
            <a:xfrm>
              <a:off x="5041304" y="4148943"/>
              <a:ext cx="518520" cy="389111"/>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grpSp>
      <p:grpSp>
        <p:nvGrpSpPr>
          <p:cNvPr id="42" name="Group 49"/>
          <p:cNvGrpSpPr/>
          <p:nvPr/>
        </p:nvGrpSpPr>
        <p:grpSpPr>
          <a:xfrm>
            <a:off x="6085599" y="2181472"/>
            <a:ext cx="1592689" cy="2016015"/>
            <a:chOff x="6107703" y="2317855"/>
            <a:chExt cx="1505244" cy="1905326"/>
          </a:xfrm>
        </p:grpSpPr>
        <p:sp>
          <p:nvSpPr>
            <p:cNvPr id="43" name="Freeform 83"/>
            <p:cNvSpPr>
              <a:spLocks/>
            </p:cNvSpPr>
            <p:nvPr/>
          </p:nvSpPr>
          <p:spPr bwMode="auto">
            <a:xfrm>
              <a:off x="6107703" y="2317855"/>
              <a:ext cx="1505244" cy="1905326"/>
            </a:xfrm>
            <a:custGeom>
              <a:avLst/>
              <a:gdLst>
                <a:gd name="T0" fmla="*/ 870 w 870"/>
                <a:gd name="T1" fmla="*/ 865 h 1101"/>
                <a:gd name="T2" fmla="*/ 0 w 870"/>
                <a:gd name="T3" fmla="*/ 0 h 1101"/>
                <a:gd name="T4" fmla="*/ 0 w 870"/>
                <a:gd name="T5" fmla="*/ 333 h 1101"/>
                <a:gd name="T6" fmla="*/ 79 w 870"/>
                <a:gd name="T7" fmla="*/ 312 h 1101"/>
                <a:gd name="T8" fmla="*/ 236 w 870"/>
                <a:gd name="T9" fmla="*/ 469 h 1101"/>
                <a:gd name="T10" fmla="*/ 79 w 870"/>
                <a:gd name="T11" fmla="*/ 627 h 1101"/>
                <a:gd name="T12" fmla="*/ 0 w 870"/>
                <a:gd name="T13" fmla="*/ 606 h 1101"/>
                <a:gd name="T14" fmla="*/ 0 w 870"/>
                <a:gd name="T15" fmla="*/ 865 h 1101"/>
                <a:gd name="T16" fmla="*/ 299 w 870"/>
                <a:gd name="T17" fmla="*/ 865 h 1101"/>
                <a:gd name="T18" fmla="*/ 260 w 870"/>
                <a:gd name="T19" fmla="*/ 962 h 1101"/>
                <a:gd name="T20" fmla="*/ 400 w 870"/>
                <a:gd name="T21" fmla="*/ 1101 h 1101"/>
                <a:gd name="T22" fmla="*/ 540 w 870"/>
                <a:gd name="T23" fmla="*/ 962 h 1101"/>
                <a:gd name="T24" fmla="*/ 501 w 870"/>
                <a:gd name="T25" fmla="*/ 865 h 1101"/>
                <a:gd name="T26" fmla="*/ 870 w 870"/>
                <a:gd name="T27" fmla="*/ 8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1101">
                  <a:moveTo>
                    <a:pt x="870" y="865"/>
                  </a:moveTo>
                  <a:cubicBezTo>
                    <a:pt x="864" y="388"/>
                    <a:pt x="478" y="3"/>
                    <a:pt x="0" y="0"/>
                  </a:cubicBezTo>
                  <a:cubicBezTo>
                    <a:pt x="0" y="333"/>
                    <a:pt x="0" y="333"/>
                    <a:pt x="0" y="333"/>
                  </a:cubicBezTo>
                  <a:cubicBezTo>
                    <a:pt x="23" y="320"/>
                    <a:pt x="50" y="312"/>
                    <a:pt x="79" y="312"/>
                  </a:cubicBezTo>
                  <a:cubicBezTo>
                    <a:pt x="165" y="312"/>
                    <a:pt x="236" y="383"/>
                    <a:pt x="236" y="469"/>
                  </a:cubicBezTo>
                  <a:cubicBezTo>
                    <a:pt x="236" y="556"/>
                    <a:pt x="165" y="627"/>
                    <a:pt x="79" y="627"/>
                  </a:cubicBezTo>
                  <a:cubicBezTo>
                    <a:pt x="50" y="627"/>
                    <a:pt x="23" y="619"/>
                    <a:pt x="0" y="606"/>
                  </a:cubicBezTo>
                  <a:cubicBezTo>
                    <a:pt x="0" y="865"/>
                    <a:pt x="0" y="865"/>
                    <a:pt x="0" y="865"/>
                  </a:cubicBezTo>
                  <a:cubicBezTo>
                    <a:pt x="299" y="865"/>
                    <a:pt x="299" y="865"/>
                    <a:pt x="299" y="865"/>
                  </a:cubicBezTo>
                  <a:cubicBezTo>
                    <a:pt x="275" y="890"/>
                    <a:pt x="260" y="924"/>
                    <a:pt x="260" y="962"/>
                  </a:cubicBezTo>
                  <a:cubicBezTo>
                    <a:pt x="260" y="1039"/>
                    <a:pt x="323" y="1101"/>
                    <a:pt x="400" y="1101"/>
                  </a:cubicBezTo>
                  <a:cubicBezTo>
                    <a:pt x="477" y="1101"/>
                    <a:pt x="540" y="1039"/>
                    <a:pt x="540" y="962"/>
                  </a:cubicBezTo>
                  <a:cubicBezTo>
                    <a:pt x="540" y="924"/>
                    <a:pt x="525" y="890"/>
                    <a:pt x="501" y="865"/>
                  </a:cubicBezTo>
                  <a:cubicBezTo>
                    <a:pt x="870" y="865"/>
                    <a:pt x="870" y="865"/>
                    <a:pt x="870" y="865"/>
                  </a:cubicBezTo>
                </a:path>
              </a:pathLst>
            </a:custGeom>
            <a:solidFill>
              <a:schemeClr val="accent2"/>
            </a:solidFill>
            <a:ln w="9525">
              <a:solidFill>
                <a:schemeClr val="accent2">
                  <a:lumMod val="75000"/>
                </a:schemeClr>
              </a:solidFill>
              <a:round/>
              <a:headEnd/>
              <a:tailEnd/>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nvGrpSpPr>
            <p:cNvPr id="44" name="Group 51"/>
            <p:cNvGrpSpPr/>
            <p:nvPr/>
          </p:nvGrpSpPr>
          <p:grpSpPr>
            <a:xfrm>
              <a:off x="6645078" y="3043618"/>
              <a:ext cx="518520" cy="518520"/>
              <a:chOff x="4427654" y="3049909"/>
              <a:chExt cx="464344" cy="464344"/>
            </a:xfrm>
            <a:solidFill>
              <a:schemeClr val="bg1"/>
            </a:solidFill>
          </p:grpSpPr>
          <p:sp>
            <p:nvSpPr>
              <p:cNvPr id="45" name="AutoShape 123"/>
              <p:cNvSpPr>
                <a:spLocks/>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46" name="AutoShape 124"/>
              <p:cNvSpPr>
                <a:spLocks/>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47" name="AutoShape 125"/>
              <p:cNvSpPr>
                <a:spLocks/>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grpSp>
      </p:grpSp>
      <p:grpSp>
        <p:nvGrpSpPr>
          <p:cNvPr id="48" name="Group 55"/>
          <p:cNvGrpSpPr/>
          <p:nvPr/>
        </p:nvGrpSpPr>
        <p:grpSpPr>
          <a:xfrm>
            <a:off x="4468144" y="2181475"/>
            <a:ext cx="2016015" cy="1584177"/>
            <a:chOff x="4579053" y="2317855"/>
            <a:chExt cx="1905326" cy="1497199"/>
          </a:xfrm>
        </p:grpSpPr>
        <p:sp>
          <p:nvSpPr>
            <p:cNvPr id="49" name="Freeform 66"/>
            <p:cNvSpPr>
              <a:spLocks/>
            </p:cNvSpPr>
            <p:nvPr/>
          </p:nvSpPr>
          <p:spPr bwMode="auto">
            <a:xfrm>
              <a:off x="4579053" y="2317855"/>
              <a:ext cx="1905326" cy="1497199"/>
            </a:xfrm>
            <a:custGeom>
              <a:avLst/>
              <a:gdLst>
                <a:gd name="T0" fmla="*/ 962 w 1101"/>
                <a:gd name="T1" fmla="*/ 330 h 865"/>
                <a:gd name="T2" fmla="*/ 865 w 1101"/>
                <a:gd name="T3" fmla="*/ 369 h 865"/>
                <a:gd name="T4" fmla="*/ 865 w 1101"/>
                <a:gd name="T5" fmla="*/ 0 h 865"/>
                <a:gd name="T6" fmla="*/ 0 w 1101"/>
                <a:gd name="T7" fmla="*/ 865 h 865"/>
                <a:gd name="T8" fmla="*/ 342 w 1101"/>
                <a:gd name="T9" fmla="*/ 865 h 865"/>
                <a:gd name="T10" fmla="*/ 327 w 1101"/>
                <a:gd name="T11" fmla="*/ 799 h 865"/>
                <a:gd name="T12" fmla="*/ 484 w 1101"/>
                <a:gd name="T13" fmla="*/ 642 h 865"/>
                <a:gd name="T14" fmla="*/ 642 w 1101"/>
                <a:gd name="T15" fmla="*/ 799 h 865"/>
                <a:gd name="T16" fmla="*/ 627 w 1101"/>
                <a:gd name="T17" fmla="*/ 865 h 865"/>
                <a:gd name="T18" fmla="*/ 865 w 1101"/>
                <a:gd name="T19" fmla="*/ 865 h 865"/>
                <a:gd name="T20" fmla="*/ 865 w 1101"/>
                <a:gd name="T21" fmla="*/ 570 h 865"/>
                <a:gd name="T22" fmla="*/ 962 w 1101"/>
                <a:gd name="T23" fmla="*/ 609 h 865"/>
                <a:gd name="T24" fmla="*/ 1101 w 1101"/>
                <a:gd name="T25" fmla="*/ 469 h 865"/>
                <a:gd name="T26" fmla="*/ 962 w 1101"/>
                <a:gd name="T27" fmla="*/ 33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1" h="865">
                  <a:moveTo>
                    <a:pt x="962" y="330"/>
                  </a:moveTo>
                  <a:cubicBezTo>
                    <a:pt x="924" y="330"/>
                    <a:pt x="890" y="345"/>
                    <a:pt x="865" y="369"/>
                  </a:cubicBezTo>
                  <a:cubicBezTo>
                    <a:pt x="865" y="0"/>
                    <a:pt x="865" y="0"/>
                    <a:pt x="865" y="0"/>
                  </a:cubicBezTo>
                  <a:cubicBezTo>
                    <a:pt x="390" y="6"/>
                    <a:pt x="6" y="390"/>
                    <a:pt x="0" y="865"/>
                  </a:cubicBezTo>
                  <a:cubicBezTo>
                    <a:pt x="342" y="865"/>
                    <a:pt x="342" y="865"/>
                    <a:pt x="342" y="865"/>
                  </a:cubicBezTo>
                  <a:cubicBezTo>
                    <a:pt x="332" y="845"/>
                    <a:pt x="327" y="823"/>
                    <a:pt x="327" y="799"/>
                  </a:cubicBezTo>
                  <a:cubicBezTo>
                    <a:pt x="327" y="712"/>
                    <a:pt x="398" y="642"/>
                    <a:pt x="484" y="642"/>
                  </a:cubicBezTo>
                  <a:cubicBezTo>
                    <a:pt x="571" y="642"/>
                    <a:pt x="642" y="712"/>
                    <a:pt x="642" y="799"/>
                  </a:cubicBezTo>
                  <a:cubicBezTo>
                    <a:pt x="642" y="823"/>
                    <a:pt x="636" y="845"/>
                    <a:pt x="627" y="865"/>
                  </a:cubicBezTo>
                  <a:cubicBezTo>
                    <a:pt x="865" y="865"/>
                    <a:pt x="865" y="865"/>
                    <a:pt x="865" y="865"/>
                  </a:cubicBezTo>
                  <a:cubicBezTo>
                    <a:pt x="865" y="570"/>
                    <a:pt x="865" y="570"/>
                    <a:pt x="865" y="570"/>
                  </a:cubicBezTo>
                  <a:cubicBezTo>
                    <a:pt x="890" y="594"/>
                    <a:pt x="924" y="609"/>
                    <a:pt x="962" y="609"/>
                  </a:cubicBezTo>
                  <a:cubicBezTo>
                    <a:pt x="1039" y="609"/>
                    <a:pt x="1101" y="547"/>
                    <a:pt x="1101" y="469"/>
                  </a:cubicBezTo>
                  <a:cubicBezTo>
                    <a:pt x="1101" y="392"/>
                    <a:pt x="1039" y="330"/>
                    <a:pt x="962" y="330"/>
                  </a:cubicBezTo>
                </a:path>
              </a:pathLst>
            </a:custGeom>
            <a:solidFill>
              <a:schemeClr val="accent5"/>
            </a:solidFill>
            <a:ln w="9525">
              <a:solidFill>
                <a:schemeClr val="accent1">
                  <a:lumMod val="75000"/>
                </a:schemeClr>
              </a:solidFill>
              <a:round/>
              <a:headEnd/>
              <a:tailEnd/>
            </a:ln>
          </p:spPr>
          <p:txBody>
            <a:bodyPr vert="horz" wrap="square" lIns="96752" tIns="48376" rIns="96752" bIns="48376" numCol="1" anchor="t" anchorCtr="0" compatLnSpc="1">
              <a:prstTxWarp prst="textNoShape">
                <a:avLst/>
              </a:prstTxWarp>
            </a:bodyPr>
            <a:lstStyle/>
            <a:p>
              <a:endParaRPr lang="en-US" sz="1429">
                <a:cs typeface="+mn-ea"/>
                <a:sym typeface="+mn-lt"/>
              </a:endParaRPr>
            </a:p>
          </p:txBody>
        </p:sp>
        <p:grpSp>
          <p:nvGrpSpPr>
            <p:cNvPr id="50" name="Group 57"/>
            <p:cNvGrpSpPr/>
            <p:nvPr/>
          </p:nvGrpSpPr>
          <p:grpSpPr>
            <a:xfrm>
              <a:off x="5240086" y="2829750"/>
              <a:ext cx="518520" cy="454702"/>
              <a:chOff x="1640798" y="2149003"/>
              <a:chExt cx="464344" cy="407194"/>
            </a:xfrm>
            <a:solidFill>
              <a:schemeClr val="bg1"/>
            </a:solidFill>
          </p:grpSpPr>
          <p:sp>
            <p:nvSpPr>
              <p:cNvPr id="51" name="AutoShape 147"/>
              <p:cNvSpPr>
                <a:spLocks/>
              </p:cNvSpPr>
              <p:nvPr/>
            </p:nvSpPr>
            <p:spPr bwMode="auto">
              <a:xfrm>
                <a:off x="1640798" y="2149003"/>
                <a:ext cx="464344" cy="407194"/>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sp>
            <p:nvSpPr>
              <p:cNvPr id="52" name="AutoShape 148"/>
              <p:cNvSpPr>
                <a:spLocks/>
              </p:cNvSpPr>
              <p:nvPr/>
            </p:nvSpPr>
            <p:spPr bwMode="auto">
              <a:xfrm>
                <a:off x="1713029" y="2222028"/>
                <a:ext cx="69056" cy="6905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157" tIns="20157" rIns="20157" bIns="20157" anchor="ctr"/>
              <a:lstStyle/>
              <a:p>
                <a:pPr algn="ctr" defTabSz="241868" hangingPunct="0"/>
                <a:endParaRPr lang="en-US" sz="1587">
                  <a:solidFill>
                    <a:srgbClr val="FFFFFF"/>
                  </a:solidFill>
                  <a:effectLst>
                    <a:outerShdw blurRad="38100" dist="38100" dir="2700000" algn="tl">
                      <a:srgbClr val="000000"/>
                    </a:outerShdw>
                  </a:effectLst>
                  <a:cs typeface="+mn-ea"/>
                  <a:sym typeface="+mn-lt"/>
                </a:endParaRPr>
              </a:p>
            </p:txBody>
          </p:sp>
        </p:grpSp>
      </p:grpSp>
      <p:sp>
        <p:nvSpPr>
          <p:cNvPr id="53" name="Rectangle 60"/>
          <p:cNvSpPr/>
          <p:nvPr/>
        </p:nvSpPr>
        <p:spPr>
          <a:xfrm>
            <a:off x="8612663" y="2094730"/>
            <a:ext cx="796251" cy="796251"/>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3809" b="1">
                <a:cs typeface="+mn-ea"/>
                <a:sym typeface="+mn-lt"/>
              </a:rPr>
              <a:t>02</a:t>
            </a:r>
            <a:endParaRPr lang="en-US" sz="3809" b="1">
              <a:cs typeface="+mn-ea"/>
              <a:sym typeface="+mn-lt"/>
            </a:endParaRPr>
          </a:p>
        </p:txBody>
      </p:sp>
      <p:sp>
        <p:nvSpPr>
          <p:cNvPr id="54" name="TextBox 53"/>
          <p:cNvSpPr txBox="1"/>
          <p:nvPr/>
        </p:nvSpPr>
        <p:spPr>
          <a:xfrm>
            <a:off x="9615083" y="1915618"/>
            <a:ext cx="798617" cy="352854"/>
          </a:xfrm>
          <a:prstGeom prst="rect">
            <a:avLst/>
          </a:prstGeom>
          <a:noFill/>
        </p:spPr>
        <p:txBody>
          <a:bodyPr wrap="none" rtlCol="0">
            <a:spAutoFit/>
          </a:bodyPr>
          <a:lstStyle/>
          <a:p>
            <a:r>
              <a:rPr lang="vi-VN" sz="1693" b="1">
                <a:solidFill>
                  <a:schemeClr val="accent2"/>
                </a:solidFill>
                <a:cs typeface="+mn-ea"/>
                <a:sym typeface="+mn-lt"/>
              </a:rPr>
              <a:t>Gears</a:t>
            </a:r>
            <a:endParaRPr lang="en-US" sz="1693" b="1" dirty="0">
              <a:solidFill>
                <a:schemeClr val="accent2"/>
              </a:solidFill>
              <a:cs typeface="+mn-ea"/>
              <a:sym typeface="+mn-lt"/>
            </a:endParaRPr>
          </a:p>
        </p:txBody>
      </p:sp>
      <p:sp>
        <p:nvSpPr>
          <p:cNvPr id="55" name="TextBox 54"/>
          <p:cNvSpPr txBox="1"/>
          <p:nvPr/>
        </p:nvSpPr>
        <p:spPr>
          <a:xfrm>
            <a:off x="9615087" y="2222337"/>
            <a:ext cx="1979612" cy="941540"/>
          </a:xfrm>
          <a:prstGeom prst="rect">
            <a:avLst/>
          </a:prstGeom>
          <a:noFill/>
        </p:spPr>
        <p:txBody>
          <a:bodyPr wrap="square" rtlCol="0">
            <a:spAutoFit/>
          </a:bodyPr>
          <a:lstStyle/>
          <a:p>
            <a:pPr>
              <a:lnSpc>
                <a:spcPct val="150000"/>
              </a:lnSpc>
            </a:pPr>
            <a:r>
              <a:rPr lang="en-US" sz="1270" dirty="0">
                <a:solidFill>
                  <a:schemeClr val="bg1">
                    <a:lumMod val="65000"/>
                  </a:schemeClr>
                </a:solidFill>
                <a:cs typeface="+mn-ea"/>
                <a:sym typeface="+mn-lt"/>
              </a:rPr>
              <a:t>Lorem ipsum dolor sit </a:t>
            </a:r>
            <a:r>
              <a:rPr lang="en-US" sz="1270" dirty="0" err="1">
                <a:solidFill>
                  <a:schemeClr val="bg1">
                    <a:lumMod val="65000"/>
                  </a:schemeClr>
                </a:solidFill>
                <a:cs typeface="+mn-ea"/>
                <a:sym typeface="+mn-lt"/>
              </a:rPr>
              <a:t>amet</a:t>
            </a:r>
            <a:r>
              <a:rPr lang="en-US" sz="1270" dirty="0">
                <a:solidFill>
                  <a:schemeClr val="bg1">
                    <a:lumMod val="65000"/>
                  </a:schemeClr>
                </a:solidFill>
                <a:cs typeface="+mn-ea"/>
                <a:sym typeface="+mn-lt"/>
              </a:rPr>
              <a:t>, cons </a:t>
            </a:r>
            <a:r>
              <a:rPr lang="en-US" sz="1270" dirty="0" err="1">
                <a:solidFill>
                  <a:schemeClr val="bg1">
                    <a:lumMod val="65000"/>
                  </a:schemeClr>
                </a:solidFill>
                <a:cs typeface="+mn-ea"/>
                <a:sym typeface="+mn-lt"/>
              </a:rPr>
              <a:t>ectetur</a:t>
            </a:r>
            <a:r>
              <a:rPr lang="en-US" sz="1270" dirty="0">
                <a:solidFill>
                  <a:schemeClr val="bg1">
                    <a:lumMod val="65000"/>
                  </a:schemeClr>
                </a:solidFill>
                <a:cs typeface="+mn-ea"/>
                <a:sym typeface="+mn-lt"/>
              </a:rPr>
              <a:t> </a:t>
            </a:r>
            <a:r>
              <a:rPr lang="en-US" sz="1270" dirty="0" err="1">
                <a:solidFill>
                  <a:schemeClr val="bg1">
                    <a:lumMod val="65000"/>
                  </a:schemeClr>
                </a:solidFill>
                <a:cs typeface="+mn-ea"/>
                <a:sym typeface="+mn-lt"/>
              </a:rPr>
              <a:t>adipiscing</a:t>
            </a:r>
            <a:r>
              <a:rPr lang="en-US" sz="1270" dirty="0">
                <a:solidFill>
                  <a:schemeClr val="bg1">
                    <a:lumMod val="65000"/>
                  </a:schemeClr>
                </a:solidFill>
                <a:cs typeface="+mn-ea"/>
                <a:sym typeface="+mn-lt"/>
              </a:rPr>
              <a:t> </a:t>
            </a:r>
            <a:r>
              <a:rPr lang="en-US" sz="1270" err="1">
                <a:solidFill>
                  <a:schemeClr val="bg1">
                    <a:lumMod val="65000"/>
                  </a:schemeClr>
                </a:solidFill>
                <a:cs typeface="+mn-ea"/>
                <a:sym typeface="+mn-lt"/>
              </a:rPr>
              <a:t>elit</a:t>
            </a:r>
            <a:r>
              <a:rPr lang="en-US" sz="1270">
                <a:solidFill>
                  <a:schemeClr val="bg1">
                    <a:lumMod val="65000"/>
                  </a:schemeClr>
                </a:solidFill>
                <a:cs typeface="+mn-ea"/>
                <a:sym typeface="+mn-lt"/>
              </a:rPr>
              <a:t>.</a:t>
            </a:r>
            <a:endParaRPr lang="en-US" sz="1270" dirty="0">
              <a:solidFill>
                <a:schemeClr val="bg1">
                  <a:lumMod val="65000"/>
                </a:schemeClr>
              </a:solidFill>
              <a:cs typeface="+mn-ea"/>
              <a:sym typeface="+mn-lt"/>
            </a:endParaRPr>
          </a:p>
        </p:txBody>
      </p:sp>
      <p:sp>
        <p:nvSpPr>
          <p:cNvPr id="56" name="Rectangle 63"/>
          <p:cNvSpPr/>
          <p:nvPr/>
        </p:nvSpPr>
        <p:spPr>
          <a:xfrm>
            <a:off x="8612663" y="4672986"/>
            <a:ext cx="796251" cy="796251"/>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3809" b="1">
                <a:cs typeface="+mn-ea"/>
                <a:sym typeface="+mn-lt"/>
              </a:rPr>
              <a:t>04</a:t>
            </a:r>
            <a:endParaRPr lang="en-US" sz="3809" b="1">
              <a:cs typeface="+mn-ea"/>
              <a:sym typeface="+mn-lt"/>
            </a:endParaRPr>
          </a:p>
        </p:txBody>
      </p:sp>
      <p:sp>
        <p:nvSpPr>
          <p:cNvPr id="57" name="TextBox 56"/>
          <p:cNvSpPr txBox="1"/>
          <p:nvPr/>
        </p:nvSpPr>
        <p:spPr>
          <a:xfrm>
            <a:off x="9615087" y="4493874"/>
            <a:ext cx="800219" cy="352854"/>
          </a:xfrm>
          <a:prstGeom prst="rect">
            <a:avLst/>
          </a:prstGeom>
          <a:noFill/>
        </p:spPr>
        <p:txBody>
          <a:bodyPr wrap="none" rtlCol="0">
            <a:spAutoFit/>
          </a:bodyPr>
          <a:lstStyle/>
          <a:p>
            <a:r>
              <a:rPr lang="vi-VN" sz="1693" b="1">
                <a:solidFill>
                  <a:schemeClr val="accent3"/>
                </a:solidFill>
                <a:cs typeface="+mn-ea"/>
                <a:sym typeface="+mn-lt"/>
              </a:rPr>
              <a:t>Bottle</a:t>
            </a:r>
            <a:endParaRPr lang="en-US" sz="1693" b="1" dirty="0">
              <a:solidFill>
                <a:schemeClr val="accent3"/>
              </a:solidFill>
              <a:cs typeface="+mn-ea"/>
              <a:sym typeface="+mn-lt"/>
            </a:endParaRPr>
          </a:p>
        </p:txBody>
      </p:sp>
      <p:sp>
        <p:nvSpPr>
          <p:cNvPr id="58" name="TextBox 57"/>
          <p:cNvSpPr txBox="1"/>
          <p:nvPr/>
        </p:nvSpPr>
        <p:spPr>
          <a:xfrm>
            <a:off x="9615087" y="4800593"/>
            <a:ext cx="1979612" cy="941540"/>
          </a:xfrm>
          <a:prstGeom prst="rect">
            <a:avLst/>
          </a:prstGeom>
          <a:noFill/>
        </p:spPr>
        <p:txBody>
          <a:bodyPr wrap="square" rtlCol="0">
            <a:spAutoFit/>
          </a:bodyPr>
          <a:lstStyle/>
          <a:p>
            <a:pPr>
              <a:lnSpc>
                <a:spcPct val="150000"/>
              </a:lnSpc>
            </a:pPr>
            <a:r>
              <a:rPr lang="en-US" sz="1270" dirty="0">
                <a:solidFill>
                  <a:schemeClr val="bg1">
                    <a:lumMod val="65000"/>
                  </a:schemeClr>
                </a:solidFill>
                <a:cs typeface="+mn-ea"/>
                <a:sym typeface="+mn-lt"/>
              </a:rPr>
              <a:t>Lorem ipsum dolor sit </a:t>
            </a:r>
            <a:r>
              <a:rPr lang="en-US" sz="1270" dirty="0" err="1">
                <a:solidFill>
                  <a:schemeClr val="bg1">
                    <a:lumMod val="65000"/>
                  </a:schemeClr>
                </a:solidFill>
                <a:cs typeface="+mn-ea"/>
                <a:sym typeface="+mn-lt"/>
              </a:rPr>
              <a:t>amet</a:t>
            </a:r>
            <a:r>
              <a:rPr lang="en-US" sz="1270" dirty="0">
                <a:solidFill>
                  <a:schemeClr val="bg1">
                    <a:lumMod val="65000"/>
                  </a:schemeClr>
                </a:solidFill>
                <a:cs typeface="+mn-ea"/>
                <a:sym typeface="+mn-lt"/>
              </a:rPr>
              <a:t>, cons </a:t>
            </a:r>
            <a:r>
              <a:rPr lang="en-US" sz="1270" dirty="0" err="1">
                <a:solidFill>
                  <a:schemeClr val="bg1">
                    <a:lumMod val="65000"/>
                  </a:schemeClr>
                </a:solidFill>
                <a:cs typeface="+mn-ea"/>
                <a:sym typeface="+mn-lt"/>
              </a:rPr>
              <a:t>ectetur</a:t>
            </a:r>
            <a:r>
              <a:rPr lang="en-US" sz="1270" dirty="0">
                <a:solidFill>
                  <a:schemeClr val="bg1">
                    <a:lumMod val="65000"/>
                  </a:schemeClr>
                </a:solidFill>
                <a:cs typeface="+mn-ea"/>
                <a:sym typeface="+mn-lt"/>
              </a:rPr>
              <a:t> </a:t>
            </a:r>
            <a:r>
              <a:rPr lang="en-US" sz="1270" dirty="0" err="1">
                <a:solidFill>
                  <a:schemeClr val="bg1">
                    <a:lumMod val="65000"/>
                  </a:schemeClr>
                </a:solidFill>
                <a:cs typeface="+mn-ea"/>
                <a:sym typeface="+mn-lt"/>
              </a:rPr>
              <a:t>adipiscing</a:t>
            </a:r>
            <a:r>
              <a:rPr lang="en-US" sz="1270" dirty="0">
                <a:solidFill>
                  <a:schemeClr val="bg1">
                    <a:lumMod val="65000"/>
                  </a:schemeClr>
                </a:solidFill>
                <a:cs typeface="+mn-ea"/>
                <a:sym typeface="+mn-lt"/>
              </a:rPr>
              <a:t> </a:t>
            </a:r>
            <a:r>
              <a:rPr lang="en-US" sz="1270" err="1">
                <a:solidFill>
                  <a:schemeClr val="bg1">
                    <a:lumMod val="65000"/>
                  </a:schemeClr>
                </a:solidFill>
                <a:cs typeface="+mn-ea"/>
                <a:sym typeface="+mn-lt"/>
              </a:rPr>
              <a:t>elit</a:t>
            </a:r>
            <a:r>
              <a:rPr lang="en-US" sz="1270">
                <a:solidFill>
                  <a:schemeClr val="bg1">
                    <a:lumMod val="65000"/>
                  </a:schemeClr>
                </a:solidFill>
                <a:cs typeface="+mn-ea"/>
                <a:sym typeface="+mn-lt"/>
              </a:rPr>
              <a:t>.</a:t>
            </a:r>
            <a:endParaRPr lang="en-US" sz="1270" dirty="0">
              <a:solidFill>
                <a:schemeClr val="bg1">
                  <a:lumMod val="65000"/>
                </a:schemeClr>
              </a:solidFill>
              <a:cs typeface="+mn-ea"/>
              <a:sym typeface="+mn-lt"/>
            </a:endParaRPr>
          </a:p>
        </p:txBody>
      </p:sp>
      <p:sp>
        <p:nvSpPr>
          <p:cNvPr id="59" name="Rectangle 66"/>
          <p:cNvSpPr/>
          <p:nvPr/>
        </p:nvSpPr>
        <p:spPr>
          <a:xfrm flipH="1">
            <a:off x="2796011" y="2094730"/>
            <a:ext cx="796251" cy="796251"/>
          </a:xfrm>
          <a:prstGeom prst="rect">
            <a:avLst/>
          </a:prstGeom>
          <a:solidFill>
            <a:schemeClr val="accent5"/>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3809" b="1" dirty="0">
                <a:cs typeface="+mn-ea"/>
                <a:sym typeface="+mn-lt"/>
              </a:rPr>
              <a:t>01</a:t>
            </a:r>
            <a:endParaRPr lang="en-US" sz="3809" b="1" dirty="0">
              <a:cs typeface="+mn-ea"/>
              <a:sym typeface="+mn-lt"/>
            </a:endParaRPr>
          </a:p>
        </p:txBody>
      </p:sp>
      <p:sp>
        <p:nvSpPr>
          <p:cNvPr id="60" name="TextBox 59"/>
          <p:cNvSpPr txBox="1"/>
          <p:nvPr/>
        </p:nvSpPr>
        <p:spPr>
          <a:xfrm flipH="1">
            <a:off x="1730315" y="1915618"/>
            <a:ext cx="859531" cy="352854"/>
          </a:xfrm>
          <a:prstGeom prst="rect">
            <a:avLst/>
          </a:prstGeom>
          <a:noFill/>
        </p:spPr>
        <p:txBody>
          <a:bodyPr wrap="none" rtlCol="0">
            <a:spAutoFit/>
          </a:bodyPr>
          <a:lstStyle/>
          <a:p>
            <a:pPr algn="r"/>
            <a:r>
              <a:rPr lang="vi-VN" sz="1693" b="1">
                <a:solidFill>
                  <a:schemeClr val="accent1"/>
                </a:solidFill>
                <a:cs typeface="+mn-ea"/>
                <a:sym typeface="+mn-lt"/>
              </a:rPr>
              <a:t>Hearts</a:t>
            </a:r>
            <a:endParaRPr lang="en-US" sz="1693" b="1" dirty="0">
              <a:solidFill>
                <a:schemeClr val="accent1"/>
              </a:solidFill>
              <a:cs typeface="+mn-ea"/>
              <a:sym typeface="+mn-lt"/>
            </a:endParaRPr>
          </a:p>
        </p:txBody>
      </p:sp>
      <p:sp>
        <p:nvSpPr>
          <p:cNvPr id="61" name="TextBox 60"/>
          <p:cNvSpPr txBox="1"/>
          <p:nvPr/>
        </p:nvSpPr>
        <p:spPr>
          <a:xfrm flipH="1">
            <a:off x="610234" y="2222337"/>
            <a:ext cx="1979612" cy="941540"/>
          </a:xfrm>
          <a:prstGeom prst="rect">
            <a:avLst/>
          </a:prstGeom>
          <a:noFill/>
        </p:spPr>
        <p:txBody>
          <a:bodyPr wrap="square" rtlCol="0">
            <a:spAutoFit/>
          </a:bodyPr>
          <a:lstStyle/>
          <a:p>
            <a:pPr algn="r">
              <a:lnSpc>
                <a:spcPct val="150000"/>
              </a:lnSpc>
            </a:pPr>
            <a:r>
              <a:rPr lang="en-US" sz="1270" dirty="0">
                <a:solidFill>
                  <a:schemeClr val="bg1">
                    <a:lumMod val="65000"/>
                  </a:schemeClr>
                </a:solidFill>
                <a:cs typeface="+mn-ea"/>
                <a:sym typeface="+mn-lt"/>
              </a:rPr>
              <a:t>Lorem ipsum dolor sit </a:t>
            </a:r>
            <a:r>
              <a:rPr lang="en-US" sz="1270" dirty="0" err="1">
                <a:solidFill>
                  <a:schemeClr val="bg1">
                    <a:lumMod val="65000"/>
                  </a:schemeClr>
                </a:solidFill>
                <a:cs typeface="+mn-ea"/>
                <a:sym typeface="+mn-lt"/>
              </a:rPr>
              <a:t>amet</a:t>
            </a:r>
            <a:r>
              <a:rPr lang="en-US" sz="1270" dirty="0">
                <a:solidFill>
                  <a:schemeClr val="bg1">
                    <a:lumMod val="65000"/>
                  </a:schemeClr>
                </a:solidFill>
                <a:cs typeface="+mn-ea"/>
                <a:sym typeface="+mn-lt"/>
              </a:rPr>
              <a:t>, cons </a:t>
            </a:r>
            <a:r>
              <a:rPr lang="en-US" sz="1270" dirty="0" err="1">
                <a:solidFill>
                  <a:schemeClr val="bg1">
                    <a:lumMod val="65000"/>
                  </a:schemeClr>
                </a:solidFill>
                <a:cs typeface="+mn-ea"/>
                <a:sym typeface="+mn-lt"/>
              </a:rPr>
              <a:t>ectetur</a:t>
            </a:r>
            <a:r>
              <a:rPr lang="en-US" sz="1270" dirty="0">
                <a:solidFill>
                  <a:schemeClr val="bg1">
                    <a:lumMod val="65000"/>
                  </a:schemeClr>
                </a:solidFill>
                <a:cs typeface="+mn-ea"/>
                <a:sym typeface="+mn-lt"/>
              </a:rPr>
              <a:t> </a:t>
            </a:r>
            <a:r>
              <a:rPr lang="en-US" sz="1270" dirty="0" err="1">
                <a:solidFill>
                  <a:schemeClr val="bg1">
                    <a:lumMod val="65000"/>
                  </a:schemeClr>
                </a:solidFill>
                <a:cs typeface="+mn-ea"/>
                <a:sym typeface="+mn-lt"/>
              </a:rPr>
              <a:t>adipiscing</a:t>
            </a:r>
            <a:r>
              <a:rPr lang="en-US" sz="1270" dirty="0">
                <a:solidFill>
                  <a:schemeClr val="bg1">
                    <a:lumMod val="65000"/>
                  </a:schemeClr>
                </a:solidFill>
                <a:cs typeface="+mn-ea"/>
                <a:sym typeface="+mn-lt"/>
              </a:rPr>
              <a:t> </a:t>
            </a:r>
            <a:r>
              <a:rPr lang="en-US" sz="1270" err="1">
                <a:solidFill>
                  <a:schemeClr val="bg1">
                    <a:lumMod val="65000"/>
                  </a:schemeClr>
                </a:solidFill>
                <a:cs typeface="+mn-ea"/>
                <a:sym typeface="+mn-lt"/>
              </a:rPr>
              <a:t>elit</a:t>
            </a:r>
            <a:r>
              <a:rPr lang="en-US" sz="1270">
                <a:solidFill>
                  <a:schemeClr val="bg1">
                    <a:lumMod val="65000"/>
                  </a:schemeClr>
                </a:solidFill>
                <a:cs typeface="+mn-ea"/>
                <a:sym typeface="+mn-lt"/>
              </a:rPr>
              <a:t>.</a:t>
            </a:r>
            <a:endParaRPr lang="en-US" sz="1270" dirty="0">
              <a:solidFill>
                <a:schemeClr val="bg1">
                  <a:lumMod val="65000"/>
                </a:schemeClr>
              </a:solidFill>
              <a:cs typeface="+mn-ea"/>
              <a:sym typeface="+mn-lt"/>
            </a:endParaRPr>
          </a:p>
        </p:txBody>
      </p:sp>
      <p:sp>
        <p:nvSpPr>
          <p:cNvPr id="62" name="Rectangle 69"/>
          <p:cNvSpPr/>
          <p:nvPr/>
        </p:nvSpPr>
        <p:spPr>
          <a:xfrm flipH="1">
            <a:off x="2796011" y="4672986"/>
            <a:ext cx="796251" cy="796251"/>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3809" b="1">
                <a:cs typeface="+mn-ea"/>
                <a:sym typeface="+mn-lt"/>
              </a:rPr>
              <a:t>03</a:t>
            </a:r>
            <a:endParaRPr lang="en-US" sz="3809" b="1">
              <a:cs typeface="+mn-ea"/>
              <a:sym typeface="+mn-lt"/>
            </a:endParaRPr>
          </a:p>
        </p:txBody>
      </p:sp>
      <p:sp>
        <p:nvSpPr>
          <p:cNvPr id="63" name="TextBox 62"/>
          <p:cNvSpPr txBox="1"/>
          <p:nvPr/>
        </p:nvSpPr>
        <p:spPr>
          <a:xfrm flipH="1">
            <a:off x="1475437" y="4493874"/>
            <a:ext cx="1114409" cy="352854"/>
          </a:xfrm>
          <a:prstGeom prst="rect">
            <a:avLst/>
          </a:prstGeom>
          <a:noFill/>
        </p:spPr>
        <p:txBody>
          <a:bodyPr wrap="none" rtlCol="0">
            <a:spAutoFit/>
          </a:bodyPr>
          <a:lstStyle/>
          <a:p>
            <a:pPr algn="r"/>
            <a:r>
              <a:rPr lang="vi-VN" sz="1693" b="1">
                <a:solidFill>
                  <a:schemeClr val="accent4"/>
                </a:solidFill>
                <a:cs typeface="+mn-ea"/>
                <a:sym typeface="+mn-lt"/>
              </a:rPr>
              <a:t>Diamond</a:t>
            </a:r>
            <a:endParaRPr lang="en-US" sz="1693" b="1" dirty="0">
              <a:solidFill>
                <a:schemeClr val="accent4"/>
              </a:solidFill>
              <a:cs typeface="+mn-ea"/>
              <a:sym typeface="+mn-lt"/>
            </a:endParaRPr>
          </a:p>
        </p:txBody>
      </p:sp>
      <p:sp>
        <p:nvSpPr>
          <p:cNvPr id="64" name="TextBox 63"/>
          <p:cNvSpPr txBox="1"/>
          <p:nvPr/>
        </p:nvSpPr>
        <p:spPr>
          <a:xfrm flipH="1">
            <a:off x="610234" y="4800593"/>
            <a:ext cx="1979612" cy="941540"/>
          </a:xfrm>
          <a:prstGeom prst="rect">
            <a:avLst/>
          </a:prstGeom>
          <a:noFill/>
        </p:spPr>
        <p:txBody>
          <a:bodyPr wrap="square" rtlCol="0">
            <a:spAutoFit/>
          </a:bodyPr>
          <a:lstStyle/>
          <a:p>
            <a:pPr algn="r">
              <a:lnSpc>
                <a:spcPct val="150000"/>
              </a:lnSpc>
            </a:pPr>
            <a:r>
              <a:rPr lang="en-US" sz="1270" dirty="0">
                <a:solidFill>
                  <a:schemeClr val="bg1">
                    <a:lumMod val="65000"/>
                  </a:schemeClr>
                </a:solidFill>
                <a:cs typeface="+mn-ea"/>
                <a:sym typeface="+mn-lt"/>
              </a:rPr>
              <a:t>Lorem ipsum dolor sit </a:t>
            </a:r>
            <a:r>
              <a:rPr lang="en-US" sz="1270" dirty="0" err="1">
                <a:solidFill>
                  <a:schemeClr val="bg1">
                    <a:lumMod val="65000"/>
                  </a:schemeClr>
                </a:solidFill>
                <a:cs typeface="+mn-ea"/>
                <a:sym typeface="+mn-lt"/>
              </a:rPr>
              <a:t>amet</a:t>
            </a:r>
            <a:r>
              <a:rPr lang="en-US" sz="1270" dirty="0">
                <a:solidFill>
                  <a:schemeClr val="bg1">
                    <a:lumMod val="65000"/>
                  </a:schemeClr>
                </a:solidFill>
                <a:cs typeface="+mn-ea"/>
                <a:sym typeface="+mn-lt"/>
              </a:rPr>
              <a:t>, cons </a:t>
            </a:r>
            <a:r>
              <a:rPr lang="en-US" sz="1270" dirty="0" err="1">
                <a:solidFill>
                  <a:schemeClr val="bg1">
                    <a:lumMod val="65000"/>
                  </a:schemeClr>
                </a:solidFill>
                <a:cs typeface="+mn-ea"/>
                <a:sym typeface="+mn-lt"/>
              </a:rPr>
              <a:t>ectetur</a:t>
            </a:r>
            <a:r>
              <a:rPr lang="en-US" sz="1270" dirty="0">
                <a:solidFill>
                  <a:schemeClr val="bg1">
                    <a:lumMod val="65000"/>
                  </a:schemeClr>
                </a:solidFill>
                <a:cs typeface="+mn-ea"/>
                <a:sym typeface="+mn-lt"/>
              </a:rPr>
              <a:t> </a:t>
            </a:r>
            <a:r>
              <a:rPr lang="en-US" sz="1270" dirty="0" err="1">
                <a:solidFill>
                  <a:schemeClr val="bg1">
                    <a:lumMod val="65000"/>
                  </a:schemeClr>
                </a:solidFill>
                <a:cs typeface="+mn-ea"/>
                <a:sym typeface="+mn-lt"/>
              </a:rPr>
              <a:t>adipiscing</a:t>
            </a:r>
            <a:r>
              <a:rPr lang="en-US" sz="1270" dirty="0">
                <a:solidFill>
                  <a:schemeClr val="bg1">
                    <a:lumMod val="65000"/>
                  </a:schemeClr>
                </a:solidFill>
                <a:cs typeface="+mn-ea"/>
                <a:sym typeface="+mn-lt"/>
              </a:rPr>
              <a:t> </a:t>
            </a:r>
            <a:r>
              <a:rPr lang="en-US" sz="1270" err="1">
                <a:solidFill>
                  <a:schemeClr val="bg1">
                    <a:lumMod val="65000"/>
                  </a:schemeClr>
                </a:solidFill>
                <a:cs typeface="+mn-ea"/>
                <a:sym typeface="+mn-lt"/>
              </a:rPr>
              <a:t>elit</a:t>
            </a:r>
            <a:r>
              <a:rPr lang="en-US" sz="1270">
                <a:solidFill>
                  <a:schemeClr val="bg1">
                    <a:lumMod val="65000"/>
                  </a:schemeClr>
                </a:solidFill>
                <a:cs typeface="+mn-ea"/>
                <a:sym typeface="+mn-lt"/>
              </a:rPr>
              <a:t>.</a:t>
            </a:r>
            <a:endParaRPr lang="en-US" sz="1270" dirty="0">
              <a:solidFill>
                <a:schemeClr val="bg1">
                  <a:lumMod val="65000"/>
                </a:schemeClr>
              </a:solidFill>
              <a:cs typeface="+mn-ea"/>
              <a:sym typeface="+mn-lt"/>
            </a:endParaRPr>
          </a:p>
        </p:txBody>
      </p:sp>
      <p:sp>
        <p:nvSpPr>
          <p:cNvPr id="65" name="文本框 64"/>
          <p:cNvSpPr txBox="1"/>
          <p:nvPr/>
        </p:nvSpPr>
        <p:spPr>
          <a:xfrm>
            <a:off x="8324901" y="462157"/>
            <a:ext cx="2098332" cy="312265"/>
          </a:xfrm>
          <a:prstGeom prst="rect">
            <a:avLst/>
          </a:prstGeom>
          <a:noFill/>
        </p:spPr>
        <p:txBody>
          <a:bodyPr wrap="square" rtlCol="0">
            <a:spAutoFit/>
          </a:bodyPr>
          <a:lstStyle/>
          <a:p>
            <a:r>
              <a:rPr lang="en-US" altLang="zh-CN" sz="1429" dirty="0">
                <a:solidFill>
                  <a:srgbClr val="FFFFFF"/>
                </a:solidFill>
              </a:rPr>
              <a:t>https://www.ypppt.com/</a:t>
            </a:r>
            <a:endParaRPr lang="zh-CN" altLang="en-US" sz="1429" dirty="0">
              <a:solidFill>
                <a:srgbClr val="FFFFFF"/>
              </a:solidFill>
            </a:endParaRPr>
          </a:p>
        </p:txBody>
      </p:sp>
    </p:spTree>
    <p:extLst>
      <p:ext uri="{BB962C8B-B14F-4D97-AF65-F5344CB8AC3E}">
        <p14:creationId xmlns:p14="http://schemas.microsoft.com/office/powerpoint/2010/main" val="130465766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500"/>
                                </p:stCondLst>
                                <p:childTnLst>
                                  <p:par>
                                    <p:cTn id="12" presetID="16" presetClass="entr" presetSubtype="37"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outVertical)">
                                          <p:cBhvr>
                                            <p:cTn id="14" dur="500"/>
                                            <p:tgtEl>
                                              <p:spTgt spid="3"/>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par>
                                    <p:cTn id="20" presetID="2" presetClass="entr" presetSubtype="2" fill="hold" nodeType="withEffect">
                                      <p:stCondLst>
                                        <p:cond delay="25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1+#ppt_w/2"/>
                                              </p:val>
                                            </p:tav>
                                            <p:tav tm="100000">
                                              <p:val>
                                                <p:strVal val="#ppt_x"/>
                                              </p:val>
                                            </p:tav>
                                          </p:tavLst>
                                        </p:anim>
                                        <p:anim calcmode="lin" valueType="num">
                                          <p:cBhvr additive="base">
                                            <p:cTn id="23" dur="500" fill="hold"/>
                                            <p:tgtEl>
                                              <p:spTgt spid="42"/>
                                            </p:tgtEl>
                                            <p:attrNameLst>
                                              <p:attrName>ppt_y</p:attrName>
                                            </p:attrNameLst>
                                          </p:cBhvr>
                                          <p:tavLst>
                                            <p:tav tm="0">
                                              <p:val>
                                                <p:strVal val="#ppt_y"/>
                                              </p:val>
                                            </p:tav>
                                            <p:tav tm="100000">
                                              <p:val>
                                                <p:strVal val="#ppt_y"/>
                                              </p:val>
                                            </p:tav>
                                          </p:tavLst>
                                        </p:anim>
                                      </p:childTnLst>
                                    </p:cTn>
                                  </p:par>
                                  <p:par>
                                    <p:cTn id="24" presetID="2" presetClass="entr" presetSubtype="4" fill="hold" nodeType="withEffect">
                                      <p:stCondLst>
                                        <p:cond delay="50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ppt_x"/>
                                              </p:val>
                                            </p:tav>
                                            <p:tav tm="100000">
                                              <p:val>
                                                <p:strVal val="#ppt_x"/>
                                              </p:val>
                                            </p:tav>
                                          </p:tavLst>
                                        </p:anim>
                                        <p:anim calcmode="lin" valueType="num">
                                          <p:cBhvr additive="base">
                                            <p:cTn id="27" dur="500" fill="hold"/>
                                            <p:tgtEl>
                                              <p:spTgt spid="30"/>
                                            </p:tgtEl>
                                            <p:attrNameLst>
                                              <p:attrName>ppt_y</p:attrName>
                                            </p:attrNameLst>
                                          </p:cBhvr>
                                          <p:tavLst>
                                            <p:tav tm="0">
                                              <p:val>
                                                <p:strVal val="1+#ppt_h/2"/>
                                              </p:val>
                                            </p:tav>
                                            <p:tav tm="100000">
                                              <p:val>
                                                <p:strVal val="#ppt_y"/>
                                              </p:val>
                                            </p:tav>
                                          </p:tavLst>
                                        </p:anim>
                                      </p:childTnLst>
                                    </p:cTn>
                                  </p:par>
                                  <p:par>
                                    <p:cTn id="28" presetID="2" presetClass="entr" presetSubtype="8" fill="hold" nodeType="withEffect">
                                      <p:stCondLst>
                                        <p:cond delay="750"/>
                                      </p:stCondLst>
                                      <p:childTnLst>
                                        <p:set>
                                          <p:cBhvr>
                                            <p:cTn id="29" dur="1" fill="hold">
                                              <p:stCondLst>
                                                <p:cond delay="0"/>
                                              </p:stCondLst>
                                            </p:cTn>
                                            <p:tgtEl>
                                              <p:spTgt spid="39"/>
                                            </p:tgtEl>
                                            <p:attrNameLst>
                                              <p:attrName>style.visibility</p:attrName>
                                            </p:attrNameLst>
                                          </p:cBhvr>
                                          <p:to>
                                            <p:strVal val="visible"/>
                                          </p:to>
                                        </p:set>
                                        <p:anim calcmode="lin" valueType="num">
                                          <p:cBhvr additive="base">
                                            <p:cTn id="30" dur="500" fill="hold"/>
                                            <p:tgtEl>
                                              <p:spTgt spid="39"/>
                                            </p:tgtEl>
                                            <p:attrNameLst>
                                              <p:attrName>ppt_x</p:attrName>
                                            </p:attrNameLst>
                                          </p:cBhvr>
                                          <p:tavLst>
                                            <p:tav tm="0">
                                              <p:val>
                                                <p:strVal val="0-#ppt_w/2"/>
                                              </p:val>
                                            </p:tav>
                                            <p:tav tm="100000">
                                              <p:val>
                                                <p:strVal val="#ppt_x"/>
                                              </p:val>
                                            </p:tav>
                                          </p:tavLst>
                                        </p:anim>
                                        <p:anim calcmode="lin" valueType="num">
                                          <p:cBhvr additive="base">
                                            <p:cTn id="31" dur="500" fill="hold"/>
                                            <p:tgtEl>
                                              <p:spTgt spid="39"/>
                                            </p:tgtEl>
                                            <p:attrNameLst>
                                              <p:attrName>ppt_y</p:attrName>
                                            </p:attrNameLst>
                                          </p:cBhvr>
                                          <p:tavLst>
                                            <p:tav tm="0">
                                              <p:val>
                                                <p:strVal val="#ppt_y"/>
                                              </p:val>
                                            </p:tav>
                                            <p:tav tm="100000">
                                              <p:val>
                                                <p:strVal val="#ppt_y"/>
                                              </p:val>
                                            </p:tav>
                                          </p:tavLst>
                                        </p:anim>
                                      </p:childTnLst>
                                    </p:cTn>
                                  </p:par>
                                </p:childTnLst>
                              </p:cTn>
                            </p:par>
                            <p:par>
                              <p:cTn id="32" fill="hold">
                                <p:stCondLst>
                                  <p:cond delay="2250"/>
                                </p:stCondLst>
                                <p:childTnLst>
                                  <p:par>
                                    <p:cTn id="33" presetID="12" presetClass="entr" presetSubtype="2"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ppt_x</p:attrName>
                                            </p:attrNameLst>
                                          </p:cBhvr>
                                          <p:tavLst>
                                            <p:tav tm="0">
                                              <p:val>
                                                <p:strVal val="#ppt_x+#ppt_w*1.125000"/>
                                              </p:val>
                                            </p:tav>
                                            <p:tav tm="100000">
                                              <p:val>
                                                <p:strVal val="#ppt_x"/>
                                              </p:val>
                                            </p:tav>
                                          </p:tavLst>
                                        </p:anim>
                                        <p:animEffect transition="in" filter="wipe(left)">
                                          <p:cBhvr>
                                            <p:cTn id="36" dur="500"/>
                                            <p:tgtEl>
                                              <p:spTgt spid="10"/>
                                            </p:tgtEl>
                                          </p:cBhvr>
                                        </p:animEffect>
                                      </p:childTnLst>
                                    </p:cTn>
                                  </p:par>
                                  <p:par>
                                    <p:cTn id="37" presetID="1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p:tgtEl>
                                              <p:spTgt spid="20"/>
                                            </p:tgtEl>
                                            <p:attrNameLst>
                                              <p:attrName>ppt_x</p:attrName>
                                            </p:attrNameLst>
                                          </p:cBhvr>
                                          <p:tavLst>
                                            <p:tav tm="0">
                                              <p:val>
                                                <p:strVal val="#ppt_x-#ppt_w*1.125000"/>
                                              </p:val>
                                            </p:tav>
                                            <p:tav tm="100000">
                                              <p:val>
                                                <p:strVal val="#ppt_x"/>
                                              </p:val>
                                            </p:tav>
                                          </p:tavLst>
                                        </p:anim>
                                        <p:animEffect transition="in" filter="wipe(right)">
                                          <p:cBhvr>
                                            <p:cTn id="40" dur="500"/>
                                            <p:tgtEl>
                                              <p:spTgt spid="20"/>
                                            </p:tgtEl>
                                          </p:cBhvr>
                                        </p:animEffect>
                                      </p:childTnLst>
                                    </p:cTn>
                                  </p:par>
                                  <p:par>
                                    <p:cTn id="41" presetID="12" presetClass="entr" presetSubtype="8"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p:tgtEl>
                                              <p:spTgt spid="25"/>
                                            </p:tgtEl>
                                            <p:attrNameLst>
                                              <p:attrName>ppt_x</p:attrName>
                                            </p:attrNameLst>
                                          </p:cBhvr>
                                          <p:tavLst>
                                            <p:tav tm="0">
                                              <p:val>
                                                <p:strVal val="#ppt_x-#ppt_w*1.125000"/>
                                              </p:val>
                                            </p:tav>
                                            <p:tav tm="100000">
                                              <p:val>
                                                <p:strVal val="#ppt_x"/>
                                              </p:val>
                                            </p:tav>
                                          </p:tavLst>
                                        </p:anim>
                                        <p:animEffect transition="in" filter="wipe(right)">
                                          <p:cBhvr>
                                            <p:cTn id="44" dur="500"/>
                                            <p:tgtEl>
                                              <p:spTgt spid="25"/>
                                            </p:tgtEl>
                                          </p:cBhvr>
                                        </p:animEffect>
                                      </p:childTnLst>
                                    </p:cTn>
                                  </p:par>
                                  <p:par>
                                    <p:cTn id="45" presetID="12" presetClass="entr" presetSubtype="2"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ppt_x</p:attrName>
                                            </p:attrNameLst>
                                          </p:cBhvr>
                                          <p:tavLst>
                                            <p:tav tm="0">
                                              <p:val>
                                                <p:strVal val="#ppt_x+#ppt_w*1.125000"/>
                                              </p:val>
                                            </p:tav>
                                            <p:tav tm="100000">
                                              <p:val>
                                                <p:strVal val="#ppt_x"/>
                                              </p:val>
                                            </p:tav>
                                          </p:tavLst>
                                        </p:anim>
                                        <p:animEffect transition="in" filter="wipe(left)">
                                          <p:cBhvr>
                                            <p:cTn id="48" dur="500"/>
                                            <p:tgtEl>
                                              <p:spTgt spid="15"/>
                                            </p:tgtEl>
                                          </p:cBhvr>
                                        </p:animEffect>
                                      </p:childTnLst>
                                    </p:cTn>
                                  </p:par>
                                </p:childTnLst>
                              </p:cTn>
                            </p:par>
                            <p:par>
                              <p:cTn id="49" fill="hold">
                                <p:stCondLst>
                                  <p:cond delay="2750"/>
                                </p:stCondLst>
                                <p:childTnLst>
                                  <p:par>
                                    <p:cTn id="50" presetID="2" presetClass="entr" presetSubtype="8" fill="hold" grpId="0" nodeType="afterEffect" p14:presetBounceEnd="50000">
                                      <p:stCondLst>
                                        <p:cond delay="0"/>
                                      </p:stCondLst>
                                      <p:childTnLst>
                                        <p:set>
                                          <p:cBhvr>
                                            <p:cTn id="51" dur="1" fill="hold">
                                              <p:stCondLst>
                                                <p:cond delay="0"/>
                                              </p:stCondLst>
                                            </p:cTn>
                                            <p:tgtEl>
                                              <p:spTgt spid="59"/>
                                            </p:tgtEl>
                                            <p:attrNameLst>
                                              <p:attrName>style.visibility</p:attrName>
                                            </p:attrNameLst>
                                          </p:cBhvr>
                                          <p:to>
                                            <p:strVal val="visible"/>
                                          </p:to>
                                        </p:set>
                                        <p:anim calcmode="lin" valueType="num" p14:bounceEnd="50000">
                                          <p:cBhvr additive="base">
                                            <p:cTn id="52" dur="1000" fill="hold"/>
                                            <p:tgtEl>
                                              <p:spTgt spid="59"/>
                                            </p:tgtEl>
                                            <p:attrNameLst>
                                              <p:attrName>ppt_x</p:attrName>
                                            </p:attrNameLst>
                                          </p:cBhvr>
                                          <p:tavLst>
                                            <p:tav tm="0">
                                              <p:val>
                                                <p:strVal val="0-#ppt_w/2"/>
                                              </p:val>
                                            </p:tav>
                                            <p:tav tm="100000">
                                              <p:val>
                                                <p:strVal val="#ppt_x"/>
                                              </p:val>
                                            </p:tav>
                                          </p:tavLst>
                                        </p:anim>
                                        <p:anim calcmode="lin" valueType="num" p14:bounceEnd="50000">
                                          <p:cBhvr additive="base">
                                            <p:cTn id="53" dur="1000" fill="hold"/>
                                            <p:tgtEl>
                                              <p:spTgt spid="59"/>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14:presetBounceEnd="50000">
                                      <p:stCondLst>
                                        <p:cond delay="0"/>
                                      </p:stCondLst>
                                      <p:childTnLst>
                                        <p:set>
                                          <p:cBhvr>
                                            <p:cTn id="55" dur="1" fill="hold">
                                              <p:stCondLst>
                                                <p:cond delay="0"/>
                                              </p:stCondLst>
                                            </p:cTn>
                                            <p:tgtEl>
                                              <p:spTgt spid="53"/>
                                            </p:tgtEl>
                                            <p:attrNameLst>
                                              <p:attrName>style.visibility</p:attrName>
                                            </p:attrNameLst>
                                          </p:cBhvr>
                                          <p:to>
                                            <p:strVal val="visible"/>
                                          </p:to>
                                        </p:set>
                                        <p:anim calcmode="lin" valueType="num" p14:bounceEnd="50000">
                                          <p:cBhvr additive="base">
                                            <p:cTn id="56" dur="1000" fill="hold"/>
                                            <p:tgtEl>
                                              <p:spTgt spid="53"/>
                                            </p:tgtEl>
                                            <p:attrNameLst>
                                              <p:attrName>ppt_x</p:attrName>
                                            </p:attrNameLst>
                                          </p:cBhvr>
                                          <p:tavLst>
                                            <p:tav tm="0">
                                              <p:val>
                                                <p:strVal val="1+#ppt_w/2"/>
                                              </p:val>
                                            </p:tav>
                                            <p:tav tm="100000">
                                              <p:val>
                                                <p:strVal val="#ppt_x"/>
                                              </p:val>
                                            </p:tav>
                                          </p:tavLst>
                                        </p:anim>
                                        <p:anim calcmode="lin" valueType="num" p14:bounceEnd="50000">
                                          <p:cBhvr additive="base">
                                            <p:cTn id="57" dur="1000" fill="hold"/>
                                            <p:tgtEl>
                                              <p:spTgt spid="53"/>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14:presetBounceEnd="50000">
                                      <p:stCondLst>
                                        <p:cond delay="0"/>
                                      </p:stCondLst>
                                      <p:childTnLst>
                                        <p:set>
                                          <p:cBhvr>
                                            <p:cTn id="59" dur="1" fill="hold">
                                              <p:stCondLst>
                                                <p:cond delay="0"/>
                                              </p:stCondLst>
                                            </p:cTn>
                                            <p:tgtEl>
                                              <p:spTgt spid="62"/>
                                            </p:tgtEl>
                                            <p:attrNameLst>
                                              <p:attrName>style.visibility</p:attrName>
                                            </p:attrNameLst>
                                          </p:cBhvr>
                                          <p:to>
                                            <p:strVal val="visible"/>
                                          </p:to>
                                        </p:set>
                                        <p:anim calcmode="lin" valueType="num" p14:bounceEnd="50000">
                                          <p:cBhvr additive="base">
                                            <p:cTn id="60" dur="1000" fill="hold"/>
                                            <p:tgtEl>
                                              <p:spTgt spid="62"/>
                                            </p:tgtEl>
                                            <p:attrNameLst>
                                              <p:attrName>ppt_x</p:attrName>
                                            </p:attrNameLst>
                                          </p:cBhvr>
                                          <p:tavLst>
                                            <p:tav tm="0">
                                              <p:val>
                                                <p:strVal val="0-#ppt_w/2"/>
                                              </p:val>
                                            </p:tav>
                                            <p:tav tm="100000">
                                              <p:val>
                                                <p:strVal val="#ppt_x"/>
                                              </p:val>
                                            </p:tav>
                                          </p:tavLst>
                                        </p:anim>
                                        <p:anim calcmode="lin" valueType="num" p14:bounceEnd="50000">
                                          <p:cBhvr additive="base">
                                            <p:cTn id="61" dur="1000" fill="hold"/>
                                            <p:tgtEl>
                                              <p:spTgt spid="62"/>
                                            </p:tgtEl>
                                            <p:attrNameLst>
                                              <p:attrName>ppt_y</p:attrName>
                                            </p:attrNameLst>
                                          </p:cBhvr>
                                          <p:tavLst>
                                            <p:tav tm="0">
                                              <p:val>
                                                <p:strVal val="#ppt_y"/>
                                              </p:val>
                                            </p:tav>
                                            <p:tav tm="100000">
                                              <p:val>
                                                <p:strVal val="#ppt_y"/>
                                              </p:val>
                                            </p:tav>
                                          </p:tavLst>
                                        </p:anim>
                                      </p:childTnLst>
                                    </p:cTn>
                                  </p:par>
                                  <p:par>
                                    <p:cTn id="62" presetID="2" presetClass="entr" presetSubtype="2" fill="hold" grpId="0" nodeType="withEffect" p14:presetBounceEnd="50000">
                                      <p:stCondLst>
                                        <p:cond delay="0"/>
                                      </p:stCondLst>
                                      <p:childTnLst>
                                        <p:set>
                                          <p:cBhvr>
                                            <p:cTn id="63" dur="1" fill="hold">
                                              <p:stCondLst>
                                                <p:cond delay="0"/>
                                              </p:stCondLst>
                                            </p:cTn>
                                            <p:tgtEl>
                                              <p:spTgt spid="56"/>
                                            </p:tgtEl>
                                            <p:attrNameLst>
                                              <p:attrName>style.visibility</p:attrName>
                                            </p:attrNameLst>
                                          </p:cBhvr>
                                          <p:to>
                                            <p:strVal val="visible"/>
                                          </p:to>
                                        </p:set>
                                        <p:anim calcmode="lin" valueType="num" p14:bounceEnd="50000">
                                          <p:cBhvr additive="base">
                                            <p:cTn id="64" dur="1000" fill="hold"/>
                                            <p:tgtEl>
                                              <p:spTgt spid="56"/>
                                            </p:tgtEl>
                                            <p:attrNameLst>
                                              <p:attrName>ppt_x</p:attrName>
                                            </p:attrNameLst>
                                          </p:cBhvr>
                                          <p:tavLst>
                                            <p:tav tm="0">
                                              <p:val>
                                                <p:strVal val="1+#ppt_w/2"/>
                                              </p:val>
                                            </p:tav>
                                            <p:tav tm="100000">
                                              <p:val>
                                                <p:strVal val="#ppt_x"/>
                                              </p:val>
                                            </p:tav>
                                          </p:tavLst>
                                        </p:anim>
                                        <p:anim calcmode="lin" valueType="num" p14:bounceEnd="50000">
                                          <p:cBhvr additive="base">
                                            <p:cTn id="65" dur="1000" fill="hold"/>
                                            <p:tgtEl>
                                              <p:spTgt spid="56"/>
                                            </p:tgtEl>
                                            <p:attrNameLst>
                                              <p:attrName>ppt_y</p:attrName>
                                            </p:attrNameLst>
                                          </p:cBhvr>
                                          <p:tavLst>
                                            <p:tav tm="0">
                                              <p:val>
                                                <p:strVal val="#ppt_y"/>
                                              </p:val>
                                            </p:tav>
                                            <p:tav tm="100000">
                                              <p:val>
                                                <p:strVal val="#ppt_y"/>
                                              </p:val>
                                            </p:tav>
                                          </p:tavLst>
                                        </p:anim>
                                      </p:childTnLst>
                                    </p:cTn>
                                  </p:par>
                                  <p:par>
                                    <p:cTn id="66" presetID="12" presetClass="entr" presetSubtype="2" fill="hold" grpId="0" nodeType="withEffect">
                                      <p:stCondLst>
                                        <p:cond delay="400"/>
                                      </p:stCondLst>
                                      <p:childTnLst>
                                        <p:set>
                                          <p:cBhvr>
                                            <p:cTn id="67" dur="1" fill="hold">
                                              <p:stCondLst>
                                                <p:cond delay="0"/>
                                              </p:stCondLst>
                                            </p:cTn>
                                            <p:tgtEl>
                                              <p:spTgt spid="60"/>
                                            </p:tgtEl>
                                            <p:attrNameLst>
                                              <p:attrName>style.visibility</p:attrName>
                                            </p:attrNameLst>
                                          </p:cBhvr>
                                          <p:to>
                                            <p:strVal val="visible"/>
                                          </p:to>
                                        </p:set>
                                        <p:anim calcmode="lin" valueType="num">
                                          <p:cBhvr additive="base">
                                            <p:cTn id="68" dur="500"/>
                                            <p:tgtEl>
                                              <p:spTgt spid="60"/>
                                            </p:tgtEl>
                                            <p:attrNameLst>
                                              <p:attrName>ppt_x</p:attrName>
                                            </p:attrNameLst>
                                          </p:cBhvr>
                                          <p:tavLst>
                                            <p:tav tm="0">
                                              <p:val>
                                                <p:strVal val="#ppt_x+#ppt_w*1.125000"/>
                                              </p:val>
                                            </p:tav>
                                            <p:tav tm="100000">
                                              <p:val>
                                                <p:strVal val="#ppt_x"/>
                                              </p:val>
                                            </p:tav>
                                          </p:tavLst>
                                        </p:anim>
                                        <p:animEffect transition="in" filter="wipe(left)">
                                          <p:cBhvr>
                                            <p:cTn id="69" dur="500"/>
                                            <p:tgtEl>
                                              <p:spTgt spid="60"/>
                                            </p:tgtEl>
                                          </p:cBhvr>
                                        </p:animEffect>
                                      </p:childTnLst>
                                    </p:cTn>
                                  </p:par>
                                  <p:par>
                                    <p:cTn id="70" presetID="12" presetClass="entr" presetSubtype="2" fill="hold" grpId="0" nodeType="withEffect">
                                      <p:stCondLst>
                                        <p:cond delay="400"/>
                                      </p:stCondLst>
                                      <p:childTnLst>
                                        <p:set>
                                          <p:cBhvr>
                                            <p:cTn id="71" dur="1" fill="hold">
                                              <p:stCondLst>
                                                <p:cond delay="0"/>
                                              </p:stCondLst>
                                            </p:cTn>
                                            <p:tgtEl>
                                              <p:spTgt spid="61"/>
                                            </p:tgtEl>
                                            <p:attrNameLst>
                                              <p:attrName>style.visibility</p:attrName>
                                            </p:attrNameLst>
                                          </p:cBhvr>
                                          <p:to>
                                            <p:strVal val="visible"/>
                                          </p:to>
                                        </p:set>
                                        <p:anim calcmode="lin" valueType="num">
                                          <p:cBhvr additive="base">
                                            <p:cTn id="72" dur="500"/>
                                            <p:tgtEl>
                                              <p:spTgt spid="61"/>
                                            </p:tgtEl>
                                            <p:attrNameLst>
                                              <p:attrName>ppt_x</p:attrName>
                                            </p:attrNameLst>
                                          </p:cBhvr>
                                          <p:tavLst>
                                            <p:tav tm="0">
                                              <p:val>
                                                <p:strVal val="#ppt_x+#ppt_w*1.125000"/>
                                              </p:val>
                                            </p:tav>
                                            <p:tav tm="100000">
                                              <p:val>
                                                <p:strVal val="#ppt_x"/>
                                              </p:val>
                                            </p:tav>
                                          </p:tavLst>
                                        </p:anim>
                                        <p:animEffect transition="in" filter="wipe(left)">
                                          <p:cBhvr>
                                            <p:cTn id="73" dur="500"/>
                                            <p:tgtEl>
                                              <p:spTgt spid="61"/>
                                            </p:tgtEl>
                                          </p:cBhvr>
                                        </p:animEffect>
                                      </p:childTnLst>
                                    </p:cTn>
                                  </p:par>
                                  <p:par>
                                    <p:cTn id="74" presetID="12" presetClass="entr" presetSubtype="8" fill="hold" grpId="0" nodeType="withEffect">
                                      <p:stCondLst>
                                        <p:cond delay="400"/>
                                      </p:stCondLst>
                                      <p:childTnLst>
                                        <p:set>
                                          <p:cBhvr>
                                            <p:cTn id="75" dur="1" fill="hold">
                                              <p:stCondLst>
                                                <p:cond delay="0"/>
                                              </p:stCondLst>
                                            </p:cTn>
                                            <p:tgtEl>
                                              <p:spTgt spid="54"/>
                                            </p:tgtEl>
                                            <p:attrNameLst>
                                              <p:attrName>style.visibility</p:attrName>
                                            </p:attrNameLst>
                                          </p:cBhvr>
                                          <p:to>
                                            <p:strVal val="visible"/>
                                          </p:to>
                                        </p:set>
                                        <p:anim calcmode="lin" valueType="num">
                                          <p:cBhvr additive="base">
                                            <p:cTn id="76" dur="500"/>
                                            <p:tgtEl>
                                              <p:spTgt spid="54"/>
                                            </p:tgtEl>
                                            <p:attrNameLst>
                                              <p:attrName>ppt_x</p:attrName>
                                            </p:attrNameLst>
                                          </p:cBhvr>
                                          <p:tavLst>
                                            <p:tav tm="0">
                                              <p:val>
                                                <p:strVal val="#ppt_x-#ppt_w*1.125000"/>
                                              </p:val>
                                            </p:tav>
                                            <p:tav tm="100000">
                                              <p:val>
                                                <p:strVal val="#ppt_x"/>
                                              </p:val>
                                            </p:tav>
                                          </p:tavLst>
                                        </p:anim>
                                        <p:animEffect transition="in" filter="wipe(right)">
                                          <p:cBhvr>
                                            <p:cTn id="77" dur="500"/>
                                            <p:tgtEl>
                                              <p:spTgt spid="54"/>
                                            </p:tgtEl>
                                          </p:cBhvr>
                                        </p:animEffect>
                                      </p:childTnLst>
                                    </p:cTn>
                                  </p:par>
                                  <p:par>
                                    <p:cTn id="78" presetID="12" presetClass="entr" presetSubtype="8" fill="hold" grpId="0" nodeType="withEffect">
                                      <p:stCondLst>
                                        <p:cond delay="400"/>
                                      </p:stCondLst>
                                      <p:childTnLst>
                                        <p:set>
                                          <p:cBhvr>
                                            <p:cTn id="79" dur="1" fill="hold">
                                              <p:stCondLst>
                                                <p:cond delay="0"/>
                                              </p:stCondLst>
                                            </p:cTn>
                                            <p:tgtEl>
                                              <p:spTgt spid="55"/>
                                            </p:tgtEl>
                                            <p:attrNameLst>
                                              <p:attrName>style.visibility</p:attrName>
                                            </p:attrNameLst>
                                          </p:cBhvr>
                                          <p:to>
                                            <p:strVal val="visible"/>
                                          </p:to>
                                        </p:set>
                                        <p:anim calcmode="lin" valueType="num">
                                          <p:cBhvr additive="base">
                                            <p:cTn id="80" dur="500"/>
                                            <p:tgtEl>
                                              <p:spTgt spid="55"/>
                                            </p:tgtEl>
                                            <p:attrNameLst>
                                              <p:attrName>ppt_x</p:attrName>
                                            </p:attrNameLst>
                                          </p:cBhvr>
                                          <p:tavLst>
                                            <p:tav tm="0">
                                              <p:val>
                                                <p:strVal val="#ppt_x-#ppt_w*1.125000"/>
                                              </p:val>
                                            </p:tav>
                                            <p:tav tm="100000">
                                              <p:val>
                                                <p:strVal val="#ppt_x"/>
                                              </p:val>
                                            </p:tav>
                                          </p:tavLst>
                                        </p:anim>
                                        <p:animEffect transition="in" filter="wipe(right)">
                                          <p:cBhvr>
                                            <p:cTn id="81" dur="500"/>
                                            <p:tgtEl>
                                              <p:spTgt spid="55"/>
                                            </p:tgtEl>
                                          </p:cBhvr>
                                        </p:animEffect>
                                      </p:childTnLst>
                                    </p:cTn>
                                  </p:par>
                                  <p:par>
                                    <p:cTn id="82" presetID="12" presetClass="entr" presetSubtype="8" fill="hold" grpId="0" nodeType="withEffect">
                                      <p:stCondLst>
                                        <p:cond delay="400"/>
                                      </p:stCondLst>
                                      <p:childTnLst>
                                        <p:set>
                                          <p:cBhvr>
                                            <p:cTn id="83" dur="1" fill="hold">
                                              <p:stCondLst>
                                                <p:cond delay="0"/>
                                              </p:stCondLst>
                                            </p:cTn>
                                            <p:tgtEl>
                                              <p:spTgt spid="57"/>
                                            </p:tgtEl>
                                            <p:attrNameLst>
                                              <p:attrName>style.visibility</p:attrName>
                                            </p:attrNameLst>
                                          </p:cBhvr>
                                          <p:to>
                                            <p:strVal val="visible"/>
                                          </p:to>
                                        </p:set>
                                        <p:anim calcmode="lin" valueType="num">
                                          <p:cBhvr additive="base">
                                            <p:cTn id="84" dur="500"/>
                                            <p:tgtEl>
                                              <p:spTgt spid="57"/>
                                            </p:tgtEl>
                                            <p:attrNameLst>
                                              <p:attrName>ppt_x</p:attrName>
                                            </p:attrNameLst>
                                          </p:cBhvr>
                                          <p:tavLst>
                                            <p:tav tm="0">
                                              <p:val>
                                                <p:strVal val="#ppt_x-#ppt_w*1.125000"/>
                                              </p:val>
                                            </p:tav>
                                            <p:tav tm="100000">
                                              <p:val>
                                                <p:strVal val="#ppt_x"/>
                                              </p:val>
                                            </p:tav>
                                          </p:tavLst>
                                        </p:anim>
                                        <p:animEffect transition="in" filter="wipe(right)">
                                          <p:cBhvr>
                                            <p:cTn id="85" dur="500"/>
                                            <p:tgtEl>
                                              <p:spTgt spid="57"/>
                                            </p:tgtEl>
                                          </p:cBhvr>
                                        </p:animEffect>
                                      </p:childTnLst>
                                    </p:cTn>
                                  </p:par>
                                  <p:par>
                                    <p:cTn id="86" presetID="12" presetClass="entr" presetSubtype="8" fill="hold" grpId="0" nodeType="withEffect">
                                      <p:stCondLst>
                                        <p:cond delay="400"/>
                                      </p:stCondLst>
                                      <p:childTnLst>
                                        <p:set>
                                          <p:cBhvr>
                                            <p:cTn id="87" dur="1" fill="hold">
                                              <p:stCondLst>
                                                <p:cond delay="0"/>
                                              </p:stCondLst>
                                            </p:cTn>
                                            <p:tgtEl>
                                              <p:spTgt spid="58"/>
                                            </p:tgtEl>
                                            <p:attrNameLst>
                                              <p:attrName>style.visibility</p:attrName>
                                            </p:attrNameLst>
                                          </p:cBhvr>
                                          <p:to>
                                            <p:strVal val="visible"/>
                                          </p:to>
                                        </p:set>
                                        <p:anim calcmode="lin" valueType="num">
                                          <p:cBhvr additive="base">
                                            <p:cTn id="88" dur="500"/>
                                            <p:tgtEl>
                                              <p:spTgt spid="58"/>
                                            </p:tgtEl>
                                            <p:attrNameLst>
                                              <p:attrName>ppt_x</p:attrName>
                                            </p:attrNameLst>
                                          </p:cBhvr>
                                          <p:tavLst>
                                            <p:tav tm="0">
                                              <p:val>
                                                <p:strVal val="#ppt_x-#ppt_w*1.125000"/>
                                              </p:val>
                                            </p:tav>
                                            <p:tav tm="100000">
                                              <p:val>
                                                <p:strVal val="#ppt_x"/>
                                              </p:val>
                                            </p:tav>
                                          </p:tavLst>
                                        </p:anim>
                                        <p:animEffect transition="in" filter="wipe(right)">
                                          <p:cBhvr>
                                            <p:cTn id="89" dur="500"/>
                                            <p:tgtEl>
                                              <p:spTgt spid="58"/>
                                            </p:tgtEl>
                                          </p:cBhvr>
                                        </p:animEffect>
                                      </p:childTnLst>
                                    </p:cTn>
                                  </p:par>
                                  <p:par>
                                    <p:cTn id="90" presetID="12" presetClass="entr" presetSubtype="2" fill="hold" grpId="0" nodeType="withEffect">
                                      <p:stCondLst>
                                        <p:cond delay="400"/>
                                      </p:stCondLst>
                                      <p:childTnLst>
                                        <p:set>
                                          <p:cBhvr>
                                            <p:cTn id="91" dur="1" fill="hold">
                                              <p:stCondLst>
                                                <p:cond delay="0"/>
                                              </p:stCondLst>
                                            </p:cTn>
                                            <p:tgtEl>
                                              <p:spTgt spid="63"/>
                                            </p:tgtEl>
                                            <p:attrNameLst>
                                              <p:attrName>style.visibility</p:attrName>
                                            </p:attrNameLst>
                                          </p:cBhvr>
                                          <p:to>
                                            <p:strVal val="visible"/>
                                          </p:to>
                                        </p:set>
                                        <p:anim calcmode="lin" valueType="num">
                                          <p:cBhvr additive="base">
                                            <p:cTn id="92" dur="500"/>
                                            <p:tgtEl>
                                              <p:spTgt spid="63"/>
                                            </p:tgtEl>
                                            <p:attrNameLst>
                                              <p:attrName>ppt_x</p:attrName>
                                            </p:attrNameLst>
                                          </p:cBhvr>
                                          <p:tavLst>
                                            <p:tav tm="0">
                                              <p:val>
                                                <p:strVal val="#ppt_x+#ppt_w*1.125000"/>
                                              </p:val>
                                            </p:tav>
                                            <p:tav tm="100000">
                                              <p:val>
                                                <p:strVal val="#ppt_x"/>
                                              </p:val>
                                            </p:tav>
                                          </p:tavLst>
                                        </p:anim>
                                        <p:animEffect transition="in" filter="wipe(left)">
                                          <p:cBhvr>
                                            <p:cTn id="93" dur="500"/>
                                            <p:tgtEl>
                                              <p:spTgt spid="63"/>
                                            </p:tgtEl>
                                          </p:cBhvr>
                                        </p:animEffect>
                                      </p:childTnLst>
                                    </p:cTn>
                                  </p:par>
                                  <p:par>
                                    <p:cTn id="94" presetID="12" presetClass="entr" presetSubtype="2" fill="hold" grpId="0" nodeType="withEffect">
                                      <p:stCondLst>
                                        <p:cond delay="400"/>
                                      </p:stCondLst>
                                      <p:childTnLst>
                                        <p:set>
                                          <p:cBhvr>
                                            <p:cTn id="95" dur="1" fill="hold">
                                              <p:stCondLst>
                                                <p:cond delay="0"/>
                                              </p:stCondLst>
                                            </p:cTn>
                                            <p:tgtEl>
                                              <p:spTgt spid="64"/>
                                            </p:tgtEl>
                                            <p:attrNameLst>
                                              <p:attrName>style.visibility</p:attrName>
                                            </p:attrNameLst>
                                          </p:cBhvr>
                                          <p:to>
                                            <p:strVal val="visible"/>
                                          </p:to>
                                        </p:set>
                                        <p:anim calcmode="lin" valueType="num">
                                          <p:cBhvr additive="base">
                                            <p:cTn id="96" dur="500"/>
                                            <p:tgtEl>
                                              <p:spTgt spid="64"/>
                                            </p:tgtEl>
                                            <p:attrNameLst>
                                              <p:attrName>ppt_x</p:attrName>
                                            </p:attrNameLst>
                                          </p:cBhvr>
                                          <p:tavLst>
                                            <p:tav tm="0">
                                              <p:val>
                                                <p:strVal val="#ppt_x+#ppt_w*1.125000"/>
                                              </p:val>
                                            </p:tav>
                                            <p:tav tm="100000">
                                              <p:val>
                                                <p:strVal val="#ppt_x"/>
                                              </p:val>
                                            </p:tav>
                                          </p:tavLst>
                                        </p:anim>
                                        <p:animEffect transition="in" filter="wipe(left)">
                                          <p:cBhvr>
                                            <p:cTn id="9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53" grpId="0" animBg="1"/>
          <p:bldP spid="54" grpId="0"/>
          <p:bldP spid="55" grpId="0"/>
          <p:bldP spid="56" grpId="0" animBg="1"/>
          <p:bldP spid="57" grpId="0"/>
          <p:bldP spid="58" grpId="0"/>
          <p:bldP spid="59" grpId="0" animBg="1"/>
          <p:bldP spid="60" grpId="0"/>
          <p:bldP spid="61" grpId="0"/>
          <p:bldP spid="62" grpId="0" animBg="1"/>
          <p:bldP spid="63" grpId="0"/>
          <p:bldP spid="6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500"/>
                                </p:stCondLst>
                                <p:childTnLst>
                                  <p:par>
                                    <p:cTn id="12" presetID="16" presetClass="entr" presetSubtype="37"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outVertical)">
                                          <p:cBhvr>
                                            <p:cTn id="14" dur="500"/>
                                            <p:tgtEl>
                                              <p:spTgt spid="3"/>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ppt_x"/>
                                              </p:val>
                                            </p:tav>
                                            <p:tav tm="100000">
                                              <p:val>
                                                <p:strVal val="#ppt_x"/>
                                              </p:val>
                                            </p:tav>
                                          </p:tavLst>
                                        </p:anim>
                                        <p:anim calcmode="lin" valueType="num">
                                          <p:cBhvr additive="base">
                                            <p:cTn id="19" dur="500" fill="hold"/>
                                            <p:tgtEl>
                                              <p:spTgt spid="48"/>
                                            </p:tgtEl>
                                            <p:attrNameLst>
                                              <p:attrName>ppt_y</p:attrName>
                                            </p:attrNameLst>
                                          </p:cBhvr>
                                          <p:tavLst>
                                            <p:tav tm="0">
                                              <p:val>
                                                <p:strVal val="1+#ppt_h/2"/>
                                              </p:val>
                                            </p:tav>
                                            <p:tav tm="100000">
                                              <p:val>
                                                <p:strVal val="#ppt_y"/>
                                              </p:val>
                                            </p:tav>
                                          </p:tavLst>
                                        </p:anim>
                                      </p:childTnLst>
                                    </p:cTn>
                                  </p:par>
                                  <p:par>
                                    <p:cTn id="20" presetID="2" presetClass="entr" presetSubtype="2" fill="hold" nodeType="withEffect">
                                      <p:stCondLst>
                                        <p:cond delay="25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1+#ppt_w/2"/>
                                              </p:val>
                                            </p:tav>
                                            <p:tav tm="100000">
                                              <p:val>
                                                <p:strVal val="#ppt_x"/>
                                              </p:val>
                                            </p:tav>
                                          </p:tavLst>
                                        </p:anim>
                                        <p:anim calcmode="lin" valueType="num">
                                          <p:cBhvr additive="base">
                                            <p:cTn id="23" dur="500" fill="hold"/>
                                            <p:tgtEl>
                                              <p:spTgt spid="42"/>
                                            </p:tgtEl>
                                            <p:attrNameLst>
                                              <p:attrName>ppt_y</p:attrName>
                                            </p:attrNameLst>
                                          </p:cBhvr>
                                          <p:tavLst>
                                            <p:tav tm="0">
                                              <p:val>
                                                <p:strVal val="#ppt_y"/>
                                              </p:val>
                                            </p:tav>
                                            <p:tav tm="100000">
                                              <p:val>
                                                <p:strVal val="#ppt_y"/>
                                              </p:val>
                                            </p:tav>
                                          </p:tavLst>
                                        </p:anim>
                                      </p:childTnLst>
                                    </p:cTn>
                                  </p:par>
                                  <p:par>
                                    <p:cTn id="24" presetID="2" presetClass="entr" presetSubtype="4" fill="hold" nodeType="withEffect">
                                      <p:stCondLst>
                                        <p:cond delay="50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ppt_x"/>
                                              </p:val>
                                            </p:tav>
                                            <p:tav tm="100000">
                                              <p:val>
                                                <p:strVal val="#ppt_x"/>
                                              </p:val>
                                            </p:tav>
                                          </p:tavLst>
                                        </p:anim>
                                        <p:anim calcmode="lin" valueType="num">
                                          <p:cBhvr additive="base">
                                            <p:cTn id="27" dur="500" fill="hold"/>
                                            <p:tgtEl>
                                              <p:spTgt spid="30"/>
                                            </p:tgtEl>
                                            <p:attrNameLst>
                                              <p:attrName>ppt_y</p:attrName>
                                            </p:attrNameLst>
                                          </p:cBhvr>
                                          <p:tavLst>
                                            <p:tav tm="0">
                                              <p:val>
                                                <p:strVal val="1+#ppt_h/2"/>
                                              </p:val>
                                            </p:tav>
                                            <p:tav tm="100000">
                                              <p:val>
                                                <p:strVal val="#ppt_y"/>
                                              </p:val>
                                            </p:tav>
                                          </p:tavLst>
                                        </p:anim>
                                      </p:childTnLst>
                                    </p:cTn>
                                  </p:par>
                                  <p:par>
                                    <p:cTn id="28" presetID="2" presetClass="entr" presetSubtype="8" fill="hold" nodeType="withEffect">
                                      <p:stCondLst>
                                        <p:cond delay="750"/>
                                      </p:stCondLst>
                                      <p:childTnLst>
                                        <p:set>
                                          <p:cBhvr>
                                            <p:cTn id="29" dur="1" fill="hold">
                                              <p:stCondLst>
                                                <p:cond delay="0"/>
                                              </p:stCondLst>
                                            </p:cTn>
                                            <p:tgtEl>
                                              <p:spTgt spid="39"/>
                                            </p:tgtEl>
                                            <p:attrNameLst>
                                              <p:attrName>style.visibility</p:attrName>
                                            </p:attrNameLst>
                                          </p:cBhvr>
                                          <p:to>
                                            <p:strVal val="visible"/>
                                          </p:to>
                                        </p:set>
                                        <p:anim calcmode="lin" valueType="num">
                                          <p:cBhvr additive="base">
                                            <p:cTn id="30" dur="500" fill="hold"/>
                                            <p:tgtEl>
                                              <p:spTgt spid="39"/>
                                            </p:tgtEl>
                                            <p:attrNameLst>
                                              <p:attrName>ppt_x</p:attrName>
                                            </p:attrNameLst>
                                          </p:cBhvr>
                                          <p:tavLst>
                                            <p:tav tm="0">
                                              <p:val>
                                                <p:strVal val="0-#ppt_w/2"/>
                                              </p:val>
                                            </p:tav>
                                            <p:tav tm="100000">
                                              <p:val>
                                                <p:strVal val="#ppt_x"/>
                                              </p:val>
                                            </p:tav>
                                          </p:tavLst>
                                        </p:anim>
                                        <p:anim calcmode="lin" valueType="num">
                                          <p:cBhvr additive="base">
                                            <p:cTn id="31" dur="500" fill="hold"/>
                                            <p:tgtEl>
                                              <p:spTgt spid="39"/>
                                            </p:tgtEl>
                                            <p:attrNameLst>
                                              <p:attrName>ppt_y</p:attrName>
                                            </p:attrNameLst>
                                          </p:cBhvr>
                                          <p:tavLst>
                                            <p:tav tm="0">
                                              <p:val>
                                                <p:strVal val="#ppt_y"/>
                                              </p:val>
                                            </p:tav>
                                            <p:tav tm="100000">
                                              <p:val>
                                                <p:strVal val="#ppt_y"/>
                                              </p:val>
                                            </p:tav>
                                          </p:tavLst>
                                        </p:anim>
                                      </p:childTnLst>
                                    </p:cTn>
                                  </p:par>
                                </p:childTnLst>
                              </p:cTn>
                            </p:par>
                            <p:par>
                              <p:cTn id="32" fill="hold">
                                <p:stCondLst>
                                  <p:cond delay="2250"/>
                                </p:stCondLst>
                                <p:childTnLst>
                                  <p:par>
                                    <p:cTn id="33" presetID="12" presetClass="entr" presetSubtype="2"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ppt_x</p:attrName>
                                            </p:attrNameLst>
                                          </p:cBhvr>
                                          <p:tavLst>
                                            <p:tav tm="0">
                                              <p:val>
                                                <p:strVal val="#ppt_x+#ppt_w*1.125000"/>
                                              </p:val>
                                            </p:tav>
                                            <p:tav tm="100000">
                                              <p:val>
                                                <p:strVal val="#ppt_x"/>
                                              </p:val>
                                            </p:tav>
                                          </p:tavLst>
                                        </p:anim>
                                        <p:animEffect transition="in" filter="wipe(left)">
                                          <p:cBhvr>
                                            <p:cTn id="36" dur="500"/>
                                            <p:tgtEl>
                                              <p:spTgt spid="10"/>
                                            </p:tgtEl>
                                          </p:cBhvr>
                                        </p:animEffect>
                                      </p:childTnLst>
                                    </p:cTn>
                                  </p:par>
                                  <p:par>
                                    <p:cTn id="37" presetID="1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p:tgtEl>
                                              <p:spTgt spid="20"/>
                                            </p:tgtEl>
                                            <p:attrNameLst>
                                              <p:attrName>ppt_x</p:attrName>
                                            </p:attrNameLst>
                                          </p:cBhvr>
                                          <p:tavLst>
                                            <p:tav tm="0">
                                              <p:val>
                                                <p:strVal val="#ppt_x-#ppt_w*1.125000"/>
                                              </p:val>
                                            </p:tav>
                                            <p:tav tm="100000">
                                              <p:val>
                                                <p:strVal val="#ppt_x"/>
                                              </p:val>
                                            </p:tav>
                                          </p:tavLst>
                                        </p:anim>
                                        <p:animEffect transition="in" filter="wipe(right)">
                                          <p:cBhvr>
                                            <p:cTn id="40" dur="500"/>
                                            <p:tgtEl>
                                              <p:spTgt spid="20"/>
                                            </p:tgtEl>
                                          </p:cBhvr>
                                        </p:animEffect>
                                      </p:childTnLst>
                                    </p:cTn>
                                  </p:par>
                                  <p:par>
                                    <p:cTn id="41" presetID="12" presetClass="entr" presetSubtype="8"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p:tgtEl>
                                              <p:spTgt spid="25"/>
                                            </p:tgtEl>
                                            <p:attrNameLst>
                                              <p:attrName>ppt_x</p:attrName>
                                            </p:attrNameLst>
                                          </p:cBhvr>
                                          <p:tavLst>
                                            <p:tav tm="0">
                                              <p:val>
                                                <p:strVal val="#ppt_x-#ppt_w*1.125000"/>
                                              </p:val>
                                            </p:tav>
                                            <p:tav tm="100000">
                                              <p:val>
                                                <p:strVal val="#ppt_x"/>
                                              </p:val>
                                            </p:tav>
                                          </p:tavLst>
                                        </p:anim>
                                        <p:animEffect transition="in" filter="wipe(right)">
                                          <p:cBhvr>
                                            <p:cTn id="44" dur="500"/>
                                            <p:tgtEl>
                                              <p:spTgt spid="25"/>
                                            </p:tgtEl>
                                          </p:cBhvr>
                                        </p:animEffect>
                                      </p:childTnLst>
                                    </p:cTn>
                                  </p:par>
                                  <p:par>
                                    <p:cTn id="45" presetID="12" presetClass="entr" presetSubtype="2"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ppt_x</p:attrName>
                                            </p:attrNameLst>
                                          </p:cBhvr>
                                          <p:tavLst>
                                            <p:tav tm="0">
                                              <p:val>
                                                <p:strVal val="#ppt_x+#ppt_w*1.125000"/>
                                              </p:val>
                                            </p:tav>
                                            <p:tav tm="100000">
                                              <p:val>
                                                <p:strVal val="#ppt_x"/>
                                              </p:val>
                                            </p:tav>
                                          </p:tavLst>
                                        </p:anim>
                                        <p:animEffect transition="in" filter="wipe(left)">
                                          <p:cBhvr>
                                            <p:cTn id="48" dur="500"/>
                                            <p:tgtEl>
                                              <p:spTgt spid="15"/>
                                            </p:tgtEl>
                                          </p:cBhvr>
                                        </p:animEffect>
                                      </p:childTnLst>
                                    </p:cTn>
                                  </p:par>
                                </p:childTnLst>
                              </p:cTn>
                            </p:par>
                            <p:par>
                              <p:cTn id="49" fill="hold">
                                <p:stCondLst>
                                  <p:cond delay="2750"/>
                                </p:stCondLst>
                                <p:childTnLst>
                                  <p:par>
                                    <p:cTn id="50" presetID="2" presetClass="entr" presetSubtype="8" fill="hold" grpId="0" nodeType="afterEffect">
                                      <p:stCondLst>
                                        <p:cond delay="0"/>
                                      </p:stCondLst>
                                      <p:childTnLst>
                                        <p:set>
                                          <p:cBhvr>
                                            <p:cTn id="51" dur="1" fill="hold">
                                              <p:stCondLst>
                                                <p:cond delay="0"/>
                                              </p:stCondLst>
                                            </p:cTn>
                                            <p:tgtEl>
                                              <p:spTgt spid="59"/>
                                            </p:tgtEl>
                                            <p:attrNameLst>
                                              <p:attrName>style.visibility</p:attrName>
                                            </p:attrNameLst>
                                          </p:cBhvr>
                                          <p:to>
                                            <p:strVal val="visible"/>
                                          </p:to>
                                        </p:set>
                                        <p:anim calcmode="lin" valueType="num">
                                          <p:cBhvr additive="base">
                                            <p:cTn id="52" dur="1000" fill="hold"/>
                                            <p:tgtEl>
                                              <p:spTgt spid="59"/>
                                            </p:tgtEl>
                                            <p:attrNameLst>
                                              <p:attrName>ppt_x</p:attrName>
                                            </p:attrNameLst>
                                          </p:cBhvr>
                                          <p:tavLst>
                                            <p:tav tm="0">
                                              <p:val>
                                                <p:strVal val="0-#ppt_w/2"/>
                                              </p:val>
                                            </p:tav>
                                            <p:tav tm="100000">
                                              <p:val>
                                                <p:strVal val="#ppt_x"/>
                                              </p:val>
                                            </p:tav>
                                          </p:tavLst>
                                        </p:anim>
                                        <p:anim calcmode="lin" valueType="num">
                                          <p:cBhvr additive="base">
                                            <p:cTn id="53" dur="1000" fill="hold"/>
                                            <p:tgtEl>
                                              <p:spTgt spid="59"/>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 calcmode="lin" valueType="num">
                                          <p:cBhvr additive="base">
                                            <p:cTn id="56" dur="1000" fill="hold"/>
                                            <p:tgtEl>
                                              <p:spTgt spid="53"/>
                                            </p:tgtEl>
                                            <p:attrNameLst>
                                              <p:attrName>ppt_x</p:attrName>
                                            </p:attrNameLst>
                                          </p:cBhvr>
                                          <p:tavLst>
                                            <p:tav tm="0">
                                              <p:val>
                                                <p:strVal val="1+#ppt_w/2"/>
                                              </p:val>
                                            </p:tav>
                                            <p:tav tm="100000">
                                              <p:val>
                                                <p:strVal val="#ppt_x"/>
                                              </p:val>
                                            </p:tav>
                                          </p:tavLst>
                                        </p:anim>
                                        <p:anim calcmode="lin" valueType="num">
                                          <p:cBhvr additive="base">
                                            <p:cTn id="57" dur="1000" fill="hold"/>
                                            <p:tgtEl>
                                              <p:spTgt spid="53"/>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62"/>
                                            </p:tgtEl>
                                            <p:attrNameLst>
                                              <p:attrName>style.visibility</p:attrName>
                                            </p:attrNameLst>
                                          </p:cBhvr>
                                          <p:to>
                                            <p:strVal val="visible"/>
                                          </p:to>
                                        </p:set>
                                        <p:anim calcmode="lin" valueType="num">
                                          <p:cBhvr additive="base">
                                            <p:cTn id="60" dur="1000" fill="hold"/>
                                            <p:tgtEl>
                                              <p:spTgt spid="62"/>
                                            </p:tgtEl>
                                            <p:attrNameLst>
                                              <p:attrName>ppt_x</p:attrName>
                                            </p:attrNameLst>
                                          </p:cBhvr>
                                          <p:tavLst>
                                            <p:tav tm="0">
                                              <p:val>
                                                <p:strVal val="0-#ppt_w/2"/>
                                              </p:val>
                                            </p:tav>
                                            <p:tav tm="100000">
                                              <p:val>
                                                <p:strVal val="#ppt_x"/>
                                              </p:val>
                                            </p:tav>
                                          </p:tavLst>
                                        </p:anim>
                                        <p:anim calcmode="lin" valueType="num">
                                          <p:cBhvr additive="base">
                                            <p:cTn id="61" dur="1000" fill="hold"/>
                                            <p:tgtEl>
                                              <p:spTgt spid="62"/>
                                            </p:tgtEl>
                                            <p:attrNameLst>
                                              <p:attrName>ppt_y</p:attrName>
                                            </p:attrNameLst>
                                          </p:cBhvr>
                                          <p:tavLst>
                                            <p:tav tm="0">
                                              <p:val>
                                                <p:strVal val="#ppt_y"/>
                                              </p:val>
                                            </p:tav>
                                            <p:tav tm="100000">
                                              <p:val>
                                                <p:strVal val="#ppt_y"/>
                                              </p:val>
                                            </p:tav>
                                          </p:tavLst>
                                        </p:anim>
                                      </p:childTnLst>
                                    </p:cTn>
                                  </p:par>
                                  <p:par>
                                    <p:cTn id="62" presetID="2" presetClass="entr" presetSubtype="2" fill="hold" grpId="0" nodeType="withEffect">
                                      <p:stCondLst>
                                        <p:cond delay="0"/>
                                      </p:stCondLst>
                                      <p:childTnLst>
                                        <p:set>
                                          <p:cBhvr>
                                            <p:cTn id="63" dur="1" fill="hold">
                                              <p:stCondLst>
                                                <p:cond delay="0"/>
                                              </p:stCondLst>
                                            </p:cTn>
                                            <p:tgtEl>
                                              <p:spTgt spid="56"/>
                                            </p:tgtEl>
                                            <p:attrNameLst>
                                              <p:attrName>style.visibility</p:attrName>
                                            </p:attrNameLst>
                                          </p:cBhvr>
                                          <p:to>
                                            <p:strVal val="visible"/>
                                          </p:to>
                                        </p:set>
                                        <p:anim calcmode="lin" valueType="num">
                                          <p:cBhvr additive="base">
                                            <p:cTn id="64" dur="1000" fill="hold"/>
                                            <p:tgtEl>
                                              <p:spTgt spid="56"/>
                                            </p:tgtEl>
                                            <p:attrNameLst>
                                              <p:attrName>ppt_x</p:attrName>
                                            </p:attrNameLst>
                                          </p:cBhvr>
                                          <p:tavLst>
                                            <p:tav tm="0">
                                              <p:val>
                                                <p:strVal val="1+#ppt_w/2"/>
                                              </p:val>
                                            </p:tav>
                                            <p:tav tm="100000">
                                              <p:val>
                                                <p:strVal val="#ppt_x"/>
                                              </p:val>
                                            </p:tav>
                                          </p:tavLst>
                                        </p:anim>
                                        <p:anim calcmode="lin" valueType="num">
                                          <p:cBhvr additive="base">
                                            <p:cTn id="65" dur="1000" fill="hold"/>
                                            <p:tgtEl>
                                              <p:spTgt spid="56"/>
                                            </p:tgtEl>
                                            <p:attrNameLst>
                                              <p:attrName>ppt_y</p:attrName>
                                            </p:attrNameLst>
                                          </p:cBhvr>
                                          <p:tavLst>
                                            <p:tav tm="0">
                                              <p:val>
                                                <p:strVal val="#ppt_y"/>
                                              </p:val>
                                            </p:tav>
                                            <p:tav tm="100000">
                                              <p:val>
                                                <p:strVal val="#ppt_y"/>
                                              </p:val>
                                            </p:tav>
                                          </p:tavLst>
                                        </p:anim>
                                      </p:childTnLst>
                                    </p:cTn>
                                  </p:par>
                                  <p:par>
                                    <p:cTn id="66" presetID="12" presetClass="entr" presetSubtype="2" fill="hold" grpId="0" nodeType="withEffect">
                                      <p:stCondLst>
                                        <p:cond delay="400"/>
                                      </p:stCondLst>
                                      <p:childTnLst>
                                        <p:set>
                                          <p:cBhvr>
                                            <p:cTn id="67" dur="1" fill="hold">
                                              <p:stCondLst>
                                                <p:cond delay="0"/>
                                              </p:stCondLst>
                                            </p:cTn>
                                            <p:tgtEl>
                                              <p:spTgt spid="60"/>
                                            </p:tgtEl>
                                            <p:attrNameLst>
                                              <p:attrName>style.visibility</p:attrName>
                                            </p:attrNameLst>
                                          </p:cBhvr>
                                          <p:to>
                                            <p:strVal val="visible"/>
                                          </p:to>
                                        </p:set>
                                        <p:anim calcmode="lin" valueType="num">
                                          <p:cBhvr additive="base">
                                            <p:cTn id="68" dur="500"/>
                                            <p:tgtEl>
                                              <p:spTgt spid="60"/>
                                            </p:tgtEl>
                                            <p:attrNameLst>
                                              <p:attrName>ppt_x</p:attrName>
                                            </p:attrNameLst>
                                          </p:cBhvr>
                                          <p:tavLst>
                                            <p:tav tm="0">
                                              <p:val>
                                                <p:strVal val="#ppt_x+#ppt_w*1.125000"/>
                                              </p:val>
                                            </p:tav>
                                            <p:tav tm="100000">
                                              <p:val>
                                                <p:strVal val="#ppt_x"/>
                                              </p:val>
                                            </p:tav>
                                          </p:tavLst>
                                        </p:anim>
                                        <p:animEffect transition="in" filter="wipe(left)">
                                          <p:cBhvr>
                                            <p:cTn id="69" dur="500"/>
                                            <p:tgtEl>
                                              <p:spTgt spid="60"/>
                                            </p:tgtEl>
                                          </p:cBhvr>
                                        </p:animEffect>
                                      </p:childTnLst>
                                    </p:cTn>
                                  </p:par>
                                  <p:par>
                                    <p:cTn id="70" presetID="12" presetClass="entr" presetSubtype="2" fill="hold" grpId="0" nodeType="withEffect">
                                      <p:stCondLst>
                                        <p:cond delay="400"/>
                                      </p:stCondLst>
                                      <p:childTnLst>
                                        <p:set>
                                          <p:cBhvr>
                                            <p:cTn id="71" dur="1" fill="hold">
                                              <p:stCondLst>
                                                <p:cond delay="0"/>
                                              </p:stCondLst>
                                            </p:cTn>
                                            <p:tgtEl>
                                              <p:spTgt spid="61"/>
                                            </p:tgtEl>
                                            <p:attrNameLst>
                                              <p:attrName>style.visibility</p:attrName>
                                            </p:attrNameLst>
                                          </p:cBhvr>
                                          <p:to>
                                            <p:strVal val="visible"/>
                                          </p:to>
                                        </p:set>
                                        <p:anim calcmode="lin" valueType="num">
                                          <p:cBhvr additive="base">
                                            <p:cTn id="72" dur="500"/>
                                            <p:tgtEl>
                                              <p:spTgt spid="61"/>
                                            </p:tgtEl>
                                            <p:attrNameLst>
                                              <p:attrName>ppt_x</p:attrName>
                                            </p:attrNameLst>
                                          </p:cBhvr>
                                          <p:tavLst>
                                            <p:tav tm="0">
                                              <p:val>
                                                <p:strVal val="#ppt_x+#ppt_w*1.125000"/>
                                              </p:val>
                                            </p:tav>
                                            <p:tav tm="100000">
                                              <p:val>
                                                <p:strVal val="#ppt_x"/>
                                              </p:val>
                                            </p:tav>
                                          </p:tavLst>
                                        </p:anim>
                                        <p:animEffect transition="in" filter="wipe(left)">
                                          <p:cBhvr>
                                            <p:cTn id="73" dur="500"/>
                                            <p:tgtEl>
                                              <p:spTgt spid="61"/>
                                            </p:tgtEl>
                                          </p:cBhvr>
                                        </p:animEffect>
                                      </p:childTnLst>
                                    </p:cTn>
                                  </p:par>
                                  <p:par>
                                    <p:cTn id="74" presetID="12" presetClass="entr" presetSubtype="8" fill="hold" grpId="0" nodeType="withEffect">
                                      <p:stCondLst>
                                        <p:cond delay="400"/>
                                      </p:stCondLst>
                                      <p:childTnLst>
                                        <p:set>
                                          <p:cBhvr>
                                            <p:cTn id="75" dur="1" fill="hold">
                                              <p:stCondLst>
                                                <p:cond delay="0"/>
                                              </p:stCondLst>
                                            </p:cTn>
                                            <p:tgtEl>
                                              <p:spTgt spid="54"/>
                                            </p:tgtEl>
                                            <p:attrNameLst>
                                              <p:attrName>style.visibility</p:attrName>
                                            </p:attrNameLst>
                                          </p:cBhvr>
                                          <p:to>
                                            <p:strVal val="visible"/>
                                          </p:to>
                                        </p:set>
                                        <p:anim calcmode="lin" valueType="num">
                                          <p:cBhvr additive="base">
                                            <p:cTn id="76" dur="500"/>
                                            <p:tgtEl>
                                              <p:spTgt spid="54"/>
                                            </p:tgtEl>
                                            <p:attrNameLst>
                                              <p:attrName>ppt_x</p:attrName>
                                            </p:attrNameLst>
                                          </p:cBhvr>
                                          <p:tavLst>
                                            <p:tav tm="0">
                                              <p:val>
                                                <p:strVal val="#ppt_x-#ppt_w*1.125000"/>
                                              </p:val>
                                            </p:tav>
                                            <p:tav tm="100000">
                                              <p:val>
                                                <p:strVal val="#ppt_x"/>
                                              </p:val>
                                            </p:tav>
                                          </p:tavLst>
                                        </p:anim>
                                        <p:animEffect transition="in" filter="wipe(right)">
                                          <p:cBhvr>
                                            <p:cTn id="77" dur="500"/>
                                            <p:tgtEl>
                                              <p:spTgt spid="54"/>
                                            </p:tgtEl>
                                          </p:cBhvr>
                                        </p:animEffect>
                                      </p:childTnLst>
                                    </p:cTn>
                                  </p:par>
                                  <p:par>
                                    <p:cTn id="78" presetID="12" presetClass="entr" presetSubtype="8" fill="hold" grpId="0" nodeType="withEffect">
                                      <p:stCondLst>
                                        <p:cond delay="400"/>
                                      </p:stCondLst>
                                      <p:childTnLst>
                                        <p:set>
                                          <p:cBhvr>
                                            <p:cTn id="79" dur="1" fill="hold">
                                              <p:stCondLst>
                                                <p:cond delay="0"/>
                                              </p:stCondLst>
                                            </p:cTn>
                                            <p:tgtEl>
                                              <p:spTgt spid="55"/>
                                            </p:tgtEl>
                                            <p:attrNameLst>
                                              <p:attrName>style.visibility</p:attrName>
                                            </p:attrNameLst>
                                          </p:cBhvr>
                                          <p:to>
                                            <p:strVal val="visible"/>
                                          </p:to>
                                        </p:set>
                                        <p:anim calcmode="lin" valueType="num">
                                          <p:cBhvr additive="base">
                                            <p:cTn id="80" dur="500"/>
                                            <p:tgtEl>
                                              <p:spTgt spid="55"/>
                                            </p:tgtEl>
                                            <p:attrNameLst>
                                              <p:attrName>ppt_x</p:attrName>
                                            </p:attrNameLst>
                                          </p:cBhvr>
                                          <p:tavLst>
                                            <p:tav tm="0">
                                              <p:val>
                                                <p:strVal val="#ppt_x-#ppt_w*1.125000"/>
                                              </p:val>
                                            </p:tav>
                                            <p:tav tm="100000">
                                              <p:val>
                                                <p:strVal val="#ppt_x"/>
                                              </p:val>
                                            </p:tav>
                                          </p:tavLst>
                                        </p:anim>
                                        <p:animEffect transition="in" filter="wipe(right)">
                                          <p:cBhvr>
                                            <p:cTn id="81" dur="500"/>
                                            <p:tgtEl>
                                              <p:spTgt spid="55"/>
                                            </p:tgtEl>
                                          </p:cBhvr>
                                        </p:animEffect>
                                      </p:childTnLst>
                                    </p:cTn>
                                  </p:par>
                                  <p:par>
                                    <p:cTn id="82" presetID="12" presetClass="entr" presetSubtype="8" fill="hold" grpId="0" nodeType="withEffect">
                                      <p:stCondLst>
                                        <p:cond delay="400"/>
                                      </p:stCondLst>
                                      <p:childTnLst>
                                        <p:set>
                                          <p:cBhvr>
                                            <p:cTn id="83" dur="1" fill="hold">
                                              <p:stCondLst>
                                                <p:cond delay="0"/>
                                              </p:stCondLst>
                                            </p:cTn>
                                            <p:tgtEl>
                                              <p:spTgt spid="57"/>
                                            </p:tgtEl>
                                            <p:attrNameLst>
                                              <p:attrName>style.visibility</p:attrName>
                                            </p:attrNameLst>
                                          </p:cBhvr>
                                          <p:to>
                                            <p:strVal val="visible"/>
                                          </p:to>
                                        </p:set>
                                        <p:anim calcmode="lin" valueType="num">
                                          <p:cBhvr additive="base">
                                            <p:cTn id="84" dur="500"/>
                                            <p:tgtEl>
                                              <p:spTgt spid="57"/>
                                            </p:tgtEl>
                                            <p:attrNameLst>
                                              <p:attrName>ppt_x</p:attrName>
                                            </p:attrNameLst>
                                          </p:cBhvr>
                                          <p:tavLst>
                                            <p:tav tm="0">
                                              <p:val>
                                                <p:strVal val="#ppt_x-#ppt_w*1.125000"/>
                                              </p:val>
                                            </p:tav>
                                            <p:tav tm="100000">
                                              <p:val>
                                                <p:strVal val="#ppt_x"/>
                                              </p:val>
                                            </p:tav>
                                          </p:tavLst>
                                        </p:anim>
                                        <p:animEffect transition="in" filter="wipe(right)">
                                          <p:cBhvr>
                                            <p:cTn id="85" dur="500"/>
                                            <p:tgtEl>
                                              <p:spTgt spid="57"/>
                                            </p:tgtEl>
                                          </p:cBhvr>
                                        </p:animEffect>
                                      </p:childTnLst>
                                    </p:cTn>
                                  </p:par>
                                  <p:par>
                                    <p:cTn id="86" presetID="12" presetClass="entr" presetSubtype="8" fill="hold" grpId="0" nodeType="withEffect">
                                      <p:stCondLst>
                                        <p:cond delay="400"/>
                                      </p:stCondLst>
                                      <p:childTnLst>
                                        <p:set>
                                          <p:cBhvr>
                                            <p:cTn id="87" dur="1" fill="hold">
                                              <p:stCondLst>
                                                <p:cond delay="0"/>
                                              </p:stCondLst>
                                            </p:cTn>
                                            <p:tgtEl>
                                              <p:spTgt spid="58"/>
                                            </p:tgtEl>
                                            <p:attrNameLst>
                                              <p:attrName>style.visibility</p:attrName>
                                            </p:attrNameLst>
                                          </p:cBhvr>
                                          <p:to>
                                            <p:strVal val="visible"/>
                                          </p:to>
                                        </p:set>
                                        <p:anim calcmode="lin" valueType="num">
                                          <p:cBhvr additive="base">
                                            <p:cTn id="88" dur="500"/>
                                            <p:tgtEl>
                                              <p:spTgt spid="58"/>
                                            </p:tgtEl>
                                            <p:attrNameLst>
                                              <p:attrName>ppt_x</p:attrName>
                                            </p:attrNameLst>
                                          </p:cBhvr>
                                          <p:tavLst>
                                            <p:tav tm="0">
                                              <p:val>
                                                <p:strVal val="#ppt_x-#ppt_w*1.125000"/>
                                              </p:val>
                                            </p:tav>
                                            <p:tav tm="100000">
                                              <p:val>
                                                <p:strVal val="#ppt_x"/>
                                              </p:val>
                                            </p:tav>
                                          </p:tavLst>
                                        </p:anim>
                                        <p:animEffect transition="in" filter="wipe(right)">
                                          <p:cBhvr>
                                            <p:cTn id="89" dur="500"/>
                                            <p:tgtEl>
                                              <p:spTgt spid="58"/>
                                            </p:tgtEl>
                                          </p:cBhvr>
                                        </p:animEffect>
                                      </p:childTnLst>
                                    </p:cTn>
                                  </p:par>
                                  <p:par>
                                    <p:cTn id="90" presetID="12" presetClass="entr" presetSubtype="2" fill="hold" grpId="0" nodeType="withEffect">
                                      <p:stCondLst>
                                        <p:cond delay="400"/>
                                      </p:stCondLst>
                                      <p:childTnLst>
                                        <p:set>
                                          <p:cBhvr>
                                            <p:cTn id="91" dur="1" fill="hold">
                                              <p:stCondLst>
                                                <p:cond delay="0"/>
                                              </p:stCondLst>
                                            </p:cTn>
                                            <p:tgtEl>
                                              <p:spTgt spid="63"/>
                                            </p:tgtEl>
                                            <p:attrNameLst>
                                              <p:attrName>style.visibility</p:attrName>
                                            </p:attrNameLst>
                                          </p:cBhvr>
                                          <p:to>
                                            <p:strVal val="visible"/>
                                          </p:to>
                                        </p:set>
                                        <p:anim calcmode="lin" valueType="num">
                                          <p:cBhvr additive="base">
                                            <p:cTn id="92" dur="500"/>
                                            <p:tgtEl>
                                              <p:spTgt spid="63"/>
                                            </p:tgtEl>
                                            <p:attrNameLst>
                                              <p:attrName>ppt_x</p:attrName>
                                            </p:attrNameLst>
                                          </p:cBhvr>
                                          <p:tavLst>
                                            <p:tav tm="0">
                                              <p:val>
                                                <p:strVal val="#ppt_x+#ppt_w*1.125000"/>
                                              </p:val>
                                            </p:tav>
                                            <p:tav tm="100000">
                                              <p:val>
                                                <p:strVal val="#ppt_x"/>
                                              </p:val>
                                            </p:tav>
                                          </p:tavLst>
                                        </p:anim>
                                        <p:animEffect transition="in" filter="wipe(left)">
                                          <p:cBhvr>
                                            <p:cTn id="93" dur="500"/>
                                            <p:tgtEl>
                                              <p:spTgt spid="63"/>
                                            </p:tgtEl>
                                          </p:cBhvr>
                                        </p:animEffect>
                                      </p:childTnLst>
                                    </p:cTn>
                                  </p:par>
                                  <p:par>
                                    <p:cTn id="94" presetID="12" presetClass="entr" presetSubtype="2" fill="hold" grpId="0" nodeType="withEffect">
                                      <p:stCondLst>
                                        <p:cond delay="400"/>
                                      </p:stCondLst>
                                      <p:childTnLst>
                                        <p:set>
                                          <p:cBhvr>
                                            <p:cTn id="95" dur="1" fill="hold">
                                              <p:stCondLst>
                                                <p:cond delay="0"/>
                                              </p:stCondLst>
                                            </p:cTn>
                                            <p:tgtEl>
                                              <p:spTgt spid="64"/>
                                            </p:tgtEl>
                                            <p:attrNameLst>
                                              <p:attrName>style.visibility</p:attrName>
                                            </p:attrNameLst>
                                          </p:cBhvr>
                                          <p:to>
                                            <p:strVal val="visible"/>
                                          </p:to>
                                        </p:set>
                                        <p:anim calcmode="lin" valueType="num">
                                          <p:cBhvr additive="base">
                                            <p:cTn id="96" dur="500"/>
                                            <p:tgtEl>
                                              <p:spTgt spid="64"/>
                                            </p:tgtEl>
                                            <p:attrNameLst>
                                              <p:attrName>ppt_x</p:attrName>
                                            </p:attrNameLst>
                                          </p:cBhvr>
                                          <p:tavLst>
                                            <p:tav tm="0">
                                              <p:val>
                                                <p:strVal val="#ppt_x+#ppt_w*1.125000"/>
                                              </p:val>
                                            </p:tav>
                                            <p:tav tm="100000">
                                              <p:val>
                                                <p:strVal val="#ppt_x"/>
                                              </p:val>
                                            </p:tav>
                                          </p:tavLst>
                                        </p:anim>
                                        <p:animEffect transition="in" filter="wipe(left)">
                                          <p:cBhvr>
                                            <p:cTn id="9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53" grpId="0" animBg="1"/>
          <p:bldP spid="54" grpId="0"/>
          <p:bldP spid="55" grpId="0"/>
          <p:bldP spid="56" grpId="0" animBg="1"/>
          <p:bldP spid="57" grpId="0"/>
          <p:bldP spid="58" grpId="0"/>
          <p:bldP spid="59" grpId="0" animBg="1"/>
          <p:bldP spid="60" grpId="0"/>
          <p:bldP spid="61" grpId="0"/>
          <p:bldP spid="62" grpId="0" animBg="1"/>
          <p:bldP spid="63" grpId="0"/>
          <p:bldP spid="64"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1749" y="364014"/>
            <a:ext cx="3600400"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在这里补充本页标题</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3392" y="748687"/>
            <a:ext cx="2664296" cy="276999"/>
          </a:xfrm>
          <a:prstGeom prst="rect">
            <a:avLst/>
          </a:prstGeom>
          <a:noFill/>
        </p:spPr>
        <p:txBody>
          <a:bodyPr wrap="square" rtlCol="0">
            <a:spAutoFit/>
          </a:bodyPr>
          <a:lstStyle/>
          <a:p>
            <a:r>
              <a:rPr lang="en-US" altLang="zh-CN" sz="1200" dirty="0">
                <a:solidFill>
                  <a:schemeClr val="bg1">
                    <a:lumMod val="75000"/>
                  </a:schemeClr>
                </a:solidFill>
                <a:latin typeface="微软雅黑" panose="020B0503020204020204" pitchFamily="34" charset="-122"/>
                <a:ea typeface="微软雅黑" panose="020B0503020204020204" pitchFamily="34" charset="-122"/>
              </a:rPr>
              <a:t>Click here to add your title</a:t>
            </a:r>
            <a:endParaRPr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0" y="6237312"/>
            <a:ext cx="12192000"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19336" y="6453336"/>
            <a:ext cx="1368152" cy="276999"/>
          </a:xfrm>
          <a:prstGeom prst="rect">
            <a:avLst/>
          </a:prstGeom>
          <a:noFill/>
        </p:spPr>
        <p:txBody>
          <a:bodyPr wrap="square" rtlCol="0">
            <a:spAutoFit/>
          </a:bodyPr>
          <a:lstStyle/>
          <a:p>
            <a:r>
              <a:rPr lang="zh-CN" altLang="en-US" sz="1200" dirty="0">
                <a:solidFill>
                  <a:schemeClr val="bg1">
                    <a:lumMod val="75000"/>
                  </a:schemeClr>
                </a:solidFill>
                <a:latin typeface="+mj-ea"/>
                <a:ea typeface="+mj-ea"/>
              </a:rPr>
              <a:t>公司名称</a:t>
            </a:r>
          </a:p>
        </p:txBody>
      </p:sp>
      <p:sp>
        <p:nvSpPr>
          <p:cNvPr id="7" name="微博 324"/>
          <p:cNvSpPr>
            <a:spLocks noChangeAspect="1"/>
          </p:cNvSpPr>
          <p:nvPr/>
        </p:nvSpPr>
        <p:spPr bwMode="auto">
          <a:xfrm>
            <a:off x="11280683" y="6455083"/>
            <a:ext cx="223200" cy="223200"/>
          </a:xfrm>
          <a:custGeom>
            <a:avLst/>
            <a:gdLst>
              <a:gd name="T0" fmla="*/ 1747 w 684048"/>
              <a:gd name="T1" fmla="*/ 7402 h 556307"/>
              <a:gd name="T2" fmla="*/ 1952 w 684048"/>
              <a:gd name="T3" fmla="*/ 8406 h 556307"/>
              <a:gd name="T4" fmla="*/ 1863 w 684048"/>
              <a:gd name="T5" fmla="*/ 7326 h 556307"/>
              <a:gd name="T6" fmla="*/ 2307 w 684048"/>
              <a:gd name="T7" fmla="*/ 7063 h 556307"/>
              <a:gd name="T8" fmla="*/ 2375 w 684048"/>
              <a:gd name="T9" fmla="*/ 7400 h 556307"/>
              <a:gd name="T10" fmla="*/ 2374 w 684048"/>
              <a:gd name="T11" fmla="*/ 7052 h 556307"/>
              <a:gd name="T12" fmla="*/ 3074 w 684048"/>
              <a:gd name="T13" fmla="*/ 7319 h 556307"/>
              <a:gd name="T14" fmla="*/ 1187 w 684048"/>
              <a:gd name="T15" fmla="*/ 7814 h 556307"/>
              <a:gd name="T16" fmla="*/ 2228 w 684048"/>
              <a:gd name="T17" fmla="*/ 5676 h 556307"/>
              <a:gd name="T18" fmla="*/ 2138 w 684048"/>
              <a:gd name="T19" fmla="*/ 4862 h 556307"/>
              <a:gd name="T20" fmla="*/ 2387 w 684048"/>
              <a:gd name="T21" fmla="*/ 9821 h 556307"/>
              <a:gd name="T22" fmla="*/ 2483 w 684048"/>
              <a:gd name="T23" fmla="*/ 4822 h 556307"/>
              <a:gd name="T24" fmla="*/ 4933 w 684048"/>
              <a:gd name="T25" fmla="*/ 3497 h 556307"/>
              <a:gd name="T26" fmla="*/ 4849 w 684048"/>
              <a:gd name="T27" fmla="*/ 4386 h 556307"/>
              <a:gd name="T28" fmla="*/ 4837 w 684048"/>
              <a:gd name="T29" fmla="*/ 4433 h 556307"/>
              <a:gd name="T30" fmla="*/ 4826 w 684048"/>
              <a:gd name="T31" fmla="*/ 4469 h 556307"/>
              <a:gd name="T32" fmla="*/ 4583 w 684048"/>
              <a:gd name="T33" fmla="*/ 4560 h 556307"/>
              <a:gd name="T34" fmla="*/ 4522 w 684048"/>
              <a:gd name="T35" fmla="*/ 4039 h 556307"/>
              <a:gd name="T36" fmla="*/ 4529 w 684048"/>
              <a:gd name="T37" fmla="*/ 3160 h 556307"/>
              <a:gd name="T38" fmla="*/ 4012 w 684048"/>
              <a:gd name="T39" fmla="*/ 2761 h 556307"/>
              <a:gd name="T40" fmla="*/ 3836 w 684048"/>
              <a:gd name="T41" fmla="*/ 2449 h 556307"/>
              <a:gd name="T42" fmla="*/ 3958 w 684048"/>
              <a:gd name="T43" fmla="*/ 2021 h 556307"/>
              <a:gd name="T44" fmla="*/ 2395 w 684048"/>
              <a:gd name="T45" fmla="*/ 1568 h 556307"/>
              <a:gd name="T46" fmla="*/ 4066 w 684048"/>
              <a:gd name="T47" fmla="*/ 3236 h 556307"/>
              <a:gd name="T48" fmla="*/ 4703 w 684048"/>
              <a:gd name="T49" fmla="*/ 8344 h 556307"/>
              <a:gd name="T50" fmla="*/ 2395 w 684048"/>
              <a:gd name="T51" fmla="*/ 1568 h 556307"/>
              <a:gd name="T52" fmla="*/ 5717 w 684048"/>
              <a:gd name="T53" fmla="*/ 3725 h 556307"/>
              <a:gd name="T54" fmla="*/ 5619 w 684048"/>
              <a:gd name="T55" fmla="*/ 4910 h 556307"/>
              <a:gd name="T56" fmla="*/ 5331 w 684048"/>
              <a:gd name="T57" fmla="*/ 5022 h 556307"/>
              <a:gd name="T58" fmla="*/ 5215 w 684048"/>
              <a:gd name="T59" fmla="*/ 4576 h 556307"/>
              <a:gd name="T60" fmla="*/ 4087 w 684048"/>
              <a:gd name="T61" fmla="*/ 999 h 556307"/>
              <a:gd name="T62" fmla="*/ 3928 w 684048"/>
              <a:gd name="T63" fmla="*/ 1036 h 556307"/>
              <a:gd name="T64" fmla="*/ 3734 w 684048"/>
              <a:gd name="T65" fmla="*/ 719 h 556307"/>
              <a:gd name="T66" fmla="*/ 3817 w 684048"/>
              <a:gd name="T67" fmla="*/ 71 h 556307"/>
              <a:gd name="T68" fmla="*/ 4087 w 684048"/>
              <a:gd name="T69" fmla="*/ 0 h 556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84048" h="556307">
                <a:moveTo>
                  <a:pt x="222901" y="383453"/>
                </a:moveTo>
                <a:cubicBezTo>
                  <a:pt x="218315" y="383977"/>
                  <a:pt x="213613" y="385281"/>
                  <a:pt x="209039" y="387420"/>
                </a:cubicBezTo>
                <a:cubicBezTo>
                  <a:pt x="190739" y="395979"/>
                  <a:pt x="181407" y="414680"/>
                  <a:pt x="188193" y="429191"/>
                </a:cubicBezTo>
                <a:cubicBezTo>
                  <a:pt x="194980" y="443702"/>
                  <a:pt x="215317" y="448527"/>
                  <a:pt x="233616" y="439969"/>
                </a:cubicBezTo>
                <a:cubicBezTo>
                  <a:pt x="251915" y="431410"/>
                  <a:pt x="261248" y="412709"/>
                  <a:pt x="254461" y="398198"/>
                </a:cubicBezTo>
                <a:cubicBezTo>
                  <a:pt x="249371" y="387315"/>
                  <a:pt x="236659" y="381879"/>
                  <a:pt x="222901" y="383453"/>
                </a:cubicBezTo>
                <a:close/>
                <a:moveTo>
                  <a:pt x="284035" y="369073"/>
                </a:moveTo>
                <a:cubicBezTo>
                  <a:pt x="281538" y="368297"/>
                  <a:pt x="278657" y="368441"/>
                  <a:pt x="275985" y="369691"/>
                </a:cubicBezTo>
                <a:cubicBezTo>
                  <a:pt x="270641" y="372190"/>
                  <a:pt x="268154" y="378164"/>
                  <a:pt x="270432" y="383034"/>
                </a:cubicBezTo>
                <a:cubicBezTo>
                  <a:pt x="272710" y="387904"/>
                  <a:pt x="278888" y="389825"/>
                  <a:pt x="284233" y="387325"/>
                </a:cubicBezTo>
                <a:cubicBezTo>
                  <a:pt x="289577" y="384826"/>
                  <a:pt x="292063" y="378852"/>
                  <a:pt x="289785" y="373982"/>
                </a:cubicBezTo>
                <a:cubicBezTo>
                  <a:pt x="288647" y="371547"/>
                  <a:pt x="286533" y="369850"/>
                  <a:pt x="284035" y="369073"/>
                </a:cubicBezTo>
                <a:close/>
                <a:moveTo>
                  <a:pt x="266604" y="297070"/>
                </a:moveTo>
                <a:cubicBezTo>
                  <a:pt x="319078" y="300338"/>
                  <a:pt x="362309" y="335548"/>
                  <a:pt x="367763" y="383070"/>
                </a:cubicBezTo>
                <a:cubicBezTo>
                  <a:pt x="373996" y="437381"/>
                  <a:pt x="328527" y="487207"/>
                  <a:pt x="266205" y="494360"/>
                </a:cubicBezTo>
                <a:cubicBezTo>
                  <a:pt x="203883" y="501513"/>
                  <a:pt x="148308" y="463284"/>
                  <a:pt x="142074" y="408972"/>
                </a:cubicBezTo>
                <a:cubicBezTo>
                  <a:pt x="135841" y="354661"/>
                  <a:pt x="181310" y="304835"/>
                  <a:pt x="243632" y="297682"/>
                </a:cubicBezTo>
                <a:cubicBezTo>
                  <a:pt x="251423" y="296788"/>
                  <a:pt x="259108" y="296603"/>
                  <a:pt x="266604" y="297070"/>
                </a:cubicBezTo>
                <a:close/>
                <a:moveTo>
                  <a:pt x="297042" y="252387"/>
                </a:moveTo>
                <a:cubicBezTo>
                  <a:pt x="283618" y="252176"/>
                  <a:pt x="269820" y="252839"/>
                  <a:pt x="255793" y="254449"/>
                </a:cubicBezTo>
                <a:cubicBezTo>
                  <a:pt x="143583" y="267328"/>
                  <a:pt x="59288" y="335880"/>
                  <a:pt x="67516" y="407566"/>
                </a:cubicBezTo>
                <a:cubicBezTo>
                  <a:pt x="75743" y="479252"/>
                  <a:pt x="173377" y="526925"/>
                  <a:pt x="285587" y="514046"/>
                </a:cubicBezTo>
                <a:cubicBezTo>
                  <a:pt x="397797" y="501168"/>
                  <a:pt x="482091" y="432615"/>
                  <a:pt x="473864" y="360929"/>
                </a:cubicBezTo>
                <a:cubicBezTo>
                  <a:pt x="466665" y="298204"/>
                  <a:pt x="391015" y="253864"/>
                  <a:pt x="297042" y="252387"/>
                </a:cubicBezTo>
                <a:close/>
                <a:moveTo>
                  <a:pt x="509416" y="97868"/>
                </a:moveTo>
                <a:cubicBezTo>
                  <a:pt x="544841" y="99182"/>
                  <a:pt x="588107" y="127580"/>
                  <a:pt x="590257" y="183051"/>
                </a:cubicBezTo>
                <a:cubicBezTo>
                  <a:pt x="592352" y="199448"/>
                  <a:pt x="588214" y="215684"/>
                  <a:pt x="579852" y="229407"/>
                </a:cubicBezTo>
                <a:lnTo>
                  <a:pt x="580228" y="229581"/>
                </a:lnTo>
                <a:cubicBezTo>
                  <a:pt x="580244" y="229743"/>
                  <a:pt x="580186" y="229872"/>
                  <a:pt x="580126" y="230000"/>
                </a:cubicBezTo>
                <a:lnTo>
                  <a:pt x="578707" y="232024"/>
                </a:lnTo>
                <a:cubicBezTo>
                  <a:pt x="578590" y="232839"/>
                  <a:pt x="578192" y="233485"/>
                  <a:pt x="577787" y="234126"/>
                </a:cubicBezTo>
                <a:lnTo>
                  <a:pt x="577385" y="233908"/>
                </a:lnTo>
                <a:cubicBezTo>
                  <a:pt x="572286" y="241165"/>
                  <a:pt x="563167" y="244302"/>
                  <a:pt x="554750" y="241632"/>
                </a:cubicBezTo>
                <a:lnTo>
                  <a:pt x="548315" y="238643"/>
                </a:lnTo>
                <a:cubicBezTo>
                  <a:pt x="539522" y="233101"/>
                  <a:pt x="536249" y="221620"/>
                  <a:pt x="540834" y="211750"/>
                </a:cubicBezTo>
                <a:lnTo>
                  <a:pt x="541088" y="211402"/>
                </a:lnTo>
                <a:lnTo>
                  <a:pt x="541243" y="211474"/>
                </a:lnTo>
                <a:cubicBezTo>
                  <a:pt x="549302" y="193084"/>
                  <a:pt x="546794" y="175359"/>
                  <a:pt x="541863" y="165391"/>
                </a:cubicBezTo>
                <a:cubicBezTo>
                  <a:pt x="534763" y="151042"/>
                  <a:pt x="514479" y="135118"/>
                  <a:pt x="480142" y="145181"/>
                </a:cubicBezTo>
                <a:lnTo>
                  <a:pt x="480025" y="144483"/>
                </a:lnTo>
                <a:cubicBezTo>
                  <a:pt x="471706" y="144624"/>
                  <a:pt x="464282" y="140887"/>
                  <a:pt x="461009" y="134412"/>
                </a:cubicBezTo>
                <a:lnTo>
                  <a:pt x="458966" y="128175"/>
                </a:lnTo>
                <a:cubicBezTo>
                  <a:pt x="457496" y="119354"/>
                  <a:pt x="463572" y="110158"/>
                  <a:pt x="473636" y="106144"/>
                </a:cubicBezTo>
                <a:lnTo>
                  <a:pt x="473571" y="105761"/>
                </a:lnTo>
                <a:cubicBezTo>
                  <a:pt x="485121" y="99922"/>
                  <a:pt x="497817" y="97438"/>
                  <a:pt x="509416" y="97868"/>
                </a:cubicBezTo>
                <a:close/>
                <a:moveTo>
                  <a:pt x="286518" y="82088"/>
                </a:moveTo>
                <a:cubicBezTo>
                  <a:pt x="376738" y="91976"/>
                  <a:pt x="317665" y="163994"/>
                  <a:pt x="337363" y="184000"/>
                </a:cubicBezTo>
                <a:cubicBezTo>
                  <a:pt x="387081" y="179119"/>
                  <a:pt x="437510" y="146098"/>
                  <a:pt x="486517" y="169358"/>
                </a:cubicBezTo>
                <a:cubicBezTo>
                  <a:pt x="533076" y="203014"/>
                  <a:pt x="494312" y="233925"/>
                  <a:pt x="501054" y="264835"/>
                </a:cubicBezTo>
                <a:cubicBezTo>
                  <a:pt x="649340" y="323962"/>
                  <a:pt x="585744" y="409170"/>
                  <a:pt x="562675" y="436725"/>
                </a:cubicBezTo>
                <a:cubicBezTo>
                  <a:pt x="354965" y="648778"/>
                  <a:pt x="45454" y="533772"/>
                  <a:pt x="10807" y="435328"/>
                </a:cubicBezTo>
                <a:cubicBezTo>
                  <a:pt x="-41075" y="330306"/>
                  <a:pt x="100878" y="89491"/>
                  <a:pt x="286518" y="82088"/>
                </a:cubicBezTo>
                <a:close/>
                <a:moveTo>
                  <a:pt x="489068" y="0"/>
                </a:moveTo>
                <a:cubicBezTo>
                  <a:pt x="596753" y="0"/>
                  <a:pt x="684048" y="87296"/>
                  <a:pt x="684048" y="194980"/>
                </a:cubicBezTo>
                <a:cubicBezTo>
                  <a:pt x="684048" y="216847"/>
                  <a:pt x="680448" y="237874"/>
                  <a:pt x="672966" y="257215"/>
                </a:cubicBezTo>
                <a:lnTo>
                  <a:pt x="672379" y="257003"/>
                </a:lnTo>
                <a:cubicBezTo>
                  <a:pt x="668967" y="265617"/>
                  <a:pt x="657523" y="269364"/>
                  <a:pt x="645725" y="265916"/>
                </a:cubicBezTo>
                <a:lnTo>
                  <a:pt x="637884" y="262819"/>
                </a:lnTo>
                <a:cubicBezTo>
                  <a:pt x="627530" y="257587"/>
                  <a:pt x="621785" y="247890"/>
                  <a:pt x="624308" y="239644"/>
                </a:cubicBezTo>
                <a:lnTo>
                  <a:pt x="623975" y="239524"/>
                </a:lnTo>
                <a:cubicBezTo>
                  <a:pt x="629260" y="225659"/>
                  <a:pt x="631774" y="210613"/>
                  <a:pt x="631774" y="194980"/>
                </a:cubicBezTo>
                <a:cubicBezTo>
                  <a:pt x="631774" y="116165"/>
                  <a:pt x="567883" y="52274"/>
                  <a:pt x="489068" y="52274"/>
                </a:cubicBezTo>
                <a:lnTo>
                  <a:pt x="469942" y="54202"/>
                </a:lnTo>
                <a:lnTo>
                  <a:pt x="469951" y="54239"/>
                </a:lnTo>
                <a:cubicBezTo>
                  <a:pt x="469861" y="54366"/>
                  <a:pt x="469744" y="54397"/>
                  <a:pt x="469627" y="54427"/>
                </a:cubicBezTo>
                <a:cubicBezTo>
                  <a:pt x="460634" y="56697"/>
                  <a:pt x="450861" y="49439"/>
                  <a:pt x="446718" y="37636"/>
                </a:cubicBezTo>
                <a:lnTo>
                  <a:pt x="444619" y="29323"/>
                </a:lnTo>
                <a:cubicBezTo>
                  <a:pt x="442667" y="16995"/>
                  <a:pt x="447797" y="5987"/>
                  <a:pt x="456757" y="3699"/>
                </a:cubicBezTo>
                <a:lnTo>
                  <a:pt x="456661" y="3267"/>
                </a:lnTo>
                <a:cubicBezTo>
                  <a:pt x="467135" y="923"/>
                  <a:pt x="477994" y="0"/>
                  <a:pt x="489068" y="0"/>
                </a:cubicBezTo>
                <a:close/>
              </a:path>
            </a:pathLst>
          </a:custGeom>
          <a:solidFill>
            <a:srgbClr val="C3C4C0"/>
          </a:solidFill>
          <a:ln>
            <a:noFill/>
          </a:ln>
        </p:spPr>
        <p:txBody>
          <a:bodyPr anchor="ctr"/>
          <a:lstStyle/>
          <a:p>
            <a:endParaRPr lang="zh-CN" altLang="en-US"/>
          </a:p>
        </p:txBody>
      </p:sp>
      <p:sp>
        <p:nvSpPr>
          <p:cNvPr id="8" name="信息6 348"/>
          <p:cNvSpPr>
            <a:spLocks noChangeAspect="1"/>
          </p:cNvSpPr>
          <p:nvPr/>
        </p:nvSpPr>
        <p:spPr bwMode="auto">
          <a:xfrm>
            <a:off x="11720383" y="6455083"/>
            <a:ext cx="223200" cy="223200"/>
          </a:xfrm>
          <a:custGeom>
            <a:avLst/>
            <a:gdLst>
              <a:gd name="T0" fmla="*/ 465 w 833225"/>
              <a:gd name="T1" fmla="*/ 239 h 624687"/>
              <a:gd name="T2" fmla="*/ 436 w 833225"/>
              <a:gd name="T3" fmla="*/ 275 h 624687"/>
              <a:gd name="T4" fmla="*/ 465 w 833225"/>
              <a:gd name="T5" fmla="*/ 310 h 624687"/>
              <a:gd name="T6" fmla="*/ 494 w 833225"/>
              <a:gd name="T7" fmla="*/ 275 h 624687"/>
              <a:gd name="T8" fmla="*/ 465 w 833225"/>
              <a:gd name="T9" fmla="*/ 239 h 624687"/>
              <a:gd name="T10" fmla="*/ 342 w 833225"/>
              <a:gd name="T11" fmla="*/ 239 h 624687"/>
              <a:gd name="T12" fmla="*/ 313 w 833225"/>
              <a:gd name="T13" fmla="*/ 275 h 624687"/>
              <a:gd name="T14" fmla="*/ 342 w 833225"/>
              <a:gd name="T15" fmla="*/ 310 h 624687"/>
              <a:gd name="T16" fmla="*/ 371 w 833225"/>
              <a:gd name="T17" fmla="*/ 275 h 624687"/>
              <a:gd name="T18" fmla="*/ 342 w 833225"/>
              <a:gd name="T19" fmla="*/ 239 h 624687"/>
              <a:gd name="T20" fmla="*/ 219 w 833225"/>
              <a:gd name="T21" fmla="*/ 239 h 624687"/>
              <a:gd name="T22" fmla="*/ 190 w 833225"/>
              <a:gd name="T23" fmla="*/ 275 h 624687"/>
              <a:gd name="T24" fmla="*/ 219 w 833225"/>
              <a:gd name="T25" fmla="*/ 310 h 624687"/>
              <a:gd name="T26" fmla="*/ 248 w 833225"/>
              <a:gd name="T27" fmla="*/ 275 h 624687"/>
              <a:gd name="T28" fmla="*/ 219 w 833225"/>
              <a:gd name="T29" fmla="*/ 239 h 624687"/>
              <a:gd name="T30" fmla="*/ 345 w 833225"/>
              <a:gd name="T31" fmla="*/ 0 h 624687"/>
              <a:gd name="T32" fmla="*/ 438 w 833225"/>
              <a:gd name="T33" fmla="*/ 13 h 624687"/>
              <a:gd name="T34" fmla="*/ 635 w 833225"/>
              <a:gd name="T35" fmla="*/ 397 h 624687"/>
              <a:gd name="T36" fmla="*/ 292 w 833225"/>
              <a:gd name="T37" fmla="*/ 547 h 624687"/>
              <a:gd name="T38" fmla="*/ 196 w 833225"/>
              <a:gd name="T39" fmla="*/ 618 h 624687"/>
              <a:gd name="T40" fmla="*/ 171 w 833225"/>
              <a:gd name="T41" fmla="*/ 514 h 624687"/>
              <a:gd name="T42" fmla="*/ 95 w 833225"/>
              <a:gd name="T43" fmla="*/ 83 h 624687"/>
              <a:gd name="T44" fmla="*/ 345 w 833225"/>
              <a:gd name="T45" fmla="*/ 0 h 6246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33225" h="624687">
                <a:moveTo>
                  <a:pt x="577329" y="241699"/>
                </a:moveTo>
                <a:cubicBezTo>
                  <a:pt x="557445" y="241699"/>
                  <a:pt x="541325" y="257819"/>
                  <a:pt x="541325" y="277703"/>
                </a:cubicBezTo>
                <a:cubicBezTo>
                  <a:pt x="541325" y="297587"/>
                  <a:pt x="557445" y="313707"/>
                  <a:pt x="577329" y="313707"/>
                </a:cubicBezTo>
                <a:cubicBezTo>
                  <a:pt x="597213" y="313707"/>
                  <a:pt x="613333" y="297587"/>
                  <a:pt x="613333" y="277703"/>
                </a:cubicBezTo>
                <a:cubicBezTo>
                  <a:pt x="613333" y="257819"/>
                  <a:pt x="597213" y="241699"/>
                  <a:pt x="577329" y="241699"/>
                </a:cubicBezTo>
                <a:close/>
                <a:moveTo>
                  <a:pt x="424929" y="241699"/>
                </a:moveTo>
                <a:cubicBezTo>
                  <a:pt x="405045" y="241699"/>
                  <a:pt x="388925" y="257819"/>
                  <a:pt x="388925" y="277703"/>
                </a:cubicBezTo>
                <a:cubicBezTo>
                  <a:pt x="388925" y="297587"/>
                  <a:pt x="405045" y="313707"/>
                  <a:pt x="424929" y="313707"/>
                </a:cubicBezTo>
                <a:cubicBezTo>
                  <a:pt x="444813" y="313707"/>
                  <a:pt x="460933" y="297587"/>
                  <a:pt x="460933" y="277703"/>
                </a:cubicBezTo>
                <a:cubicBezTo>
                  <a:pt x="460933" y="257819"/>
                  <a:pt x="444813" y="241699"/>
                  <a:pt x="424929" y="241699"/>
                </a:cubicBezTo>
                <a:close/>
                <a:moveTo>
                  <a:pt x="272529" y="241699"/>
                </a:moveTo>
                <a:cubicBezTo>
                  <a:pt x="252645" y="241699"/>
                  <a:pt x="236525" y="257819"/>
                  <a:pt x="236525" y="277703"/>
                </a:cubicBezTo>
                <a:cubicBezTo>
                  <a:pt x="236525" y="297587"/>
                  <a:pt x="252645" y="313707"/>
                  <a:pt x="272529" y="313707"/>
                </a:cubicBezTo>
                <a:cubicBezTo>
                  <a:pt x="292413" y="313707"/>
                  <a:pt x="308533" y="297587"/>
                  <a:pt x="308533" y="277703"/>
                </a:cubicBezTo>
                <a:cubicBezTo>
                  <a:pt x="308533" y="257819"/>
                  <a:pt x="292413" y="241699"/>
                  <a:pt x="272529" y="241699"/>
                </a:cubicBezTo>
                <a:close/>
                <a:moveTo>
                  <a:pt x="429066" y="124"/>
                </a:moveTo>
                <a:cubicBezTo>
                  <a:pt x="467414" y="891"/>
                  <a:pt x="505944" y="5202"/>
                  <a:pt x="543580" y="13237"/>
                </a:cubicBezTo>
                <a:cubicBezTo>
                  <a:pt x="786614" y="65121"/>
                  <a:pt x="903137" y="249172"/>
                  <a:pt x="789350" y="401436"/>
                </a:cubicBezTo>
                <a:cubicBezTo>
                  <a:pt x="710142" y="507428"/>
                  <a:pt x="538801" y="568267"/>
                  <a:pt x="362652" y="552944"/>
                </a:cubicBezTo>
                <a:lnTo>
                  <a:pt x="243007" y="624687"/>
                </a:lnTo>
                <a:lnTo>
                  <a:pt x="211865" y="519440"/>
                </a:lnTo>
                <a:cubicBezTo>
                  <a:pt x="-26035" y="429957"/>
                  <a:pt x="-72481" y="214611"/>
                  <a:pt x="117966" y="84077"/>
                </a:cubicBezTo>
                <a:cubicBezTo>
                  <a:pt x="200623" y="27423"/>
                  <a:pt x="314022" y="-2176"/>
                  <a:pt x="429066" y="124"/>
                </a:cubicBezTo>
                <a:close/>
              </a:path>
            </a:pathLst>
          </a:custGeom>
          <a:solidFill>
            <a:srgbClr val="C3C4C0"/>
          </a:solidFill>
          <a:ln>
            <a:noFill/>
          </a:ln>
        </p:spPr>
        <p:txBody>
          <a:bodyPr anchor="ctr"/>
          <a:lstStyle/>
          <a:p>
            <a:endParaRPr lang="zh-CN" altLang="en-US"/>
          </a:p>
        </p:txBody>
      </p:sp>
      <p:sp>
        <p:nvSpPr>
          <p:cNvPr id="9" name="Freeform 66"/>
          <p:cNvSpPr>
            <a:spLocks noChangeAspect="1" noEditPoints="1"/>
          </p:cNvSpPr>
          <p:nvPr/>
        </p:nvSpPr>
        <p:spPr bwMode="auto">
          <a:xfrm>
            <a:off x="10840983" y="6455083"/>
            <a:ext cx="223200" cy="223200"/>
          </a:xfrm>
          <a:custGeom>
            <a:avLst/>
            <a:gdLst>
              <a:gd name="T0" fmla="*/ 2147483646 w 322"/>
              <a:gd name="T1" fmla="*/ 2147483646 h 321"/>
              <a:gd name="T2" fmla="*/ 2147483646 w 322"/>
              <a:gd name="T3" fmla="*/ 2147483646 h 321"/>
              <a:gd name="T4" fmla="*/ 2147483646 w 322"/>
              <a:gd name="T5" fmla="*/ 2147483646 h 321"/>
              <a:gd name="T6" fmla="*/ 2147483646 w 322"/>
              <a:gd name="T7" fmla="*/ 2147483646 h 321"/>
              <a:gd name="T8" fmla="*/ 2147483646 w 322"/>
              <a:gd name="T9" fmla="*/ 2147483646 h 321"/>
              <a:gd name="T10" fmla="*/ 2147483646 w 322"/>
              <a:gd name="T11" fmla="*/ 2147483646 h 321"/>
              <a:gd name="T12" fmla="*/ 2147483646 w 322"/>
              <a:gd name="T13" fmla="*/ 2147483646 h 321"/>
              <a:gd name="T14" fmla="*/ 2147483646 w 322"/>
              <a:gd name="T15" fmla="*/ 2147483646 h 321"/>
              <a:gd name="T16" fmla="*/ 2147483646 w 322"/>
              <a:gd name="T17" fmla="*/ 2147483646 h 321"/>
              <a:gd name="T18" fmla="*/ 2147483646 w 322"/>
              <a:gd name="T19" fmla="*/ 2147483646 h 321"/>
              <a:gd name="T20" fmla="*/ 2147483646 w 322"/>
              <a:gd name="T21" fmla="*/ 2147483646 h 321"/>
              <a:gd name="T22" fmla="*/ 2147483646 w 322"/>
              <a:gd name="T23" fmla="*/ 2147483646 h 321"/>
              <a:gd name="T24" fmla="*/ 2147483646 w 322"/>
              <a:gd name="T25" fmla="*/ 2147483646 h 321"/>
              <a:gd name="T26" fmla="*/ 2147483646 w 322"/>
              <a:gd name="T27" fmla="*/ 2147483646 h 321"/>
              <a:gd name="T28" fmla="*/ 2147483646 w 322"/>
              <a:gd name="T29" fmla="*/ 2147483646 h 321"/>
              <a:gd name="T30" fmla="*/ 2147483646 w 322"/>
              <a:gd name="T31" fmla="*/ 2147483646 h 321"/>
              <a:gd name="T32" fmla="*/ 2147483646 w 322"/>
              <a:gd name="T33" fmla="*/ 2147483646 h 321"/>
              <a:gd name="T34" fmla="*/ 2147483646 w 322"/>
              <a:gd name="T35" fmla="*/ 2147483646 h 321"/>
              <a:gd name="T36" fmla="*/ 2147483646 w 322"/>
              <a:gd name="T37" fmla="*/ 2147483646 h 321"/>
              <a:gd name="T38" fmla="*/ 2147483646 w 322"/>
              <a:gd name="T39" fmla="*/ 2147483646 h 321"/>
              <a:gd name="T40" fmla="*/ 2147483646 w 322"/>
              <a:gd name="T41" fmla="*/ 2147483646 h 321"/>
              <a:gd name="T42" fmla="*/ 2147483646 w 322"/>
              <a:gd name="T43" fmla="*/ 2147483646 h 321"/>
              <a:gd name="T44" fmla="*/ 2147483646 w 322"/>
              <a:gd name="T45" fmla="*/ 2147483646 h 321"/>
              <a:gd name="T46" fmla="*/ 2147483646 w 322"/>
              <a:gd name="T47" fmla="*/ 2147483646 h 321"/>
              <a:gd name="T48" fmla="*/ 2147483646 w 322"/>
              <a:gd name="T49" fmla="*/ 2147483646 h 321"/>
              <a:gd name="T50" fmla="*/ 2147483646 w 322"/>
              <a:gd name="T51" fmla="*/ 2147483646 h 321"/>
              <a:gd name="T52" fmla="*/ 2147483646 w 322"/>
              <a:gd name="T53" fmla="*/ 2147483646 h 321"/>
              <a:gd name="T54" fmla="*/ 2147483646 w 322"/>
              <a:gd name="T55" fmla="*/ 2147483646 h 321"/>
              <a:gd name="T56" fmla="*/ 2147483646 w 322"/>
              <a:gd name="T57" fmla="*/ 2147483646 h 321"/>
              <a:gd name="T58" fmla="*/ 2147483646 w 322"/>
              <a:gd name="T59" fmla="*/ 2147483646 h 321"/>
              <a:gd name="T60" fmla="*/ 2147483646 w 322"/>
              <a:gd name="T61" fmla="*/ 2147483646 h 321"/>
              <a:gd name="T62" fmla="*/ 2147483646 w 322"/>
              <a:gd name="T63" fmla="*/ 2147483646 h 321"/>
              <a:gd name="T64" fmla="*/ 2147483646 w 322"/>
              <a:gd name="T65" fmla="*/ 2147483646 h 321"/>
              <a:gd name="T66" fmla="*/ 2147483646 w 322"/>
              <a:gd name="T67" fmla="*/ 2147483646 h 3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2" h="321">
                <a:moveTo>
                  <a:pt x="220" y="123"/>
                </a:moveTo>
                <a:cubicBezTo>
                  <a:pt x="220" y="25"/>
                  <a:pt x="220" y="25"/>
                  <a:pt x="220" y="25"/>
                </a:cubicBezTo>
                <a:cubicBezTo>
                  <a:pt x="220" y="25"/>
                  <a:pt x="173" y="0"/>
                  <a:pt x="117" y="19"/>
                </a:cubicBezTo>
                <a:cubicBezTo>
                  <a:pt x="220" y="123"/>
                  <a:pt x="220" y="123"/>
                  <a:pt x="220" y="123"/>
                </a:cubicBezTo>
                <a:close/>
                <a:moveTo>
                  <a:pt x="229" y="180"/>
                </a:moveTo>
                <a:cubicBezTo>
                  <a:pt x="229" y="29"/>
                  <a:pt x="229" y="29"/>
                  <a:pt x="229" y="29"/>
                </a:cubicBezTo>
                <a:cubicBezTo>
                  <a:pt x="229" y="29"/>
                  <a:pt x="286" y="55"/>
                  <a:pt x="302" y="117"/>
                </a:cubicBezTo>
                <a:cubicBezTo>
                  <a:pt x="229" y="180"/>
                  <a:pt x="229" y="180"/>
                  <a:pt x="229" y="180"/>
                </a:cubicBezTo>
                <a:close/>
                <a:moveTo>
                  <a:pt x="199" y="224"/>
                </a:moveTo>
                <a:cubicBezTo>
                  <a:pt x="303" y="126"/>
                  <a:pt x="303" y="126"/>
                  <a:pt x="303" y="126"/>
                </a:cubicBezTo>
                <a:cubicBezTo>
                  <a:pt x="303" y="126"/>
                  <a:pt x="322" y="156"/>
                  <a:pt x="294" y="224"/>
                </a:cubicBezTo>
                <a:cubicBezTo>
                  <a:pt x="199" y="224"/>
                  <a:pt x="199" y="224"/>
                  <a:pt x="199" y="224"/>
                </a:cubicBezTo>
                <a:close/>
                <a:moveTo>
                  <a:pt x="146" y="237"/>
                </a:moveTo>
                <a:cubicBezTo>
                  <a:pt x="287" y="237"/>
                  <a:pt x="287" y="237"/>
                  <a:pt x="287" y="237"/>
                </a:cubicBezTo>
                <a:cubicBezTo>
                  <a:pt x="287" y="237"/>
                  <a:pt x="270" y="283"/>
                  <a:pt x="209" y="302"/>
                </a:cubicBezTo>
                <a:cubicBezTo>
                  <a:pt x="146" y="237"/>
                  <a:pt x="146" y="237"/>
                  <a:pt x="146" y="237"/>
                </a:cubicBezTo>
                <a:close/>
                <a:moveTo>
                  <a:pt x="100" y="206"/>
                </a:moveTo>
                <a:cubicBezTo>
                  <a:pt x="100" y="297"/>
                  <a:pt x="100" y="297"/>
                  <a:pt x="100" y="297"/>
                </a:cubicBezTo>
                <a:cubicBezTo>
                  <a:pt x="100" y="297"/>
                  <a:pt x="136" y="321"/>
                  <a:pt x="199" y="305"/>
                </a:cubicBezTo>
                <a:cubicBezTo>
                  <a:pt x="100" y="206"/>
                  <a:pt x="100" y="206"/>
                  <a:pt x="100" y="206"/>
                </a:cubicBezTo>
                <a:close/>
                <a:moveTo>
                  <a:pt x="18" y="210"/>
                </a:moveTo>
                <a:cubicBezTo>
                  <a:pt x="90" y="146"/>
                  <a:pt x="90" y="146"/>
                  <a:pt x="90" y="146"/>
                </a:cubicBezTo>
                <a:cubicBezTo>
                  <a:pt x="90" y="292"/>
                  <a:pt x="90" y="292"/>
                  <a:pt x="90" y="292"/>
                </a:cubicBezTo>
                <a:cubicBezTo>
                  <a:pt x="90" y="292"/>
                  <a:pt x="47" y="277"/>
                  <a:pt x="18" y="210"/>
                </a:cubicBezTo>
                <a:close/>
                <a:moveTo>
                  <a:pt x="17" y="200"/>
                </a:moveTo>
                <a:cubicBezTo>
                  <a:pt x="17" y="200"/>
                  <a:pt x="0" y="147"/>
                  <a:pt x="23" y="102"/>
                </a:cubicBezTo>
                <a:cubicBezTo>
                  <a:pt x="121" y="102"/>
                  <a:pt x="121" y="102"/>
                  <a:pt x="121" y="102"/>
                </a:cubicBezTo>
                <a:cubicBezTo>
                  <a:pt x="17" y="200"/>
                  <a:pt x="17" y="200"/>
                  <a:pt x="17" y="200"/>
                </a:cubicBezTo>
                <a:close/>
                <a:moveTo>
                  <a:pt x="29" y="91"/>
                </a:moveTo>
                <a:cubicBezTo>
                  <a:pt x="29" y="91"/>
                  <a:pt x="50" y="45"/>
                  <a:pt x="106" y="23"/>
                </a:cubicBezTo>
                <a:cubicBezTo>
                  <a:pt x="173" y="91"/>
                  <a:pt x="173" y="91"/>
                  <a:pt x="173" y="91"/>
                </a:cubicBezTo>
                <a:cubicBezTo>
                  <a:pt x="29" y="91"/>
                  <a:pt x="29" y="91"/>
                  <a:pt x="29" y="91"/>
                </a:cubicBezTo>
                <a:close/>
                <a:moveTo>
                  <a:pt x="29" y="91"/>
                </a:moveTo>
                <a:cubicBezTo>
                  <a:pt x="29" y="91"/>
                  <a:pt x="29" y="91"/>
                  <a:pt x="29" y="91"/>
                </a:cubicBezTo>
              </a:path>
            </a:pathLst>
          </a:custGeom>
          <a:solidFill>
            <a:srgbClr val="C3C4C0"/>
          </a:solidFill>
          <a:ln>
            <a:noFill/>
          </a:ln>
        </p:spPr>
        <p:txBody>
          <a:bodyPr/>
          <a:lstStyle/>
          <a:p>
            <a:endParaRPr lang="zh-CN" altLang="en-US"/>
          </a:p>
        </p:txBody>
      </p:sp>
      <p:sp>
        <p:nvSpPr>
          <p:cNvPr id="10" name="任意多边形 9"/>
          <p:cNvSpPr/>
          <p:nvPr/>
        </p:nvSpPr>
        <p:spPr>
          <a:xfrm>
            <a:off x="0" y="404664"/>
            <a:ext cx="623392" cy="288032"/>
          </a:xfrm>
          <a:custGeom>
            <a:avLst/>
            <a:gdLst>
              <a:gd name="connsiteX0" fmla="*/ 0 w 623392"/>
              <a:gd name="connsiteY0" fmla="*/ 0 h 288032"/>
              <a:gd name="connsiteX1" fmla="*/ 311358 w 623392"/>
              <a:gd name="connsiteY1" fmla="*/ 0 h 288032"/>
              <a:gd name="connsiteX2" fmla="*/ 335360 w 623392"/>
              <a:gd name="connsiteY2" fmla="*/ 0 h 288032"/>
              <a:gd name="connsiteX3" fmla="*/ 575386 w 623392"/>
              <a:gd name="connsiteY3" fmla="*/ 0 h 288032"/>
              <a:gd name="connsiteX4" fmla="*/ 623392 w 623392"/>
              <a:gd name="connsiteY4" fmla="*/ 48006 h 288032"/>
              <a:gd name="connsiteX5" fmla="*/ 623392 w 623392"/>
              <a:gd name="connsiteY5" fmla="*/ 240026 h 288032"/>
              <a:gd name="connsiteX6" fmla="*/ 575386 w 623392"/>
              <a:gd name="connsiteY6" fmla="*/ 288032 h 288032"/>
              <a:gd name="connsiteX7" fmla="*/ 335360 w 623392"/>
              <a:gd name="connsiteY7" fmla="*/ 288032 h 288032"/>
              <a:gd name="connsiteX8" fmla="*/ 311358 w 623392"/>
              <a:gd name="connsiteY8" fmla="*/ 288032 h 288032"/>
              <a:gd name="connsiteX9" fmla="*/ 0 w 623392"/>
              <a:gd name="connsiteY9" fmla="*/ 288032 h 28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3392" h="288032">
                <a:moveTo>
                  <a:pt x="0" y="0"/>
                </a:moveTo>
                <a:lnTo>
                  <a:pt x="311358" y="0"/>
                </a:lnTo>
                <a:lnTo>
                  <a:pt x="335360" y="0"/>
                </a:lnTo>
                <a:lnTo>
                  <a:pt x="575386" y="0"/>
                </a:lnTo>
                <a:cubicBezTo>
                  <a:pt x="601899" y="0"/>
                  <a:pt x="623392" y="21493"/>
                  <a:pt x="623392" y="48006"/>
                </a:cubicBezTo>
                <a:lnTo>
                  <a:pt x="623392" y="240026"/>
                </a:lnTo>
                <a:cubicBezTo>
                  <a:pt x="623392" y="266539"/>
                  <a:pt x="601899" y="288032"/>
                  <a:pt x="575386" y="288032"/>
                </a:cubicBezTo>
                <a:lnTo>
                  <a:pt x="335360" y="288032"/>
                </a:lnTo>
                <a:lnTo>
                  <a:pt x="311358" y="288032"/>
                </a:lnTo>
                <a:lnTo>
                  <a:pt x="0" y="288032"/>
                </a:lnTo>
                <a:close/>
              </a:path>
            </a:pathLst>
          </a:custGeom>
          <a:solidFill>
            <a:srgbClr val="ED54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1</a:t>
            </a:r>
            <a:endParaRPr lang="zh-CN" altLang="en-US" sz="1400" dirty="0"/>
          </a:p>
        </p:txBody>
      </p:sp>
      <p:grpSp>
        <p:nvGrpSpPr>
          <p:cNvPr id="11" name="组合 10"/>
          <p:cNvGrpSpPr/>
          <p:nvPr/>
        </p:nvGrpSpPr>
        <p:grpSpPr>
          <a:xfrm>
            <a:off x="3795148" y="1201897"/>
            <a:ext cx="4601705" cy="4526215"/>
            <a:chOff x="3795148" y="1201897"/>
            <a:chExt cx="4601705" cy="4526215"/>
          </a:xfrm>
        </p:grpSpPr>
        <p:grpSp>
          <p:nvGrpSpPr>
            <p:cNvPr id="12" name="组合 11"/>
            <p:cNvGrpSpPr/>
            <p:nvPr/>
          </p:nvGrpSpPr>
          <p:grpSpPr>
            <a:xfrm>
              <a:off x="3795148" y="1201897"/>
              <a:ext cx="4601705" cy="4526215"/>
              <a:chOff x="435326" y="862991"/>
              <a:chExt cx="4601705" cy="4526215"/>
            </a:xfrm>
          </p:grpSpPr>
          <p:sp>
            <p:nvSpPr>
              <p:cNvPr id="25" name="任意多边形 24"/>
              <p:cNvSpPr>
                <a:spLocks/>
              </p:cNvSpPr>
              <p:nvPr/>
            </p:nvSpPr>
            <p:spPr bwMode="auto">
              <a:xfrm rot="1207954">
                <a:off x="1453520" y="862991"/>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ED5564"/>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6" name="任意多边形 25"/>
              <p:cNvSpPr>
                <a:spLocks/>
              </p:cNvSpPr>
              <p:nvPr/>
            </p:nvSpPr>
            <p:spPr bwMode="auto">
              <a:xfrm rot="4864681">
                <a:off x="2903419" y="1333194"/>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FDCF57"/>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7" name="任意多边形 26"/>
              <p:cNvSpPr>
                <a:spLocks/>
              </p:cNvSpPr>
              <p:nvPr/>
            </p:nvSpPr>
            <p:spPr bwMode="auto">
              <a:xfrm rot="8431534">
                <a:off x="3245975" y="2714996"/>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48CFAE"/>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8" name="任意多边形 27"/>
              <p:cNvSpPr>
                <a:spLocks/>
              </p:cNvSpPr>
              <p:nvPr/>
            </p:nvSpPr>
            <p:spPr bwMode="auto">
              <a:xfrm rot="12108867">
                <a:off x="2236764" y="3745157"/>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5D9CEC"/>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29" name="任意多边形 28"/>
              <p:cNvSpPr>
                <a:spLocks/>
              </p:cNvSpPr>
              <p:nvPr/>
            </p:nvSpPr>
            <p:spPr bwMode="auto">
              <a:xfrm rot="15723068">
                <a:off x="763687" y="3367495"/>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9FD567"/>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sp>
            <p:nvSpPr>
              <p:cNvPr id="30" name="任意多边形 29"/>
              <p:cNvSpPr>
                <a:spLocks/>
              </p:cNvSpPr>
              <p:nvPr/>
            </p:nvSpPr>
            <p:spPr bwMode="auto">
              <a:xfrm rot="19150612">
                <a:off x="435326" y="1967589"/>
                <a:ext cx="1791056" cy="1644049"/>
              </a:xfrm>
              <a:custGeom>
                <a:avLst/>
                <a:gdLst>
                  <a:gd name="connsiteX0" fmla="*/ 174384 w 1791056"/>
                  <a:gd name="connsiteY0" fmla="*/ 192028 h 1644049"/>
                  <a:gd name="connsiteX1" fmla="*/ 694140 w 1791056"/>
                  <a:gd name="connsiteY1" fmla="*/ 5847 h 1644049"/>
                  <a:gd name="connsiteX2" fmla="*/ 808462 w 1791056"/>
                  <a:gd name="connsiteY2" fmla="*/ 25879 h 1644049"/>
                  <a:gd name="connsiteX3" fmla="*/ 1229218 w 1791056"/>
                  <a:gd name="connsiteY3" fmla="*/ 382922 h 1644049"/>
                  <a:gd name="connsiteX4" fmla="*/ 1269289 w 1791056"/>
                  <a:gd name="connsiteY4" fmla="*/ 491332 h 1644049"/>
                  <a:gd name="connsiteX5" fmla="*/ 1179101 w 1791056"/>
                  <a:gd name="connsiteY5" fmla="*/ 986197 h 1644049"/>
                  <a:gd name="connsiteX6" fmla="*/ 1306433 w 1791056"/>
                  <a:gd name="connsiteY6" fmla="*/ 1081739 h 1644049"/>
                  <a:gd name="connsiteX7" fmla="*/ 1335043 w 1791056"/>
                  <a:gd name="connsiteY7" fmla="*/ 1070342 h 1644049"/>
                  <a:gd name="connsiteX8" fmla="*/ 1502457 w 1791056"/>
                  <a:gd name="connsiteY8" fmla="*/ 1003648 h 1644049"/>
                  <a:gd name="connsiteX9" fmla="*/ 1558144 w 1791056"/>
                  <a:gd name="connsiteY9" fmla="*/ 1011460 h 1644049"/>
                  <a:gd name="connsiteX10" fmla="*/ 1769389 w 1791056"/>
                  <a:gd name="connsiteY10" fmla="*/ 1177945 h 1644049"/>
                  <a:gd name="connsiteX11" fmla="*/ 1790672 w 1791056"/>
                  <a:gd name="connsiteY11" fmla="*/ 1230330 h 1644049"/>
                  <a:gd name="connsiteX12" fmla="*/ 1752015 w 1791056"/>
                  <a:gd name="connsiteY12" fmla="*/ 1496369 h 1644049"/>
                  <a:gd name="connsiteX13" fmla="*/ 1717610 w 1791056"/>
                  <a:gd name="connsiteY13" fmla="*/ 1540941 h 1644049"/>
                  <a:gd name="connsiteX14" fmla="*/ 1467710 w 1791056"/>
                  <a:gd name="connsiteY14" fmla="*/ 1640496 h 1644049"/>
                  <a:gd name="connsiteX15" fmla="*/ 1412022 w 1791056"/>
                  <a:gd name="connsiteY15" fmla="*/ 1632684 h 1644049"/>
                  <a:gd name="connsiteX16" fmla="*/ 1200778 w 1791056"/>
                  <a:gd name="connsiteY16" fmla="*/ 1466199 h 1644049"/>
                  <a:gd name="connsiteX17" fmla="*/ 1179495 w 1791056"/>
                  <a:gd name="connsiteY17" fmla="*/ 1413814 h 1644049"/>
                  <a:gd name="connsiteX18" fmla="*/ 1208714 w 1791056"/>
                  <a:gd name="connsiteY18" fmla="*/ 1212725 h 1644049"/>
                  <a:gd name="connsiteX19" fmla="*/ 1211892 w 1791056"/>
                  <a:gd name="connsiteY19" fmla="*/ 1190851 h 1644049"/>
                  <a:gd name="connsiteX20" fmla="*/ 1110754 w 1791056"/>
                  <a:gd name="connsiteY20" fmla="*/ 1114963 h 1644049"/>
                  <a:gd name="connsiteX21" fmla="*/ 1096037 w 1791056"/>
                  <a:gd name="connsiteY21" fmla="*/ 1122933 h 1644049"/>
                  <a:gd name="connsiteX22" fmla="*/ 576281 w 1791056"/>
                  <a:gd name="connsiteY22" fmla="*/ 1309114 h 1644049"/>
                  <a:gd name="connsiteX23" fmla="*/ 461959 w 1791056"/>
                  <a:gd name="connsiteY23" fmla="*/ 1289082 h 1644049"/>
                  <a:gd name="connsiteX24" fmla="*/ 41204 w 1791056"/>
                  <a:gd name="connsiteY24" fmla="*/ 932038 h 1644049"/>
                  <a:gd name="connsiteX25" fmla="*/ 1132 w 1791056"/>
                  <a:gd name="connsiteY25" fmla="*/ 823629 h 1644049"/>
                  <a:gd name="connsiteX26" fmla="*/ 100133 w 1791056"/>
                  <a:gd name="connsiteY26" fmla="*/ 280405 h 1644049"/>
                  <a:gd name="connsiteX27" fmla="*/ 174384 w 1791056"/>
                  <a:gd name="connsiteY27" fmla="*/ 192028 h 164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1056" h="1644049">
                    <a:moveTo>
                      <a:pt x="174384" y="192028"/>
                    </a:moveTo>
                    <a:cubicBezTo>
                      <a:pt x="694140" y="5847"/>
                      <a:pt x="694140" y="5847"/>
                      <a:pt x="694140" y="5847"/>
                    </a:cubicBezTo>
                    <a:cubicBezTo>
                      <a:pt x="729497" y="-7115"/>
                      <a:pt x="780176" y="2312"/>
                      <a:pt x="808462" y="25879"/>
                    </a:cubicBezTo>
                    <a:cubicBezTo>
                      <a:pt x="1229218" y="382922"/>
                      <a:pt x="1229218" y="382922"/>
                      <a:pt x="1229218" y="382922"/>
                    </a:cubicBezTo>
                    <a:cubicBezTo>
                      <a:pt x="1257504" y="406490"/>
                      <a:pt x="1275182" y="455981"/>
                      <a:pt x="1269289" y="491332"/>
                    </a:cubicBezTo>
                    <a:lnTo>
                      <a:pt x="1179101" y="986197"/>
                    </a:lnTo>
                    <a:lnTo>
                      <a:pt x="1306433" y="1081739"/>
                    </a:lnTo>
                    <a:lnTo>
                      <a:pt x="1335043" y="1070342"/>
                    </a:lnTo>
                    <a:cubicBezTo>
                      <a:pt x="1502457" y="1003648"/>
                      <a:pt x="1502457" y="1003648"/>
                      <a:pt x="1502457" y="1003648"/>
                    </a:cubicBezTo>
                    <a:cubicBezTo>
                      <a:pt x="1519064" y="996637"/>
                      <a:pt x="1544443" y="1000393"/>
                      <a:pt x="1558144" y="1011460"/>
                    </a:cubicBezTo>
                    <a:cubicBezTo>
                      <a:pt x="1769389" y="1177945"/>
                      <a:pt x="1769389" y="1177945"/>
                      <a:pt x="1769389" y="1177945"/>
                    </a:cubicBezTo>
                    <a:cubicBezTo>
                      <a:pt x="1783882" y="1189194"/>
                      <a:pt x="1793091" y="1212557"/>
                      <a:pt x="1790672" y="1230330"/>
                    </a:cubicBezTo>
                    <a:cubicBezTo>
                      <a:pt x="1752015" y="1496369"/>
                      <a:pt x="1752015" y="1496369"/>
                      <a:pt x="1752015" y="1496369"/>
                    </a:cubicBezTo>
                    <a:cubicBezTo>
                      <a:pt x="1749596" y="1514142"/>
                      <a:pt x="1733731" y="1534236"/>
                      <a:pt x="1717610" y="1540941"/>
                    </a:cubicBezTo>
                    <a:lnTo>
                      <a:pt x="1467710" y="1640496"/>
                    </a:lnTo>
                    <a:cubicBezTo>
                      <a:pt x="1451103" y="1647506"/>
                      <a:pt x="1425724" y="1643750"/>
                      <a:pt x="1412022" y="1632684"/>
                    </a:cubicBezTo>
                    <a:cubicBezTo>
                      <a:pt x="1200778" y="1466199"/>
                      <a:pt x="1200778" y="1466199"/>
                      <a:pt x="1200778" y="1466199"/>
                    </a:cubicBezTo>
                    <a:cubicBezTo>
                      <a:pt x="1186285" y="1454950"/>
                      <a:pt x="1177076" y="1431586"/>
                      <a:pt x="1179495" y="1413814"/>
                    </a:cubicBezTo>
                    <a:cubicBezTo>
                      <a:pt x="1193991" y="1314049"/>
                      <a:pt x="1203051" y="1251696"/>
                      <a:pt x="1208714" y="1212725"/>
                    </a:cubicBezTo>
                    <a:lnTo>
                      <a:pt x="1211892" y="1190851"/>
                    </a:lnTo>
                    <a:lnTo>
                      <a:pt x="1110754" y="1114963"/>
                    </a:lnTo>
                    <a:lnTo>
                      <a:pt x="1096037" y="1122933"/>
                    </a:lnTo>
                    <a:cubicBezTo>
                      <a:pt x="576281" y="1309114"/>
                      <a:pt x="576281" y="1309114"/>
                      <a:pt x="576281" y="1309114"/>
                    </a:cubicBezTo>
                    <a:cubicBezTo>
                      <a:pt x="540924" y="1322076"/>
                      <a:pt x="490245" y="1312649"/>
                      <a:pt x="461959" y="1289082"/>
                    </a:cubicBezTo>
                    <a:cubicBezTo>
                      <a:pt x="41204" y="932038"/>
                      <a:pt x="41204" y="932038"/>
                      <a:pt x="41204" y="932038"/>
                    </a:cubicBezTo>
                    <a:cubicBezTo>
                      <a:pt x="12918" y="908472"/>
                      <a:pt x="-4761" y="858980"/>
                      <a:pt x="1132" y="823629"/>
                    </a:cubicBezTo>
                    <a:cubicBezTo>
                      <a:pt x="100133" y="280405"/>
                      <a:pt x="100133" y="280405"/>
                      <a:pt x="100133" y="280405"/>
                    </a:cubicBezTo>
                    <a:cubicBezTo>
                      <a:pt x="106026" y="243876"/>
                      <a:pt x="140205" y="203812"/>
                      <a:pt x="174384" y="192028"/>
                    </a:cubicBezTo>
                    <a:close/>
                  </a:path>
                </a:pathLst>
              </a:custGeom>
              <a:solidFill>
                <a:srgbClr val="AB92EE"/>
              </a:solidFill>
              <a:ln w="1587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zh-CN" altLang="en-US">
                  <a:solidFill>
                    <a:schemeClr val="tx1">
                      <a:lumMod val="50000"/>
                      <a:lumOff val="50000"/>
                    </a:schemeClr>
                  </a:solidFill>
                </a:endParaRPr>
              </a:p>
            </p:txBody>
          </p:sp>
        </p:grpSp>
        <p:sp>
          <p:nvSpPr>
            <p:cNvPr id="13" name="文本框 12"/>
            <p:cNvSpPr txBox="1"/>
            <p:nvPr/>
          </p:nvSpPr>
          <p:spPr>
            <a:xfrm>
              <a:off x="5874077" y="2551714"/>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01</a:t>
              </a:r>
              <a:endParaRPr lang="zh-CN" altLang="en-US" sz="1400" dirty="0">
                <a:solidFill>
                  <a:schemeClr val="tx1">
                    <a:lumMod val="50000"/>
                    <a:lumOff val="50000"/>
                  </a:schemeClr>
                </a:solidFill>
                <a:latin typeface="+mj-ea"/>
                <a:ea typeface="+mj-ea"/>
              </a:endParaRPr>
            </a:p>
          </p:txBody>
        </p:sp>
        <p:sp>
          <p:nvSpPr>
            <p:cNvPr id="14" name="文本框 13"/>
            <p:cNvSpPr txBox="1"/>
            <p:nvPr/>
          </p:nvSpPr>
          <p:spPr>
            <a:xfrm>
              <a:off x="6557460" y="3012201"/>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02</a:t>
              </a:r>
              <a:endParaRPr lang="zh-CN" altLang="en-US" sz="1400" dirty="0">
                <a:solidFill>
                  <a:schemeClr val="tx1">
                    <a:lumMod val="50000"/>
                    <a:lumOff val="50000"/>
                  </a:schemeClr>
                </a:solidFill>
                <a:latin typeface="+mj-ea"/>
                <a:ea typeface="+mj-ea"/>
              </a:endParaRPr>
            </a:p>
          </p:txBody>
        </p:sp>
        <p:sp>
          <p:nvSpPr>
            <p:cNvPr id="15" name="文本框 14"/>
            <p:cNvSpPr txBox="1"/>
            <p:nvPr/>
          </p:nvSpPr>
          <p:spPr>
            <a:xfrm>
              <a:off x="6517838" y="3728068"/>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03</a:t>
              </a:r>
              <a:endParaRPr lang="zh-CN" altLang="en-US" sz="1400" dirty="0">
                <a:solidFill>
                  <a:schemeClr val="tx1">
                    <a:lumMod val="50000"/>
                    <a:lumOff val="50000"/>
                  </a:schemeClr>
                </a:solidFill>
                <a:latin typeface="+mj-ea"/>
                <a:ea typeface="+mj-ea"/>
              </a:endParaRPr>
            </a:p>
          </p:txBody>
        </p:sp>
        <p:sp>
          <p:nvSpPr>
            <p:cNvPr id="16" name="文本框 15"/>
            <p:cNvSpPr txBox="1"/>
            <p:nvPr/>
          </p:nvSpPr>
          <p:spPr>
            <a:xfrm>
              <a:off x="5916250" y="405860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04</a:t>
              </a:r>
              <a:endParaRPr lang="zh-CN" altLang="en-US" sz="1400" dirty="0">
                <a:solidFill>
                  <a:schemeClr val="tx1">
                    <a:lumMod val="50000"/>
                    <a:lumOff val="50000"/>
                  </a:schemeClr>
                </a:solidFill>
                <a:latin typeface="+mj-ea"/>
                <a:ea typeface="+mj-ea"/>
              </a:endParaRPr>
            </a:p>
          </p:txBody>
        </p:sp>
        <p:sp>
          <p:nvSpPr>
            <p:cNvPr id="17" name="文本框 16"/>
            <p:cNvSpPr txBox="1"/>
            <p:nvPr/>
          </p:nvSpPr>
          <p:spPr>
            <a:xfrm>
              <a:off x="5232309" y="372203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05</a:t>
              </a:r>
              <a:endParaRPr lang="zh-CN" altLang="en-US" sz="1400" dirty="0">
                <a:solidFill>
                  <a:schemeClr val="tx1">
                    <a:lumMod val="50000"/>
                    <a:lumOff val="50000"/>
                  </a:schemeClr>
                </a:solidFill>
                <a:latin typeface="+mj-ea"/>
                <a:ea typeface="+mj-ea"/>
              </a:endParaRPr>
            </a:p>
          </p:txBody>
        </p:sp>
        <p:sp>
          <p:nvSpPr>
            <p:cNvPr id="18" name="文本框 17"/>
            <p:cNvSpPr txBox="1"/>
            <p:nvPr/>
          </p:nvSpPr>
          <p:spPr>
            <a:xfrm>
              <a:off x="5271133" y="2948517"/>
              <a:ext cx="550311" cy="307777"/>
            </a:xfrm>
            <a:prstGeom prst="rect">
              <a:avLst/>
            </a:prstGeom>
            <a:noFill/>
          </p:spPr>
          <p:txBody>
            <a:bodyPr wrap="square" rtlCol="0">
              <a:spAutoFit/>
            </a:bodyPr>
            <a:lstStyle/>
            <a:p>
              <a:r>
                <a:rPr lang="en-US" altLang="zh-CN" sz="1400" dirty="0">
                  <a:solidFill>
                    <a:schemeClr val="tx1">
                      <a:lumMod val="50000"/>
                      <a:lumOff val="50000"/>
                    </a:schemeClr>
                  </a:solidFill>
                  <a:latin typeface="+mj-ea"/>
                  <a:ea typeface="+mj-ea"/>
                </a:rPr>
                <a:t>06</a:t>
              </a:r>
              <a:endParaRPr lang="zh-CN" altLang="en-US" sz="1400" dirty="0">
                <a:solidFill>
                  <a:schemeClr val="tx1">
                    <a:lumMod val="50000"/>
                    <a:lumOff val="50000"/>
                  </a:schemeClr>
                </a:solidFill>
                <a:latin typeface="+mj-ea"/>
                <a:ea typeface="+mj-ea"/>
              </a:endParaRPr>
            </a:p>
          </p:txBody>
        </p:sp>
        <p:sp>
          <p:nvSpPr>
            <p:cNvPr id="19" name="Freeform 60"/>
            <p:cNvSpPr>
              <a:spLocks noChangeAspect="1" noEditPoints="1"/>
            </p:cNvSpPr>
            <p:nvPr/>
          </p:nvSpPr>
          <p:spPr bwMode="auto">
            <a:xfrm flipH="1">
              <a:off x="5327464" y="1573857"/>
              <a:ext cx="360000" cy="360000"/>
            </a:xfrm>
            <a:custGeom>
              <a:avLst/>
              <a:gdLst>
                <a:gd name="T0" fmla="*/ 166 w 296"/>
                <a:gd name="T1" fmla="*/ 92 h 295"/>
                <a:gd name="T2" fmla="*/ 296 w 296"/>
                <a:gd name="T3" fmla="*/ 92 h 295"/>
                <a:gd name="T4" fmla="*/ 296 w 296"/>
                <a:gd name="T5" fmla="*/ 111 h 295"/>
                <a:gd name="T6" fmla="*/ 166 w 296"/>
                <a:gd name="T7" fmla="*/ 111 h 295"/>
                <a:gd name="T8" fmla="*/ 166 w 296"/>
                <a:gd name="T9" fmla="*/ 92 h 295"/>
                <a:gd name="T10" fmla="*/ 166 w 296"/>
                <a:gd name="T11" fmla="*/ 92 h 295"/>
                <a:gd name="T12" fmla="*/ 0 w 296"/>
                <a:gd name="T13" fmla="*/ 295 h 295"/>
                <a:gd name="T14" fmla="*/ 149 w 296"/>
                <a:gd name="T15" fmla="*/ 295 h 295"/>
                <a:gd name="T16" fmla="*/ 149 w 296"/>
                <a:gd name="T17" fmla="*/ 0 h 295"/>
                <a:gd name="T18" fmla="*/ 0 w 296"/>
                <a:gd name="T19" fmla="*/ 0 h 295"/>
                <a:gd name="T20" fmla="*/ 0 w 296"/>
                <a:gd name="T21" fmla="*/ 295 h 295"/>
                <a:gd name="T22" fmla="*/ 0 w 296"/>
                <a:gd name="T23" fmla="*/ 295 h 295"/>
                <a:gd name="T24" fmla="*/ 93 w 296"/>
                <a:gd name="T25" fmla="*/ 38 h 295"/>
                <a:gd name="T26" fmla="*/ 128 w 296"/>
                <a:gd name="T27" fmla="*/ 38 h 295"/>
                <a:gd name="T28" fmla="*/ 128 w 296"/>
                <a:gd name="T29" fmla="*/ 73 h 295"/>
                <a:gd name="T30" fmla="*/ 93 w 296"/>
                <a:gd name="T31" fmla="*/ 73 h 295"/>
                <a:gd name="T32" fmla="*/ 93 w 296"/>
                <a:gd name="T33" fmla="*/ 38 h 295"/>
                <a:gd name="T34" fmla="*/ 93 w 296"/>
                <a:gd name="T35" fmla="*/ 38 h 295"/>
                <a:gd name="T36" fmla="*/ 93 w 296"/>
                <a:gd name="T37" fmla="*/ 111 h 295"/>
                <a:gd name="T38" fmla="*/ 128 w 296"/>
                <a:gd name="T39" fmla="*/ 111 h 295"/>
                <a:gd name="T40" fmla="*/ 128 w 296"/>
                <a:gd name="T41" fmla="*/ 146 h 295"/>
                <a:gd name="T42" fmla="*/ 93 w 296"/>
                <a:gd name="T43" fmla="*/ 146 h 295"/>
                <a:gd name="T44" fmla="*/ 93 w 296"/>
                <a:gd name="T45" fmla="*/ 111 h 295"/>
                <a:gd name="T46" fmla="*/ 93 w 296"/>
                <a:gd name="T47" fmla="*/ 111 h 295"/>
                <a:gd name="T48" fmla="*/ 93 w 296"/>
                <a:gd name="T49" fmla="*/ 184 h 295"/>
                <a:gd name="T50" fmla="*/ 128 w 296"/>
                <a:gd name="T51" fmla="*/ 184 h 295"/>
                <a:gd name="T52" fmla="*/ 128 w 296"/>
                <a:gd name="T53" fmla="*/ 220 h 295"/>
                <a:gd name="T54" fmla="*/ 93 w 296"/>
                <a:gd name="T55" fmla="*/ 220 h 295"/>
                <a:gd name="T56" fmla="*/ 93 w 296"/>
                <a:gd name="T57" fmla="*/ 184 h 295"/>
                <a:gd name="T58" fmla="*/ 93 w 296"/>
                <a:gd name="T59" fmla="*/ 184 h 295"/>
                <a:gd name="T60" fmla="*/ 22 w 296"/>
                <a:gd name="T61" fmla="*/ 38 h 295"/>
                <a:gd name="T62" fmla="*/ 57 w 296"/>
                <a:gd name="T63" fmla="*/ 38 h 295"/>
                <a:gd name="T64" fmla="*/ 57 w 296"/>
                <a:gd name="T65" fmla="*/ 73 h 295"/>
                <a:gd name="T66" fmla="*/ 22 w 296"/>
                <a:gd name="T67" fmla="*/ 73 h 295"/>
                <a:gd name="T68" fmla="*/ 22 w 296"/>
                <a:gd name="T69" fmla="*/ 38 h 295"/>
                <a:gd name="T70" fmla="*/ 22 w 296"/>
                <a:gd name="T71" fmla="*/ 38 h 295"/>
                <a:gd name="T72" fmla="*/ 22 w 296"/>
                <a:gd name="T73" fmla="*/ 111 h 295"/>
                <a:gd name="T74" fmla="*/ 57 w 296"/>
                <a:gd name="T75" fmla="*/ 111 h 295"/>
                <a:gd name="T76" fmla="*/ 57 w 296"/>
                <a:gd name="T77" fmla="*/ 146 h 295"/>
                <a:gd name="T78" fmla="*/ 22 w 296"/>
                <a:gd name="T79" fmla="*/ 146 h 295"/>
                <a:gd name="T80" fmla="*/ 22 w 296"/>
                <a:gd name="T81" fmla="*/ 111 h 295"/>
                <a:gd name="T82" fmla="*/ 22 w 296"/>
                <a:gd name="T83" fmla="*/ 111 h 295"/>
                <a:gd name="T84" fmla="*/ 22 w 296"/>
                <a:gd name="T85" fmla="*/ 184 h 295"/>
                <a:gd name="T86" fmla="*/ 57 w 296"/>
                <a:gd name="T87" fmla="*/ 184 h 295"/>
                <a:gd name="T88" fmla="*/ 57 w 296"/>
                <a:gd name="T89" fmla="*/ 220 h 295"/>
                <a:gd name="T90" fmla="*/ 22 w 296"/>
                <a:gd name="T91" fmla="*/ 220 h 295"/>
                <a:gd name="T92" fmla="*/ 22 w 296"/>
                <a:gd name="T93" fmla="*/ 184 h 295"/>
                <a:gd name="T94" fmla="*/ 22 w 296"/>
                <a:gd name="T95" fmla="*/ 184 h 295"/>
                <a:gd name="T96" fmla="*/ 166 w 296"/>
                <a:gd name="T97" fmla="*/ 295 h 295"/>
                <a:gd name="T98" fmla="*/ 204 w 296"/>
                <a:gd name="T99" fmla="*/ 295 h 295"/>
                <a:gd name="T100" fmla="*/ 204 w 296"/>
                <a:gd name="T101" fmla="*/ 220 h 295"/>
                <a:gd name="T102" fmla="*/ 258 w 296"/>
                <a:gd name="T103" fmla="*/ 220 h 295"/>
                <a:gd name="T104" fmla="*/ 258 w 296"/>
                <a:gd name="T105" fmla="*/ 295 h 295"/>
                <a:gd name="T106" fmla="*/ 296 w 296"/>
                <a:gd name="T107" fmla="*/ 295 h 295"/>
                <a:gd name="T108" fmla="*/ 296 w 296"/>
                <a:gd name="T109" fmla="*/ 127 h 295"/>
                <a:gd name="T110" fmla="*/ 166 w 296"/>
                <a:gd name="T111" fmla="*/ 127 h 295"/>
                <a:gd name="T112" fmla="*/ 166 w 296"/>
                <a:gd name="T113" fmla="*/ 295 h 295"/>
                <a:gd name="T114" fmla="*/ 166 w 296"/>
                <a:gd name="T115" fmla="*/ 295 h 295"/>
                <a:gd name="T116" fmla="*/ 166 w 296"/>
                <a:gd name="T117" fmla="*/ 295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6" h="295">
                  <a:moveTo>
                    <a:pt x="166" y="92"/>
                  </a:moveTo>
                  <a:lnTo>
                    <a:pt x="296" y="92"/>
                  </a:lnTo>
                  <a:lnTo>
                    <a:pt x="296" y="111"/>
                  </a:lnTo>
                  <a:lnTo>
                    <a:pt x="166" y="111"/>
                  </a:lnTo>
                  <a:lnTo>
                    <a:pt x="166" y="92"/>
                  </a:lnTo>
                  <a:lnTo>
                    <a:pt x="166" y="92"/>
                  </a:lnTo>
                  <a:close/>
                  <a:moveTo>
                    <a:pt x="0" y="295"/>
                  </a:moveTo>
                  <a:lnTo>
                    <a:pt x="149" y="295"/>
                  </a:lnTo>
                  <a:lnTo>
                    <a:pt x="149" y="0"/>
                  </a:lnTo>
                  <a:lnTo>
                    <a:pt x="0" y="0"/>
                  </a:lnTo>
                  <a:lnTo>
                    <a:pt x="0" y="295"/>
                  </a:lnTo>
                  <a:lnTo>
                    <a:pt x="0" y="295"/>
                  </a:lnTo>
                  <a:close/>
                  <a:moveTo>
                    <a:pt x="93" y="38"/>
                  </a:moveTo>
                  <a:lnTo>
                    <a:pt x="128" y="38"/>
                  </a:lnTo>
                  <a:lnTo>
                    <a:pt x="128" y="73"/>
                  </a:lnTo>
                  <a:lnTo>
                    <a:pt x="93" y="73"/>
                  </a:lnTo>
                  <a:lnTo>
                    <a:pt x="93" y="38"/>
                  </a:lnTo>
                  <a:lnTo>
                    <a:pt x="93" y="38"/>
                  </a:lnTo>
                  <a:close/>
                  <a:moveTo>
                    <a:pt x="93" y="111"/>
                  </a:moveTo>
                  <a:lnTo>
                    <a:pt x="128" y="111"/>
                  </a:lnTo>
                  <a:lnTo>
                    <a:pt x="128" y="146"/>
                  </a:lnTo>
                  <a:lnTo>
                    <a:pt x="93" y="146"/>
                  </a:lnTo>
                  <a:lnTo>
                    <a:pt x="93" y="111"/>
                  </a:lnTo>
                  <a:lnTo>
                    <a:pt x="93" y="111"/>
                  </a:lnTo>
                  <a:close/>
                  <a:moveTo>
                    <a:pt x="93" y="184"/>
                  </a:moveTo>
                  <a:lnTo>
                    <a:pt x="128" y="184"/>
                  </a:lnTo>
                  <a:lnTo>
                    <a:pt x="128" y="220"/>
                  </a:lnTo>
                  <a:lnTo>
                    <a:pt x="93" y="220"/>
                  </a:lnTo>
                  <a:lnTo>
                    <a:pt x="93" y="184"/>
                  </a:lnTo>
                  <a:lnTo>
                    <a:pt x="93" y="184"/>
                  </a:lnTo>
                  <a:close/>
                  <a:moveTo>
                    <a:pt x="22" y="38"/>
                  </a:moveTo>
                  <a:lnTo>
                    <a:pt x="57" y="38"/>
                  </a:lnTo>
                  <a:lnTo>
                    <a:pt x="57" y="73"/>
                  </a:lnTo>
                  <a:lnTo>
                    <a:pt x="22" y="73"/>
                  </a:lnTo>
                  <a:lnTo>
                    <a:pt x="22" y="38"/>
                  </a:lnTo>
                  <a:lnTo>
                    <a:pt x="22" y="38"/>
                  </a:lnTo>
                  <a:close/>
                  <a:moveTo>
                    <a:pt x="22" y="111"/>
                  </a:moveTo>
                  <a:lnTo>
                    <a:pt x="57" y="111"/>
                  </a:lnTo>
                  <a:lnTo>
                    <a:pt x="57" y="146"/>
                  </a:lnTo>
                  <a:lnTo>
                    <a:pt x="22" y="146"/>
                  </a:lnTo>
                  <a:lnTo>
                    <a:pt x="22" y="111"/>
                  </a:lnTo>
                  <a:lnTo>
                    <a:pt x="22" y="111"/>
                  </a:lnTo>
                  <a:close/>
                  <a:moveTo>
                    <a:pt x="22" y="184"/>
                  </a:moveTo>
                  <a:lnTo>
                    <a:pt x="57" y="184"/>
                  </a:lnTo>
                  <a:lnTo>
                    <a:pt x="57" y="220"/>
                  </a:lnTo>
                  <a:lnTo>
                    <a:pt x="22" y="220"/>
                  </a:lnTo>
                  <a:lnTo>
                    <a:pt x="22" y="184"/>
                  </a:lnTo>
                  <a:lnTo>
                    <a:pt x="22" y="184"/>
                  </a:lnTo>
                  <a:close/>
                  <a:moveTo>
                    <a:pt x="166" y="295"/>
                  </a:moveTo>
                  <a:lnTo>
                    <a:pt x="204" y="295"/>
                  </a:lnTo>
                  <a:lnTo>
                    <a:pt x="204" y="220"/>
                  </a:lnTo>
                  <a:lnTo>
                    <a:pt x="258" y="220"/>
                  </a:lnTo>
                  <a:lnTo>
                    <a:pt x="258" y="295"/>
                  </a:lnTo>
                  <a:lnTo>
                    <a:pt x="296" y="295"/>
                  </a:lnTo>
                  <a:lnTo>
                    <a:pt x="296" y="127"/>
                  </a:lnTo>
                  <a:lnTo>
                    <a:pt x="166" y="127"/>
                  </a:lnTo>
                  <a:lnTo>
                    <a:pt x="166" y="295"/>
                  </a:lnTo>
                  <a:close/>
                  <a:moveTo>
                    <a:pt x="166" y="295"/>
                  </a:moveTo>
                  <a:lnTo>
                    <a:pt x="166" y="29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0" name="Freeform 254"/>
            <p:cNvSpPr>
              <a:spLocks noChangeAspect="1" noEditPoints="1"/>
            </p:cNvSpPr>
            <p:nvPr/>
          </p:nvSpPr>
          <p:spPr bwMode="auto">
            <a:xfrm>
              <a:off x="7138891" y="2023921"/>
              <a:ext cx="288681" cy="360000"/>
            </a:xfrm>
            <a:custGeom>
              <a:avLst/>
              <a:gdLst>
                <a:gd name="T0" fmla="*/ 2147483646 w 48"/>
                <a:gd name="T1" fmla="*/ 2147483646 h 60"/>
                <a:gd name="T2" fmla="*/ 2147483646 w 48"/>
                <a:gd name="T3" fmla="*/ 0 h 60"/>
                <a:gd name="T4" fmla="*/ 2147483646 w 48"/>
                <a:gd name="T5" fmla="*/ 2147483646 h 60"/>
                <a:gd name="T6" fmla="*/ 2147483646 w 48"/>
                <a:gd name="T7" fmla="*/ 2147483646 h 60"/>
                <a:gd name="T8" fmla="*/ 2147483646 w 48"/>
                <a:gd name="T9" fmla="*/ 2147483646 h 60"/>
                <a:gd name="T10" fmla="*/ 2147483646 w 48"/>
                <a:gd name="T11" fmla="*/ 2147483646 h 60"/>
                <a:gd name="T12" fmla="*/ 2147483646 w 48"/>
                <a:gd name="T13" fmla="*/ 2147483646 h 60"/>
                <a:gd name="T14" fmla="*/ 2147483646 w 48"/>
                <a:gd name="T15" fmla="*/ 2147483646 h 60"/>
                <a:gd name="T16" fmla="*/ 2147483646 w 48"/>
                <a:gd name="T17" fmla="*/ 2147483646 h 60"/>
                <a:gd name="T18" fmla="*/ 2147483646 w 48"/>
                <a:gd name="T19" fmla="*/ 2147483646 h 60"/>
                <a:gd name="T20" fmla="*/ 2147483646 w 48"/>
                <a:gd name="T21" fmla="*/ 2147483646 h 60"/>
                <a:gd name="T22" fmla="*/ 2147483646 w 48"/>
                <a:gd name="T23" fmla="*/ 2147483646 h 60"/>
                <a:gd name="T24" fmla="*/ 2147483646 w 48"/>
                <a:gd name="T25" fmla="*/ 2147483646 h 60"/>
                <a:gd name="T26" fmla="*/ 2147483646 w 48"/>
                <a:gd name="T27" fmla="*/ 2147483646 h 60"/>
                <a:gd name="T28" fmla="*/ 0 w 48"/>
                <a:gd name="T29" fmla="*/ 2147483646 h 60"/>
                <a:gd name="T30" fmla="*/ 0 w 48"/>
                <a:gd name="T31" fmla="*/ 2147483646 h 60"/>
                <a:gd name="T32" fmla="*/ 2147483646 w 48"/>
                <a:gd name="T33" fmla="*/ 2147483646 h 60"/>
                <a:gd name="T34" fmla="*/ 2147483646 w 48"/>
                <a:gd name="T35" fmla="*/ 2147483646 h 60"/>
                <a:gd name="T36" fmla="*/ 2147483646 w 48"/>
                <a:gd name="T37" fmla="*/ 2147483646 h 6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60">
                  <a:moveTo>
                    <a:pt x="12" y="12"/>
                  </a:moveTo>
                  <a:cubicBezTo>
                    <a:pt x="12" y="5"/>
                    <a:pt x="17" y="0"/>
                    <a:pt x="24" y="0"/>
                  </a:cubicBezTo>
                  <a:cubicBezTo>
                    <a:pt x="31" y="0"/>
                    <a:pt x="36" y="5"/>
                    <a:pt x="36" y="12"/>
                  </a:cubicBezTo>
                  <a:cubicBezTo>
                    <a:pt x="36" y="19"/>
                    <a:pt x="31" y="24"/>
                    <a:pt x="24" y="24"/>
                  </a:cubicBezTo>
                  <a:cubicBezTo>
                    <a:pt x="17" y="24"/>
                    <a:pt x="12" y="19"/>
                    <a:pt x="12" y="12"/>
                  </a:cubicBezTo>
                  <a:moveTo>
                    <a:pt x="40" y="28"/>
                  </a:moveTo>
                  <a:cubicBezTo>
                    <a:pt x="38" y="28"/>
                    <a:pt x="38" y="28"/>
                    <a:pt x="38" y="28"/>
                  </a:cubicBezTo>
                  <a:cubicBezTo>
                    <a:pt x="25" y="53"/>
                    <a:pt x="25" y="53"/>
                    <a:pt x="25" y="53"/>
                  </a:cubicBezTo>
                  <a:cubicBezTo>
                    <a:pt x="30" y="30"/>
                    <a:pt x="30" y="30"/>
                    <a:pt x="30" y="30"/>
                  </a:cubicBezTo>
                  <a:cubicBezTo>
                    <a:pt x="24" y="24"/>
                    <a:pt x="24" y="24"/>
                    <a:pt x="24" y="24"/>
                  </a:cubicBezTo>
                  <a:cubicBezTo>
                    <a:pt x="18" y="30"/>
                    <a:pt x="18" y="30"/>
                    <a:pt x="18" y="30"/>
                  </a:cubicBezTo>
                  <a:cubicBezTo>
                    <a:pt x="23" y="53"/>
                    <a:pt x="23" y="53"/>
                    <a:pt x="23" y="53"/>
                  </a:cubicBezTo>
                  <a:cubicBezTo>
                    <a:pt x="10" y="28"/>
                    <a:pt x="10" y="28"/>
                    <a:pt x="10" y="28"/>
                  </a:cubicBezTo>
                  <a:cubicBezTo>
                    <a:pt x="8" y="28"/>
                    <a:pt x="8" y="28"/>
                    <a:pt x="8" y="28"/>
                  </a:cubicBezTo>
                  <a:cubicBezTo>
                    <a:pt x="0" y="28"/>
                    <a:pt x="0" y="33"/>
                    <a:pt x="0" y="40"/>
                  </a:cubicBezTo>
                  <a:cubicBezTo>
                    <a:pt x="0" y="60"/>
                    <a:pt x="0" y="60"/>
                    <a:pt x="0" y="60"/>
                  </a:cubicBezTo>
                  <a:cubicBezTo>
                    <a:pt x="48" y="60"/>
                    <a:pt x="48" y="60"/>
                    <a:pt x="48" y="60"/>
                  </a:cubicBezTo>
                  <a:cubicBezTo>
                    <a:pt x="48" y="40"/>
                    <a:pt x="48" y="40"/>
                    <a:pt x="48" y="40"/>
                  </a:cubicBezTo>
                  <a:cubicBezTo>
                    <a:pt x="48" y="33"/>
                    <a:pt x="48" y="28"/>
                    <a:pt x="40" y="28"/>
                  </a:cubicBezTo>
                </a:path>
              </a:pathLst>
            </a:custGeom>
            <a:solidFill>
              <a:schemeClr val="bg1"/>
            </a:solidFill>
            <a:ln>
              <a:noFill/>
            </a:ln>
          </p:spPr>
          <p:txBody>
            <a:bodyPr/>
            <a:lstStyle/>
            <a:p>
              <a:endParaRPr lang="zh-CN" altLang="en-US">
                <a:solidFill>
                  <a:schemeClr val="tx1">
                    <a:lumMod val="50000"/>
                    <a:lumOff val="50000"/>
                  </a:schemeClr>
                </a:solidFill>
              </a:endParaRPr>
            </a:p>
          </p:txBody>
        </p:sp>
        <p:sp>
          <p:nvSpPr>
            <p:cNvPr id="21" name="Freeform 103"/>
            <p:cNvSpPr>
              <a:spLocks noChangeAspect="1" noEditPoints="1"/>
            </p:cNvSpPr>
            <p:nvPr/>
          </p:nvSpPr>
          <p:spPr bwMode="auto">
            <a:xfrm>
              <a:off x="7628982" y="3626672"/>
              <a:ext cx="385810" cy="360000"/>
            </a:xfrm>
            <a:custGeom>
              <a:avLst/>
              <a:gdLst>
                <a:gd name="T0" fmla="*/ 48 w 120"/>
                <a:gd name="T1" fmla="*/ 63 h 112"/>
                <a:gd name="T2" fmla="*/ 52 w 120"/>
                <a:gd name="T3" fmla="*/ 59 h 112"/>
                <a:gd name="T4" fmla="*/ 67 w 120"/>
                <a:gd name="T5" fmla="*/ 59 h 112"/>
                <a:gd name="T6" fmla="*/ 70 w 120"/>
                <a:gd name="T7" fmla="*/ 63 h 112"/>
                <a:gd name="T8" fmla="*/ 70 w 120"/>
                <a:gd name="T9" fmla="*/ 68 h 112"/>
                <a:gd name="T10" fmla="*/ 67 w 120"/>
                <a:gd name="T11" fmla="*/ 72 h 112"/>
                <a:gd name="T12" fmla="*/ 52 w 120"/>
                <a:gd name="T13" fmla="*/ 72 h 112"/>
                <a:gd name="T14" fmla="*/ 48 w 120"/>
                <a:gd name="T15" fmla="*/ 68 h 112"/>
                <a:gd name="T16" fmla="*/ 48 w 120"/>
                <a:gd name="T17" fmla="*/ 63 h 112"/>
                <a:gd name="T18" fmla="*/ 35 w 120"/>
                <a:gd name="T19" fmla="*/ 20 h 112"/>
                <a:gd name="T20" fmla="*/ 4 w 120"/>
                <a:gd name="T21" fmla="*/ 20 h 112"/>
                <a:gd name="T22" fmla="*/ 0 w 120"/>
                <a:gd name="T23" fmla="*/ 26 h 112"/>
                <a:gd name="T24" fmla="*/ 0 w 120"/>
                <a:gd name="T25" fmla="*/ 46 h 112"/>
                <a:gd name="T26" fmla="*/ 37 w 120"/>
                <a:gd name="T27" fmla="*/ 61 h 112"/>
                <a:gd name="T28" fmla="*/ 42 w 120"/>
                <a:gd name="T29" fmla="*/ 61 h 112"/>
                <a:gd name="T30" fmla="*/ 42 w 120"/>
                <a:gd name="T31" fmla="*/ 57 h 112"/>
                <a:gd name="T32" fmla="*/ 46 w 120"/>
                <a:gd name="T33" fmla="*/ 54 h 112"/>
                <a:gd name="T34" fmla="*/ 70 w 120"/>
                <a:gd name="T35" fmla="*/ 54 h 112"/>
                <a:gd name="T36" fmla="*/ 76 w 120"/>
                <a:gd name="T37" fmla="*/ 57 h 112"/>
                <a:gd name="T38" fmla="*/ 76 w 120"/>
                <a:gd name="T39" fmla="*/ 61 h 112"/>
                <a:gd name="T40" fmla="*/ 82 w 120"/>
                <a:gd name="T41" fmla="*/ 61 h 112"/>
                <a:gd name="T42" fmla="*/ 119 w 120"/>
                <a:gd name="T43" fmla="*/ 46 h 112"/>
                <a:gd name="T44" fmla="*/ 119 w 120"/>
                <a:gd name="T45" fmla="*/ 25 h 112"/>
                <a:gd name="T46" fmla="*/ 115 w 120"/>
                <a:gd name="T47" fmla="*/ 20 h 112"/>
                <a:gd name="T48" fmla="*/ 83 w 120"/>
                <a:gd name="T49" fmla="*/ 20 h 112"/>
                <a:gd name="T50" fmla="*/ 35 w 120"/>
                <a:gd name="T51" fmla="*/ 20 h 112"/>
                <a:gd name="T52" fmla="*/ 74 w 120"/>
                <a:gd name="T53" fmla="*/ 20 h 112"/>
                <a:gd name="T54" fmla="*/ 74 w 120"/>
                <a:gd name="T55" fmla="*/ 13 h 112"/>
                <a:gd name="T56" fmla="*/ 72 w 120"/>
                <a:gd name="T57" fmla="*/ 9 h 112"/>
                <a:gd name="T58" fmla="*/ 47 w 120"/>
                <a:gd name="T59" fmla="*/ 9 h 112"/>
                <a:gd name="T60" fmla="*/ 44 w 120"/>
                <a:gd name="T61" fmla="*/ 13 h 112"/>
                <a:gd name="T62" fmla="*/ 44 w 120"/>
                <a:gd name="T63" fmla="*/ 20 h 112"/>
                <a:gd name="T64" fmla="*/ 35 w 120"/>
                <a:gd name="T65" fmla="*/ 20 h 112"/>
                <a:gd name="T66" fmla="*/ 35 w 120"/>
                <a:gd name="T67" fmla="*/ 7 h 112"/>
                <a:gd name="T68" fmla="*/ 41 w 120"/>
                <a:gd name="T69" fmla="*/ 1 h 112"/>
                <a:gd name="T70" fmla="*/ 77 w 120"/>
                <a:gd name="T71" fmla="*/ 1 h 112"/>
                <a:gd name="T72" fmla="*/ 84 w 120"/>
                <a:gd name="T73" fmla="*/ 7 h 112"/>
                <a:gd name="T74" fmla="*/ 83 w 120"/>
                <a:gd name="T75" fmla="*/ 20 h 112"/>
                <a:gd name="T76" fmla="*/ 74 w 120"/>
                <a:gd name="T77" fmla="*/ 20 h 112"/>
                <a:gd name="T78" fmla="*/ 119 w 120"/>
                <a:gd name="T79" fmla="*/ 50 h 112"/>
                <a:gd name="T80" fmla="*/ 119 w 120"/>
                <a:gd name="T81" fmla="*/ 105 h 112"/>
                <a:gd name="T82" fmla="*/ 113 w 120"/>
                <a:gd name="T83" fmla="*/ 111 h 112"/>
                <a:gd name="T84" fmla="*/ 5 w 120"/>
                <a:gd name="T85" fmla="*/ 111 h 112"/>
                <a:gd name="T86" fmla="*/ 0 w 120"/>
                <a:gd name="T87" fmla="*/ 106 h 112"/>
                <a:gd name="T88" fmla="*/ 0 w 120"/>
                <a:gd name="T89" fmla="*/ 50 h 112"/>
                <a:gd name="T90" fmla="*/ 43 w 120"/>
                <a:gd name="T91" fmla="*/ 67 h 112"/>
                <a:gd name="T92" fmla="*/ 43 w 120"/>
                <a:gd name="T93" fmla="*/ 72 h 112"/>
                <a:gd name="T94" fmla="*/ 48 w 120"/>
                <a:gd name="T95" fmla="*/ 78 h 112"/>
                <a:gd name="T96" fmla="*/ 70 w 120"/>
                <a:gd name="T97" fmla="*/ 78 h 112"/>
                <a:gd name="T98" fmla="*/ 76 w 120"/>
                <a:gd name="T99" fmla="*/ 72 h 112"/>
                <a:gd name="T100" fmla="*/ 76 w 120"/>
                <a:gd name="T101" fmla="*/ 67 h 112"/>
                <a:gd name="T102" fmla="*/ 119 w 120"/>
                <a:gd name="T103" fmla="*/ 50 h 112"/>
                <a:gd name="T104" fmla="*/ 119 w 120"/>
                <a:gd name="T105" fmla="*/ 50 h 112"/>
                <a:gd name="T106" fmla="*/ 119 w 120"/>
                <a:gd name="T107" fmla="*/ 5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 h="112">
                  <a:moveTo>
                    <a:pt x="48" y="63"/>
                  </a:moveTo>
                  <a:cubicBezTo>
                    <a:pt x="48" y="63"/>
                    <a:pt x="47" y="59"/>
                    <a:pt x="52" y="59"/>
                  </a:cubicBezTo>
                  <a:cubicBezTo>
                    <a:pt x="67" y="59"/>
                    <a:pt x="67" y="59"/>
                    <a:pt x="67" y="59"/>
                  </a:cubicBezTo>
                  <a:cubicBezTo>
                    <a:pt x="67" y="59"/>
                    <a:pt x="70" y="59"/>
                    <a:pt x="70" y="63"/>
                  </a:cubicBezTo>
                  <a:cubicBezTo>
                    <a:pt x="70" y="68"/>
                    <a:pt x="70" y="68"/>
                    <a:pt x="70" y="68"/>
                  </a:cubicBezTo>
                  <a:cubicBezTo>
                    <a:pt x="70" y="68"/>
                    <a:pt x="71" y="72"/>
                    <a:pt x="67" y="72"/>
                  </a:cubicBezTo>
                  <a:cubicBezTo>
                    <a:pt x="52" y="72"/>
                    <a:pt x="52" y="72"/>
                    <a:pt x="52" y="72"/>
                  </a:cubicBezTo>
                  <a:cubicBezTo>
                    <a:pt x="52" y="72"/>
                    <a:pt x="48" y="74"/>
                    <a:pt x="48" y="68"/>
                  </a:cubicBezTo>
                  <a:cubicBezTo>
                    <a:pt x="48" y="63"/>
                    <a:pt x="48" y="63"/>
                    <a:pt x="48" y="63"/>
                  </a:cubicBezTo>
                  <a:close/>
                  <a:moveTo>
                    <a:pt x="35" y="20"/>
                  </a:moveTo>
                  <a:cubicBezTo>
                    <a:pt x="4" y="20"/>
                    <a:pt x="4" y="20"/>
                    <a:pt x="4" y="20"/>
                  </a:cubicBezTo>
                  <a:cubicBezTo>
                    <a:pt x="4" y="20"/>
                    <a:pt x="0" y="19"/>
                    <a:pt x="0" y="26"/>
                  </a:cubicBezTo>
                  <a:cubicBezTo>
                    <a:pt x="0" y="46"/>
                    <a:pt x="0" y="46"/>
                    <a:pt x="0" y="46"/>
                  </a:cubicBezTo>
                  <a:cubicBezTo>
                    <a:pt x="37" y="61"/>
                    <a:pt x="37" y="61"/>
                    <a:pt x="37" y="61"/>
                  </a:cubicBezTo>
                  <a:cubicBezTo>
                    <a:pt x="42" y="61"/>
                    <a:pt x="42" y="61"/>
                    <a:pt x="42" y="61"/>
                  </a:cubicBezTo>
                  <a:cubicBezTo>
                    <a:pt x="42" y="57"/>
                    <a:pt x="42" y="57"/>
                    <a:pt x="42" y="57"/>
                  </a:cubicBezTo>
                  <a:cubicBezTo>
                    <a:pt x="42" y="57"/>
                    <a:pt x="43" y="54"/>
                    <a:pt x="46" y="54"/>
                  </a:cubicBezTo>
                  <a:cubicBezTo>
                    <a:pt x="70" y="54"/>
                    <a:pt x="70" y="54"/>
                    <a:pt x="70" y="54"/>
                  </a:cubicBezTo>
                  <a:cubicBezTo>
                    <a:pt x="70" y="54"/>
                    <a:pt x="76" y="53"/>
                    <a:pt x="76" y="57"/>
                  </a:cubicBezTo>
                  <a:cubicBezTo>
                    <a:pt x="76" y="61"/>
                    <a:pt x="76" y="61"/>
                    <a:pt x="76" y="61"/>
                  </a:cubicBezTo>
                  <a:cubicBezTo>
                    <a:pt x="82" y="61"/>
                    <a:pt x="82" y="61"/>
                    <a:pt x="82" y="61"/>
                  </a:cubicBezTo>
                  <a:cubicBezTo>
                    <a:pt x="119" y="46"/>
                    <a:pt x="119" y="46"/>
                    <a:pt x="119" y="46"/>
                  </a:cubicBezTo>
                  <a:cubicBezTo>
                    <a:pt x="119" y="25"/>
                    <a:pt x="119" y="25"/>
                    <a:pt x="119" y="25"/>
                  </a:cubicBezTo>
                  <a:cubicBezTo>
                    <a:pt x="119" y="25"/>
                    <a:pt x="120" y="20"/>
                    <a:pt x="115" y="20"/>
                  </a:cubicBezTo>
                  <a:cubicBezTo>
                    <a:pt x="83" y="20"/>
                    <a:pt x="83" y="20"/>
                    <a:pt x="83" y="20"/>
                  </a:cubicBezTo>
                  <a:cubicBezTo>
                    <a:pt x="35" y="20"/>
                    <a:pt x="35" y="20"/>
                    <a:pt x="35" y="20"/>
                  </a:cubicBezTo>
                  <a:close/>
                  <a:moveTo>
                    <a:pt x="74" y="20"/>
                  </a:moveTo>
                  <a:cubicBezTo>
                    <a:pt x="74" y="13"/>
                    <a:pt x="74" y="13"/>
                    <a:pt x="74" y="13"/>
                  </a:cubicBezTo>
                  <a:cubicBezTo>
                    <a:pt x="74" y="13"/>
                    <a:pt x="75" y="9"/>
                    <a:pt x="72" y="9"/>
                  </a:cubicBezTo>
                  <a:cubicBezTo>
                    <a:pt x="47" y="9"/>
                    <a:pt x="47" y="9"/>
                    <a:pt x="47" y="9"/>
                  </a:cubicBezTo>
                  <a:cubicBezTo>
                    <a:pt x="47" y="9"/>
                    <a:pt x="44" y="9"/>
                    <a:pt x="44" y="13"/>
                  </a:cubicBezTo>
                  <a:cubicBezTo>
                    <a:pt x="44" y="20"/>
                    <a:pt x="44" y="20"/>
                    <a:pt x="44" y="20"/>
                  </a:cubicBezTo>
                  <a:cubicBezTo>
                    <a:pt x="35" y="20"/>
                    <a:pt x="35" y="20"/>
                    <a:pt x="35" y="20"/>
                  </a:cubicBezTo>
                  <a:cubicBezTo>
                    <a:pt x="35" y="7"/>
                    <a:pt x="35" y="7"/>
                    <a:pt x="35" y="7"/>
                  </a:cubicBezTo>
                  <a:cubicBezTo>
                    <a:pt x="35" y="7"/>
                    <a:pt x="35" y="2"/>
                    <a:pt x="41" y="1"/>
                  </a:cubicBezTo>
                  <a:cubicBezTo>
                    <a:pt x="77" y="1"/>
                    <a:pt x="77" y="1"/>
                    <a:pt x="77" y="1"/>
                  </a:cubicBezTo>
                  <a:cubicBezTo>
                    <a:pt x="77" y="1"/>
                    <a:pt x="84" y="0"/>
                    <a:pt x="84" y="7"/>
                  </a:cubicBezTo>
                  <a:cubicBezTo>
                    <a:pt x="83" y="20"/>
                    <a:pt x="83" y="20"/>
                    <a:pt x="83" y="20"/>
                  </a:cubicBezTo>
                  <a:cubicBezTo>
                    <a:pt x="74" y="20"/>
                    <a:pt x="74" y="20"/>
                    <a:pt x="74" y="20"/>
                  </a:cubicBezTo>
                  <a:close/>
                  <a:moveTo>
                    <a:pt x="119" y="50"/>
                  </a:moveTo>
                  <a:cubicBezTo>
                    <a:pt x="119" y="105"/>
                    <a:pt x="119" y="105"/>
                    <a:pt x="119" y="105"/>
                  </a:cubicBezTo>
                  <a:cubicBezTo>
                    <a:pt x="119" y="105"/>
                    <a:pt x="119" y="111"/>
                    <a:pt x="113" y="111"/>
                  </a:cubicBezTo>
                  <a:cubicBezTo>
                    <a:pt x="5" y="111"/>
                    <a:pt x="5" y="111"/>
                    <a:pt x="5" y="111"/>
                  </a:cubicBezTo>
                  <a:cubicBezTo>
                    <a:pt x="5" y="111"/>
                    <a:pt x="0" y="112"/>
                    <a:pt x="0" y="106"/>
                  </a:cubicBezTo>
                  <a:cubicBezTo>
                    <a:pt x="0" y="50"/>
                    <a:pt x="0" y="50"/>
                    <a:pt x="0" y="50"/>
                  </a:cubicBezTo>
                  <a:cubicBezTo>
                    <a:pt x="43" y="67"/>
                    <a:pt x="43" y="67"/>
                    <a:pt x="43" y="67"/>
                  </a:cubicBezTo>
                  <a:cubicBezTo>
                    <a:pt x="43" y="72"/>
                    <a:pt x="43" y="72"/>
                    <a:pt x="43" y="72"/>
                  </a:cubicBezTo>
                  <a:cubicBezTo>
                    <a:pt x="43" y="72"/>
                    <a:pt x="43" y="78"/>
                    <a:pt x="48" y="78"/>
                  </a:cubicBezTo>
                  <a:cubicBezTo>
                    <a:pt x="70" y="78"/>
                    <a:pt x="70" y="78"/>
                    <a:pt x="70" y="78"/>
                  </a:cubicBezTo>
                  <a:cubicBezTo>
                    <a:pt x="70" y="78"/>
                    <a:pt x="76" y="78"/>
                    <a:pt x="76" y="72"/>
                  </a:cubicBezTo>
                  <a:cubicBezTo>
                    <a:pt x="76" y="67"/>
                    <a:pt x="76" y="67"/>
                    <a:pt x="76" y="67"/>
                  </a:cubicBezTo>
                  <a:cubicBezTo>
                    <a:pt x="119" y="50"/>
                    <a:pt x="119" y="50"/>
                    <a:pt x="119" y="50"/>
                  </a:cubicBezTo>
                  <a:close/>
                  <a:moveTo>
                    <a:pt x="119" y="50"/>
                  </a:moveTo>
                  <a:cubicBezTo>
                    <a:pt x="119" y="50"/>
                    <a:pt x="119" y="50"/>
                    <a:pt x="119" y="5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2" name="Freeform 145"/>
            <p:cNvSpPr>
              <a:spLocks noChangeAspect="1" noEditPoints="1"/>
            </p:cNvSpPr>
            <p:nvPr/>
          </p:nvSpPr>
          <p:spPr bwMode="auto">
            <a:xfrm>
              <a:off x="6466561" y="4992936"/>
              <a:ext cx="374690" cy="360000"/>
            </a:xfrm>
            <a:custGeom>
              <a:avLst/>
              <a:gdLst>
                <a:gd name="T0" fmla="*/ 98 w 151"/>
                <a:gd name="T1" fmla="*/ 6 h 145"/>
                <a:gd name="T2" fmla="*/ 104 w 151"/>
                <a:gd name="T3" fmla="*/ 145 h 145"/>
                <a:gd name="T4" fmla="*/ 109 w 151"/>
                <a:gd name="T5" fmla="*/ 6 h 145"/>
                <a:gd name="T6" fmla="*/ 104 w 151"/>
                <a:gd name="T7" fmla="*/ 0 h 145"/>
                <a:gd name="T8" fmla="*/ 116 w 151"/>
                <a:gd name="T9" fmla="*/ 6 h 145"/>
                <a:gd name="T10" fmla="*/ 119 w 151"/>
                <a:gd name="T11" fmla="*/ 141 h 145"/>
                <a:gd name="T12" fmla="*/ 121 w 151"/>
                <a:gd name="T13" fmla="*/ 6 h 145"/>
                <a:gd name="T14" fmla="*/ 119 w 151"/>
                <a:gd name="T15" fmla="*/ 4 h 145"/>
                <a:gd name="T16" fmla="*/ 129 w 151"/>
                <a:gd name="T17" fmla="*/ 6 h 145"/>
                <a:gd name="T18" fmla="*/ 131 w 151"/>
                <a:gd name="T19" fmla="*/ 141 h 145"/>
                <a:gd name="T20" fmla="*/ 134 w 151"/>
                <a:gd name="T21" fmla="*/ 6 h 145"/>
                <a:gd name="T22" fmla="*/ 131 w 151"/>
                <a:gd name="T23" fmla="*/ 4 h 145"/>
                <a:gd name="T24" fmla="*/ 140 w 151"/>
                <a:gd name="T25" fmla="*/ 6 h 145"/>
                <a:gd name="T26" fmla="*/ 146 w 151"/>
                <a:gd name="T27" fmla="*/ 145 h 145"/>
                <a:gd name="T28" fmla="*/ 151 w 151"/>
                <a:gd name="T29" fmla="*/ 6 h 145"/>
                <a:gd name="T30" fmla="*/ 146 w 151"/>
                <a:gd name="T31" fmla="*/ 0 h 145"/>
                <a:gd name="T32" fmla="*/ 58 w 151"/>
                <a:gd name="T33" fmla="*/ 1 h 145"/>
                <a:gd name="T34" fmla="*/ 49 w 151"/>
                <a:gd name="T35" fmla="*/ 134 h 145"/>
                <a:gd name="T36" fmla="*/ 79 w 151"/>
                <a:gd name="T37" fmla="*/ 144 h 145"/>
                <a:gd name="T38" fmla="*/ 88 w 151"/>
                <a:gd name="T39" fmla="*/ 10 h 145"/>
                <a:gd name="T40" fmla="*/ 79 w 151"/>
                <a:gd name="T41" fmla="*/ 1 h 145"/>
                <a:gd name="T42" fmla="*/ 60 w 151"/>
                <a:gd name="T43" fmla="*/ 47 h 145"/>
                <a:gd name="T44" fmla="*/ 60 w 151"/>
                <a:gd name="T45" fmla="*/ 40 h 145"/>
                <a:gd name="T46" fmla="*/ 80 w 151"/>
                <a:gd name="T47" fmla="*/ 44 h 145"/>
                <a:gd name="T48" fmla="*/ 77 w 151"/>
                <a:gd name="T49" fmla="*/ 47 h 145"/>
                <a:gd name="T50" fmla="*/ 60 w 151"/>
                <a:gd name="T51" fmla="*/ 33 h 145"/>
                <a:gd name="T52" fmla="*/ 60 w 151"/>
                <a:gd name="T53" fmla="*/ 26 h 145"/>
                <a:gd name="T54" fmla="*/ 80 w 151"/>
                <a:gd name="T55" fmla="*/ 29 h 145"/>
                <a:gd name="T56" fmla="*/ 77 w 151"/>
                <a:gd name="T57" fmla="*/ 33 h 145"/>
                <a:gd name="T58" fmla="*/ 9 w 151"/>
                <a:gd name="T59" fmla="*/ 1 h 145"/>
                <a:gd name="T60" fmla="*/ 0 w 151"/>
                <a:gd name="T61" fmla="*/ 134 h 145"/>
                <a:gd name="T62" fmla="*/ 30 w 151"/>
                <a:gd name="T63" fmla="*/ 144 h 145"/>
                <a:gd name="T64" fmla="*/ 39 w 151"/>
                <a:gd name="T65" fmla="*/ 10 h 145"/>
                <a:gd name="T66" fmla="*/ 30 w 151"/>
                <a:gd name="T67" fmla="*/ 1 h 145"/>
                <a:gd name="T68" fmla="*/ 11 w 151"/>
                <a:gd name="T69" fmla="*/ 47 h 145"/>
                <a:gd name="T70" fmla="*/ 11 w 151"/>
                <a:gd name="T71" fmla="*/ 40 h 145"/>
                <a:gd name="T72" fmla="*/ 31 w 151"/>
                <a:gd name="T73" fmla="*/ 44 h 145"/>
                <a:gd name="T74" fmla="*/ 28 w 151"/>
                <a:gd name="T75" fmla="*/ 47 h 145"/>
                <a:gd name="T76" fmla="*/ 11 w 151"/>
                <a:gd name="T77" fmla="*/ 33 h 145"/>
                <a:gd name="T78" fmla="*/ 11 w 151"/>
                <a:gd name="T79" fmla="*/ 26 h 145"/>
                <a:gd name="T80" fmla="*/ 31 w 151"/>
                <a:gd name="T81" fmla="*/ 29 h 145"/>
                <a:gd name="T82" fmla="*/ 28 w 151"/>
                <a:gd name="T83" fmla="*/ 33 h 145"/>
                <a:gd name="T84" fmla="*/ 28 w 151"/>
                <a:gd name="T85" fmla="*/ 33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 h="145">
                  <a:moveTo>
                    <a:pt x="104" y="0"/>
                  </a:moveTo>
                  <a:cubicBezTo>
                    <a:pt x="101" y="0"/>
                    <a:pt x="98" y="3"/>
                    <a:pt x="98" y="6"/>
                  </a:cubicBezTo>
                  <a:cubicBezTo>
                    <a:pt x="98" y="139"/>
                    <a:pt x="98" y="139"/>
                    <a:pt x="98" y="139"/>
                  </a:cubicBezTo>
                  <a:cubicBezTo>
                    <a:pt x="98" y="142"/>
                    <a:pt x="101" y="145"/>
                    <a:pt x="104" y="145"/>
                  </a:cubicBezTo>
                  <a:cubicBezTo>
                    <a:pt x="107" y="145"/>
                    <a:pt x="109" y="142"/>
                    <a:pt x="109" y="139"/>
                  </a:cubicBezTo>
                  <a:cubicBezTo>
                    <a:pt x="109" y="6"/>
                    <a:pt x="109" y="6"/>
                    <a:pt x="109" y="6"/>
                  </a:cubicBezTo>
                  <a:cubicBezTo>
                    <a:pt x="109" y="3"/>
                    <a:pt x="107" y="0"/>
                    <a:pt x="104" y="0"/>
                  </a:cubicBezTo>
                  <a:cubicBezTo>
                    <a:pt x="104" y="0"/>
                    <a:pt x="104" y="0"/>
                    <a:pt x="104" y="0"/>
                  </a:cubicBezTo>
                  <a:close/>
                  <a:moveTo>
                    <a:pt x="119" y="4"/>
                  </a:moveTo>
                  <a:cubicBezTo>
                    <a:pt x="117" y="4"/>
                    <a:pt x="116" y="5"/>
                    <a:pt x="116" y="6"/>
                  </a:cubicBezTo>
                  <a:cubicBezTo>
                    <a:pt x="116" y="139"/>
                    <a:pt x="116" y="139"/>
                    <a:pt x="116" y="139"/>
                  </a:cubicBezTo>
                  <a:cubicBezTo>
                    <a:pt x="116" y="140"/>
                    <a:pt x="117" y="141"/>
                    <a:pt x="119" y="141"/>
                  </a:cubicBezTo>
                  <a:cubicBezTo>
                    <a:pt x="120" y="141"/>
                    <a:pt x="121" y="140"/>
                    <a:pt x="121" y="139"/>
                  </a:cubicBezTo>
                  <a:cubicBezTo>
                    <a:pt x="121" y="6"/>
                    <a:pt x="121" y="6"/>
                    <a:pt x="121" y="6"/>
                  </a:cubicBezTo>
                  <a:cubicBezTo>
                    <a:pt x="121" y="5"/>
                    <a:pt x="120" y="4"/>
                    <a:pt x="119" y="4"/>
                  </a:cubicBezTo>
                  <a:cubicBezTo>
                    <a:pt x="119" y="4"/>
                    <a:pt x="119" y="4"/>
                    <a:pt x="119" y="4"/>
                  </a:cubicBezTo>
                  <a:close/>
                  <a:moveTo>
                    <a:pt x="131" y="4"/>
                  </a:moveTo>
                  <a:cubicBezTo>
                    <a:pt x="130" y="4"/>
                    <a:pt x="129" y="5"/>
                    <a:pt x="129" y="6"/>
                  </a:cubicBezTo>
                  <a:cubicBezTo>
                    <a:pt x="129" y="139"/>
                    <a:pt x="129" y="139"/>
                    <a:pt x="129" y="139"/>
                  </a:cubicBezTo>
                  <a:cubicBezTo>
                    <a:pt x="129" y="140"/>
                    <a:pt x="130" y="141"/>
                    <a:pt x="131" y="141"/>
                  </a:cubicBezTo>
                  <a:cubicBezTo>
                    <a:pt x="133" y="141"/>
                    <a:pt x="134" y="140"/>
                    <a:pt x="134" y="139"/>
                  </a:cubicBezTo>
                  <a:cubicBezTo>
                    <a:pt x="134" y="6"/>
                    <a:pt x="134" y="6"/>
                    <a:pt x="134" y="6"/>
                  </a:cubicBezTo>
                  <a:cubicBezTo>
                    <a:pt x="134" y="5"/>
                    <a:pt x="133" y="4"/>
                    <a:pt x="131" y="4"/>
                  </a:cubicBezTo>
                  <a:cubicBezTo>
                    <a:pt x="131" y="4"/>
                    <a:pt x="131" y="4"/>
                    <a:pt x="131" y="4"/>
                  </a:cubicBezTo>
                  <a:close/>
                  <a:moveTo>
                    <a:pt x="146" y="0"/>
                  </a:moveTo>
                  <a:cubicBezTo>
                    <a:pt x="143" y="0"/>
                    <a:pt x="140" y="3"/>
                    <a:pt x="140" y="6"/>
                  </a:cubicBezTo>
                  <a:cubicBezTo>
                    <a:pt x="140" y="139"/>
                    <a:pt x="140" y="139"/>
                    <a:pt x="140" y="139"/>
                  </a:cubicBezTo>
                  <a:cubicBezTo>
                    <a:pt x="140" y="142"/>
                    <a:pt x="143" y="145"/>
                    <a:pt x="146" y="145"/>
                  </a:cubicBezTo>
                  <a:cubicBezTo>
                    <a:pt x="149" y="145"/>
                    <a:pt x="151" y="142"/>
                    <a:pt x="151" y="139"/>
                  </a:cubicBezTo>
                  <a:cubicBezTo>
                    <a:pt x="151" y="6"/>
                    <a:pt x="151" y="6"/>
                    <a:pt x="151" y="6"/>
                  </a:cubicBezTo>
                  <a:cubicBezTo>
                    <a:pt x="151" y="3"/>
                    <a:pt x="149" y="0"/>
                    <a:pt x="146" y="0"/>
                  </a:cubicBezTo>
                  <a:cubicBezTo>
                    <a:pt x="146" y="0"/>
                    <a:pt x="146" y="0"/>
                    <a:pt x="146" y="0"/>
                  </a:cubicBezTo>
                  <a:close/>
                  <a:moveTo>
                    <a:pt x="79" y="1"/>
                  </a:moveTo>
                  <a:cubicBezTo>
                    <a:pt x="58" y="1"/>
                    <a:pt x="58" y="1"/>
                    <a:pt x="58" y="1"/>
                  </a:cubicBezTo>
                  <a:cubicBezTo>
                    <a:pt x="53" y="1"/>
                    <a:pt x="49" y="5"/>
                    <a:pt x="49" y="10"/>
                  </a:cubicBezTo>
                  <a:cubicBezTo>
                    <a:pt x="49" y="134"/>
                    <a:pt x="49" y="134"/>
                    <a:pt x="49" y="134"/>
                  </a:cubicBezTo>
                  <a:cubicBezTo>
                    <a:pt x="49" y="140"/>
                    <a:pt x="53" y="144"/>
                    <a:pt x="58" y="144"/>
                  </a:cubicBezTo>
                  <a:cubicBezTo>
                    <a:pt x="79" y="144"/>
                    <a:pt x="79" y="144"/>
                    <a:pt x="79" y="144"/>
                  </a:cubicBezTo>
                  <a:cubicBezTo>
                    <a:pt x="84" y="144"/>
                    <a:pt x="88" y="140"/>
                    <a:pt x="88" y="134"/>
                  </a:cubicBezTo>
                  <a:cubicBezTo>
                    <a:pt x="88" y="10"/>
                    <a:pt x="88" y="10"/>
                    <a:pt x="88" y="10"/>
                  </a:cubicBezTo>
                  <a:cubicBezTo>
                    <a:pt x="88" y="5"/>
                    <a:pt x="84" y="1"/>
                    <a:pt x="79" y="1"/>
                  </a:cubicBezTo>
                  <a:cubicBezTo>
                    <a:pt x="79" y="1"/>
                    <a:pt x="79" y="1"/>
                    <a:pt x="79" y="1"/>
                  </a:cubicBezTo>
                  <a:close/>
                  <a:moveTo>
                    <a:pt x="77" y="47"/>
                  </a:moveTo>
                  <a:cubicBezTo>
                    <a:pt x="60" y="47"/>
                    <a:pt x="60" y="47"/>
                    <a:pt x="60" y="47"/>
                  </a:cubicBezTo>
                  <a:cubicBezTo>
                    <a:pt x="58" y="47"/>
                    <a:pt x="57" y="46"/>
                    <a:pt x="57" y="44"/>
                  </a:cubicBezTo>
                  <a:cubicBezTo>
                    <a:pt x="57" y="42"/>
                    <a:pt x="58" y="40"/>
                    <a:pt x="60" y="40"/>
                  </a:cubicBezTo>
                  <a:cubicBezTo>
                    <a:pt x="77" y="40"/>
                    <a:pt x="77" y="40"/>
                    <a:pt x="77" y="40"/>
                  </a:cubicBezTo>
                  <a:cubicBezTo>
                    <a:pt x="79" y="40"/>
                    <a:pt x="80" y="42"/>
                    <a:pt x="80" y="44"/>
                  </a:cubicBezTo>
                  <a:cubicBezTo>
                    <a:pt x="80" y="46"/>
                    <a:pt x="79" y="47"/>
                    <a:pt x="77" y="47"/>
                  </a:cubicBezTo>
                  <a:cubicBezTo>
                    <a:pt x="77" y="47"/>
                    <a:pt x="77" y="47"/>
                    <a:pt x="77" y="47"/>
                  </a:cubicBezTo>
                  <a:close/>
                  <a:moveTo>
                    <a:pt x="77" y="33"/>
                  </a:moveTo>
                  <a:cubicBezTo>
                    <a:pt x="60" y="33"/>
                    <a:pt x="60" y="33"/>
                    <a:pt x="60" y="33"/>
                  </a:cubicBezTo>
                  <a:cubicBezTo>
                    <a:pt x="59" y="33"/>
                    <a:pt x="57" y="31"/>
                    <a:pt x="57" y="29"/>
                  </a:cubicBezTo>
                  <a:cubicBezTo>
                    <a:pt x="57" y="27"/>
                    <a:pt x="59" y="26"/>
                    <a:pt x="60" y="26"/>
                  </a:cubicBezTo>
                  <a:cubicBezTo>
                    <a:pt x="77" y="26"/>
                    <a:pt x="77" y="26"/>
                    <a:pt x="77" y="26"/>
                  </a:cubicBezTo>
                  <a:cubicBezTo>
                    <a:pt x="79" y="26"/>
                    <a:pt x="80" y="27"/>
                    <a:pt x="80" y="29"/>
                  </a:cubicBezTo>
                  <a:cubicBezTo>
                    <a:pt x="80" y="31"/>
                    <a:pt x="79" y="33"/>
                    <a:pt x="77" y="33"/>
                  </a:cubicBezTo>
                  <a:cubicBezTo>
                    <a:pt x="77" y="33"/>
                    <a:pt x="77" y="33"/>
                    <a:pt x="77" y="33"/>
                  </a:cubicBezTo>
                  <a:close/>
                  <a:moveTo>
                    <a:pt x="30" y="1"/>
                  </a:moveTo>
                  <a:cubicBezTo>
                    <a:pt x="9" y="1"/>
                    <a:pt x="9" y="1"/>
                    <a:pt x="9" y="1"/>
                  </a:cubicBezTo>
                  <a:cubicBezTo>
                    <a:pt x="4" y="1"/>
                    <a:pt x="0" y="5"/>
                    <a:pt x="0" y="10"/>
                  </a:cubicBezTo>
                  <a:cubicBezTo>
                    <a:pt x="0" y="134"/>
                    <a:pt x="0" y="134"/>
                    <a:pt x="0" y="134"/>
                  </a:cubicBezTo>
                  <a:cubicBezTo>
                    <a:pt x="0" y="140"/>
                    <a:pt x="4" y="144"/>
                    <a:pt x="9" y="144"/>
                  </a:cubicBezTo>
                  <a:cubicBezTo>
                    <a:pt x="30" y="144"/>
                    <a:pt x="30" y="144"/>
                    <a:pt x="30" y="144"/>
                  </a:cubicBezTo>
                  <a:cubicBezTo>
                    <a:pt x="35" y="144"/>
                    <a:pt x="39" y="140"/>
                    <a:pt x="39" y="134"/>
                  </a:cubicBezTo>
                  <a:cubicBezTo>
                    <a:pt x="39" y="10"/>
                    <a:pt x="39" y="10"/>
                    <a:pt x="39" y="10"/>
                  </a:cubicBezTo>
                  <a:cubicBezTo>
                    <a:pt x="39" y="5"/>
                    <a:pt x="35" y="1"/>
                    <a:pt x="30" y="1"/>
                  </a:cubicBezTo>
                  <a:cubicBezTo>
                    <a:pt x="30" y="1"/>
                    <a:pt x="30" y="1"/>
                    <a:pt x="30" y="1"/>
                  </a:cubicBezTo>
                  <a:close/>
                  <a:moveTo>
                    <a:pt x="28" y="47"/>
                  </a:moveTo>
                  <a:cubicBezTo>
                    <a:pt x="11" y="47"/>
                    <a:pt x="11" y="47"/>
                    <a:pt x="11" y="47"/>
                  </a:cubicBezTo>
                  <a:cubicBezTo>
                    <a:pt x="9" y="47"/>
                    <a:pt x="8" y="46"/>
                    <a:pt x="8" y="44"/>
                  </a:cubicBezTo>
                  <a:cubicBezTo>
                    <a:pt x="8" y="42"/>
                    <a:pt x="9" y="40"/>
                    <a:pt x="11" y="40"/>
                  </a:cubicBezTo>
                  <a:cubicBezTo>
                    <a:pt x="28" y="40"/>
                    <a:pt x="28" y="40"/>
                    <a:pt x="28" y="40"/>
                  </a:cubicBezTo>
                  <a:cubicBezTo>
                    <a:pt x="30" y="40"/>
                    <a:pt x="31" y="42"/>
                    <a:pt x="31" y="44"/>
                  </a:cubicBezTo>
                  <a:cubicBezTo>
                    <a:pt x="31" y="46"/>
                    <a:pt x="30" y="47"/>
                    <a:pt x="28" y="47"/>
                  </a:cubicBezTo>
                  <a:cubicBezTo>
                    <a:pt x="28" y="47"/>
                    <a:pt x="28" y="47"/>
                    <a:pt x="28" y="47"/>
                  </a:cubicBezTo>
                  <a:close/>
                  <a:moveTo>
                    <a:pt x="28" y="33"/>
                  </a:moveTo>
                  <a:cubicBezTo>
                    <a:pt x="11" y="33"/>
                    <a:pt x="11" y="33"/>
                    <a:pt x="11" y="33"/>
                  </a:cubicBezTo>
                  <a:cubicBezTo>
                    <a:pt x="9" y="33"/>
                    <a:pt x="8" y="31"/>
                    <a:pt x="8" y="29"/>
                  </a:cubicBezTo>
                  <a:cubicBezTo>
                    <a:pt x="8" y="27"/>
                    <a:pt x="9" y="26"/>
                    <a:pt x="11" y="26"/>
                  </a:cubicBezTo>
                  <a:cubicBezTo>
                    <a:pt x="28" y="26"/>
                    <a:pt x="28" y="26"/>
                    <a:pt x="28" y="26"/>
                  </a:cubicBezTo>
                  <a:cubicBezTo>
                    <a:pt x="30" y="26"/>
                    <a:pt x="31" y="27"/>
                    <a:pt x="31" y="29"/>
                  </a:cubicBezTo>
                  <a:cubicBezTo>
                    <a:pt x="31" y="31"/>
                    <a:pt x="30" y="33"/>
                    <a:pt x="28" y="33"/>
                  </a:cubicBezTo>
                  <a:cubicBezTo>
                    <a:pt x="28" y="33"/>
                    <a:pt x="28" y="33"/>
                    <a:pt x="28" y="33"/>
                  </a:cubicBezTo>
                  <a:close/>
                  <a:moveTo>
                    <a:pt x="28" y="33"/>
                  </a:moveTo>
                  <a:cubicBezTo>
                    <a:pt x="28" y="33"/>
                    <a:pt x="28" y="33"/>
                    <a:pt x="28" y="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50000"/>
                    <a:lumOff val="50000"/>
                  </a:schemeClr>
                </a:solidFill>
              </a:endParaRPr>
            </a:p>
          </p:txBody>
        </p:sp>
        <p:sp>
          <p:nvSpPr>
            <p:cNvPr id="23" name="Freeform 324"/>
            <p:cNvSpPr>
              <a:spLocks noChangeAspect="1" noEditPoints="1"/>
            </p:cNvSpPr>
            <p:nvPr/>
          </p:nvSpPr>
          <p:spPr bwMode="auto">
            <a:xfrm>
              <a:off x="4700206" y="4626309"/>
              <a:ext cx="360000" cy="360000"/>
            </a:xfrm>
            <a:custGeom>
              <a:avLst/>
              <a:gdLst>
                <a:gd name="T0" fmla="*/ 2147483646 w 64"/>
                <a:gd name="T1" fmla="*/ 2147483646 h 64"/>
                <a:gd name="T2" fmla="*/ 2147483646 w 64"/>
                <a:gd name="T3" fmla="*/ 2147483646 h 64"/>
                <a:gd name="T4" fmla="*/ 2147483646 w 64"/>
                <a:gd name="T5" fmla="*/ 2147483646 h 64"/>
                <a:gd name="T6" fmla="*/ 2147483646 w 64"/>
                <a:gd name="T7" fmla="*/ 2147483646 h 64"/>
                <a:gd name="T8" fmla="*/ 2147483646 w 64"/>
                <a:gd name="T9" fmla="*/ 2147483646 h 64"/>
                <a:gd name="T10" fmla="*/ 2147483646 w 64"/>
                <a:gd name="T11" fmla="*/ 0 h 64"/>
                <a:gd name="T12" fmla="*/ 2147483646 w 64"/>
                <a:gd name="T13" fmla="*/ 0 h 64"/>
                <a:gd name="T14" fmla="*/ 2147483646 w 64"/>
                <a:gd name="T15" fmla="*/ 2147483646 h 64"/>
                <a:gd name="T16" fmla="*/ 2147483646 w 64"/>
                <a:gd name="T17" fmla="*/ 2147483646 h 64"/>
                <a:gd name="T18" fmla="*/ 2147483646 w 64"/>
                <a:gd name="T19" fmla="*/ 2147483646 h 64"/>
                <a:gd name="T20" fmla="*/ 2147483646 w 64"/>
                <a:gd name="T21" fmla="*/ 2147483646 h 64"/>
                <a:gd name="T22" fmla="*/ 2147483646 w 64"/>
                <a:gd name="T23" fmla="*/ 2147483646 h 64"/>
                <a:gd name="T24" fmla="*/ 2147483646 w 64"/>
                <a:gd name="T25" fmla="*/ 2147483646 h 64"/>
                <a:gd name="T26" fmla="*/ 2147483646 w 64"/>
                <a:gd name="T27" fmla="*/ 2147483646 h 64"/>
                <a:gd name="T28" fmla="*/ 2147483646 w 64"/>
                <a:gd name="T29" fmla="*/ 2147483646 h 64"/>
                <a:gd name="T30" fmla="*/ 2147483646 w 64"/>
                <a:gd name="T31" fmla="*/ 2147483646 h 64"/>
                <a:gd name="T32" fmla="*/ 2147483646 w 64"/>
                <a:gd name="T33" fmla="*/ 2147483646 h 64"/>
                <a:gd name="T34" fmla="*/ 2147483646 w 64"/>
                <a:gd name="T35" fmla="*/ 2147483646 h 64"/>
                <a:gd name="T36" fmla="*/ 2147483646 w 64"/>
                <a:gd name="T37" fmla="*/ 2147483646 h 64"/>
                <a:gd name="T38" fmla="*/ 2147483646 w 64"/>
                <a:gd name="T39" fmla="*/ 2147483646 h 64"/>
                <a:gd name="T40" fmla="*/ 2147483646 w 64"/>
                <a:gd name="T41" fmla="*/ 2147483646 h 64"/>
                <a:gd name="T42" fmla="*/ 2147483646 w 64"/>
                <a:gd name="T43" fmla="*/ 2147483646 h 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4" h="64">
                  <a:moveTo>
                    <a:pt x="60" y="50"/>
                  </a:moveTo>
                  <a:cubicBezTo>
                    <a:pt x="40" y="17"/>
                    <a:pt x="40" y="17"/>
                    <a:pt x="40" y="17"/>
                  </a:cubicBezTo>
                  <a:cubicBezTo>
                    <a:pt x="40" y="4"/>
                    <a:pt x="40" y="4"/>
                    <a:pt x="40" y="4"/>
                  </a:cubicBezTo>
                  <a:cubicBezTo>
                    <a:pt x="42" y="4"/>
                    <a:pt x="42" y="4"/>
                    <a:pt x="42" y="4"/>
                  </a:cubicBezTo>
                  <a:cubicBezTo>
                    <a:pt x="43" y="4"/>
                    <a:pt x="44" y="3"/>
                    <a:pt x="44" y="2"/>
                  </a:cubicBezTo>
                  <a:cubicBezTo>
                    <a:pt x="44" y="1"/>
                    <a:pt x="43" y="0"/>
                    <a:pt x="42" y="0"/>
                  </a:cubicBezTo>
                  <a:cubicBezTo>
                    <a:pt x="22" y="0"/>
                    <a:pt x="22" y="0"/>
                    <a:pt x="22" y="0"/>
                  </a:cubicBezTo>
                  <a:cubicBezTo>
                    <a:pt x="21" y="0"/>
                    <a:pt x="20" y="1"/>
                    <a:pt x="20" y="2"/>
                  </a:cubicBezTo>
                  <a:cubicBezTo>
                    <a:pt x="20" y="3"/>
                    <a:pt x="21" y="4"/>
                    <a:pt x="22" y="4"/>
                  </a:cubicBezTo>
                  <a:cubicBezTo>
                    <a:pt x="24" y="4"/>
                    <a:pt x="24" y="4"/>
                    <a:pt x="24" y="4"/>
                  </a:cubicBezTo>
                  <a:cubicBezTo>
                    <a:pt x="24" y="17"/>
                    <a:pt x="24" y="17"/>
                    <a:pt x="24" y="17"/>
                  </a:cubicBezTo>
                  <a:cubicBezTo>
                    <a:pt x="4" y="50"/>
                    <a:pt x="4" y="50"/>
                    <a:pt x="4" y="50"/>
                  </a:cubicBezTo>
                  <a:cubicBezTo>
                    <a:pt x="0" y="58"/>
                    <a:pt x="3" y="64"/>
                    <a:pt x="12" y="64"/>
                  </a:cubicBezTo>
                  <a:cubicBezTo>
                    <a:pt x="52" y="64"/>
                    <a:pt x="52" y="64"/>
                    <a:pt x="52" y="64"/>
                  </a:cubicBezTo>
                  <a:cubicBezTo>
                    <a:pt x="61" y="64"/>
                    <a:pt x="64" y="58"/>
                    <a:pt x="60" y="50"/>
                  </a:cubicBezTo>
                  <a:moveTo>
                    <a:pt x="15" y="40"/>
                  </a:moveTo>
                  <a:cubicBezTo>
                    <a:pt x="28" y="18"/>
                    <a:pt x="28" y="18"/>
                    <a:pt x="28" y="18"/>
                  </a:cubicBezTo>
                  <a:cubicBezTo>
                    <a:pt x="28" y="4"/>
                    <a:pt x="28" y="4"/>
                    <a:pt x="28" y="4"/>
                  </a:cubicBezTo>
                  <a:cubicBezTo>
                    <a:pt x="36" y="4"/>
                    <a:pt x="36" y="4"/>
                    <a:pt x="36" y="4"/>
                  </a:cubicBezTo>
                  <a:cubicBezTo>
                    <a:pt x="36" y="18"/>
                    <a:pt x="36" y="18"/>
                    <a:pt x="36" y="18"/>
                  </a:cubicBezTo>
                  <a:cubicBezTo>
                    <a:pt x="49" y="40"/>
                    <a:pt x="49" y="40"/>
                    <a:pt x="49" y="40"/>
                  </a:cubicBezTo>
                  <a:lnTo>
                    <a:pt x="15" y="40"/>
                  </a:lnTo>
                  <a:close/>
                </a:path>
              </a:pathLst>
            </a:custGeom>
            <a:solidFill>
              <a:schemeClr val="bg1"/>
            </a:solidFill>
            <a:ln>
              <a:noFill/>
            </a:ln>
          </p:spPr>
          <p:txBody>
            <a:bodyPr/>
            <a:lstStyle/>
            <a:p>
              <a:endParaRPr lang="zh-CN" altLang="en-US">
                <a:solidFill>
                  <a:schemeClr val="tx1">
                    <a:lumMod val="50000"/>
                    <a:lumOff val="50000"/>
                  </a:schemeClr>
                </a:solidFill>
              </a:endParaRPr>
            </a:p>
          </p:txBody>
        </p:sp>
        <p:sp>
          <p:nvSpPr>
            <p:cNvPr id="24" name="Freeform 18"/>
            <p:cNvSpPr>
              <a:spLocks noChangeAspect="1" noEditPoints="1"/>
            </p:cNvSpPr>
            <p:nvPr/>
          </p:nvSpPr>
          <p:spPr bwMode="auto">
            <a:xfrm>
              <a:off x="4207833" y="2965059"/>
              <a:ext cx="360000" cy="360000"/>
            </a:xfrm>
            <a:custGeom>
              <a:avLst/>
              <a:gdLst>
                <a:gd name="T0" fmla="*/ 2147483646 w 391"/>
                <a:gd name="T1" fmla="*/ 2147483646 h 334"/>
                <a:gd name="T2" fmla="*/ 2147483646 w 391"/>
                <a:gd name="T3" fmla="*/ 2147483646 h 334"/>
                <a:gd name="T4" fmla="*/ 2147483646 w 391"/>
                <a:gd name="T5" fmla="*/ 2147483646 h 334"/>
                <a:gd name="T6" fmla="*/ 2147483646 w 391"/>
                <a:gd name="T7" fmla="*/ 2147483646 h 334"/>
                <a:gd name="T8" fmla="*/ 2147483646 w 391"/>
                <a:gd name="T9" fmla="*/ 2147483646 h 334"/>
                <a:gd name="T10" fmla="*/ 2147483646 w 391"/>
                <a:gd name="T11" fmla="*/ 2147483646 h 334"/>
                <a:gd name="T12" fmla="*/ 2147483646 w 391"/>
                <a:gd name="T13" fmla="*/ 0 h 334"/>
                <a:gd name="T14" fmla="*/ 2147483646 w 391"/>
                <a:gd name="T15" fmla="*/ 0 h 334"/>
                <a:gd name="T16" fmla="*/ 2147483646 w 391"/>
                <a:gd name="T17" fmla="*/ 2147483646 h 334"/>
                <a:gd name="T18" fmla="*/ 2147483646 w 391"/>
                <a:gd name="T19" fmla="*/ 2147483646 h 334"/>
                <a:gd name="T20" fmla="*/ 2147483646 w 391"/>
                <a:gd name="T21" fmla="*/ 2147483646 h 334"/>
                <a:gd name="T22" fmla="*/ 2147483646 w 391"/>
                <a:gd name="T23" fmla="*/ 2147483646 h 334"/>
                <a:gd name="T24" fmla="*/ 0 w 391"/>
                <a:gd name="T25" fmla="*/ 2147483646 h 334"/>
                <a:gd name="T26" fmla="*/ 0 w 391"/>
                <a:gd name="T27" fmla="*/ 2147483646 h 334"/>
                <a:gd name="T28" fmla="*/ 2147483646 w 391"/>
                <a:gd name="T29" fmla="*/ 2147483646 h 334"/>
                <a:gd name="T30" fmla="*/ 2147483646 w 391"/>
                <a:gd name="T31" fmla="*/ 2147483646 h 334"/>
                <a:gd name="T32" fmla="*/ 2147483646 w 391"/>
                <a:gd name="T33" fmla="*/ 2147483646 h 334"/>
                <a:gd name="T34" fmla="*/ 2147483646 w 391"/>
                <a:gd name="T35" fmla="*/ 2147483646 h 334"/>
                <a:gd name="T36" fmla="*/ 2147483646 w 391"/>
                <a:gd name="T37" fmla="*/ 2147483646 h 334"/>
                <a:gd name="T38" fmla="*/ 2147483646 w 391"/>
                <a:gd name="T39" fmla="*/ 2147483646 h 334"/>
                <a:gd name="T40" fmla="*/ 2147483646 w 391"/>
                <a:gd name="T41" fmla="*/ 2147483646 h 334"/>
                <a:gd name="T42" fmla="*/ 2147483646 w 391"/>
                <a:gd name="T43" fmla="*/ 2147483646 h 334"/>
                <a:gd name="T44" fmla="*/ 2147483646 w 391"/>
                <a:gd name="T45" fmla="*/ 2147483646 h 334"/>
                <a:gd name="T46" fmla="*/ 2147483646 w 391"/>
                <a:gd name="T47" fmla="*/ 2147483646 h 334"/>
                <a:gd name="T48" fmla="*/ 2147483646 w 391"/>
                <a:gd name="T49" fmla="*/ 2147483646 h 334"/>
                <a:gd name="T50" fmla="*/ 2147483646 w 391"/>
                <a:gd name="T51" fmla="*/ 2147483646 h 3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91" h="334">
                  <a:moveTo>
                    <a:pt x="360" y="69"/>
                  </a:moveTo>
                  <a:cubicBezTo>
                    <a:pt x="305" y="69"/>
                    <a:pt x="305" y="69"/>
                    <a:pt x="305" y="69"/>
                  </a:cubicBezTo>
                  <a:cubicBezTo>
                    <a:pt x="257" y="10"/>
                    <a:pt x="257" y="10"/>
                    <a:pt x="257" y="10"/>
                  </a:cubicBezTo>
                  <a:cubicBezTo>
                    <a:pt x="257" y="10"/>
                    <a:pt x="257" y="10"/>
                    <a:pt x="257" y="10"/>
                  </a:cubicBezTo>
                  <a:cubicBezTo>
                    <a:pt x="257" y="10"/>
                    <a:pt x="257" y="10"/>
                    <a:pt x="257" y="10"/>
                  </a:cubicBezTo>
                  <a:cubicBezTo>
                    <a:pt x="257" y="10"/>
                    <a:pt x="257" y="10"/>
                    <a:pt x="257" y="10"/>
                  </a:cubicBezTo>
                  <a:cubicBezTo>
                    <a:pt x="251" y="4"/>
                    <a:pt x="244" y="0"/>
                    <a:pt x="235" y="0"/>
                  </a:cubicBezTo>
                  <a:cubicBezTo>
                    <a:pt x="157" y="0"/>
                    <a:pt x="157" y="0"/>
                    <a:pt x="157" y="0"/>
                  </a:cubicBezTo>
                  <a:cubicBezTo>
                    <a:pt x="148" y="0"/>
                    <a:pt x="140" y="4"/>
                    <a:pt x="134" y="11"/>
                  </a:cubicBezTo>
                  <a:cubicBezTo>
                    <a:pt x="134" y="11"/>
                    <a:pt x="134" y="11"/>
                    <a:pt x="134" y="11"/>
                  </a:cubicBezTo>
                  <a:cubicBezTo>
                    <a:pt x="87" y="69"/>
                    <a:pt x="87" y="69"/>
                    <a:pt x="87" y="69"/>
                  </a:cubicBezTo>
                  <a:cubicBezTo>
                    <a:pt x="31" y="69"/>
                    <a:pt x="31" y="69"/>
                    <a:pt x="31" y="69"/>
                  </a:cubicBezTo>
                  <a:cubicBezTo>
                    <a:pt x="14" y="69"/>
                    <a:pt x="0" y="85"/>
                    <a:pt x="0" y="104"/>
                  </a:cubicBezTo>
                  <a:cubicBezTo>
                    <a:pt x="0" y="300"/>
                    <a:pt x="0" y="300"/>
                    <a:pt x="0" y="300"/>
                  </a:cubicBezTo>
                  <a:cubicBezTo>
                    <a:pt x="0" y="319"/>
                    <a:pt x="14" y="334"/>
                    <a:pt x="31" y="334"/>
                  </a:cubicBezTo>
                  <a:cubicBezTo>
                    <a:pt x="360" y="334"/>
                    <a:pt x="360" y="334"/>
                    <a:pt x="360" y="334"/>
                  </a:cubicBezTo>
                  <a:cubicBezTo>
                    <a:pt x="377" y="334"/>
                    <a:pt x="391" y="319"/>
                    <a:pt x="391" y="300"/>
                  </a:cubicBezTo>
                  <a:cubicBezTo>
                    <a:pt x="391" y="104"/>
                    <a:pt x="391" y="104"/>
                    <a:pt x="391" y="104"/>
                  </a:cubicBezTo>
                  <a:cubicBezTo>
                    <a:pt x="391" y="85"/>
                    <a:pt x="377" y="69"/>
                    <a:pt x="360" y="69"/>
                  </a:cubicBezTo>
                  <a:close/>
                  <a:moveTo>
                    <a:pt x="195" y="276"/>
                  </a:moveTo>
                  <a:cubicBezTo>
                    <a:pt x="145" y="276"/>
                    <a:pt x="103" y="235"/>
                    <a:pt x="103" y="184"/>
                  </a:cubicBezTo>
                  <a:cubicBezTo>
                    <a:pt x="103" y="134"/>
                    <a:pt x="145" y="92"/>
                    <a:pt x="195" y="92"/>
                  </a:cubicBezTo>
                  <a:cubicBezTo>
                    <a:pt x="246" y="92"/>
                    <a:pt x="287" y="134"/>
                    <a:pt x="287" y="184"/>
                  </a:cubicBezTo>
                  <a:cubicBezTo>
                    <a:pt x="287" y="235"/>
                    <a:pt x="246" y="276"/>
                    <a:pt x="195" y="276"/>
                  </a:cubicBezTo>
                  <a:close/>
                  <a:moveTo>
                    <a:pt x="195" y="276"/>
                  </a:moveTo>
                  <a:cubicBezTo>
                    <a:pt x="195" y="276"/>
                    <a:pt x="195" y="276"/>
                    <a:pt x="195" y="276"/>
                  </a:cubicBezTo>
                </a:path>
              </a:pathLst>
            </a:custGeom>
            <a:solidFill>
              <a:schemeClr val="bg1"/>
            </a:solidFill>
            <a:ln>
              <a:noFill/>
            </a:ln>
          </p:spPr>
          <p:txBody>
            <a:bodyPr/>
            <a:lstStyle/>
            <a:p>
              <a:endParaRPr lang="zh-CN" altLang="en-US">
                <a:solidFill>
                  <a:schemeClr val="tx1">
                    <a:lumMod val="50000"/>
                    <a:lumOff val="50000"/>
                  </a:schemeClr>
                </a:solidFill>
              </a:endParaRPr>
            </a:p>
          </p:txBody>
        </p:sp>
      </p:grpSp>
      <p:sp>
        <p:nvSpPr>
          <p:cNvPr id="31" name="文本框 30"/>
          <p:cNvSpPr txBox="1"/>
          <p:nvPr/>
        </p:nvSpPr>
        <p:spPr>
          <a:xfrm>
            <a:off x="1137111" y="1496621"/>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668366" y="1815207"/>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3" name="文本框 32"/>
          <p:cNvSpPr txBox="1"/>
          <p:nvPr/>
        </p:nvSpPr>
        <p:spPr>
          <a:xfrm>
            <a:off x="-9783" y="2958126"/>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521472" y="3276712"/>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5" name="文本框 34"/>
          <p:cNvSpPr txBox="1"/>
          <p:nvPr/>
        </p:nvSpPr>
        <p:spPr>
          <a:xfrm>
            <a:off x="480668" y="4482118"/>
            <a:ext cx="3600400" cy="307777"/>
          </a:xfrm>
          <a:prstGeom prst="rect">
            <a:avLst/>
          </a:prstGeom>
          <a:noFill/>
        </p:spPr>
        <p:txBody>
          <a:bodyPr wrap="square" rtlCol="0">
            <a:spAutoFit/>
          </a:bodyPr>
          <a:lstStyle/>
          <a:p>
            <a:pPr algn="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011923" y="4800704"/>
            <a:ext cx="3064203" cy="461665"/>
          </a:xfrm>
          <a:prstGeom prst="rect">
            <a:avLst/>
          </a:prstGeom>
          <a:noFill/>
        </p:spPr>
        <p:txBody>
          <a:bodyPr wrap="square" rtlCol="0">
            <a:spAutoFit/>
          </a:bodyPr>
          <a:lstStyle/>
          <a:p>
            <a:pPr algn="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7" name="文本框 36"/>
          <p:cNvSpPr txBox="1"/>
          <p:nvPr/>
        </p:nvSpPr>
        <p:spPr>
          <a:xfrm>
            <a:off x="8109735" y="1847432"/>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8115076" y="2131352"/>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39" name="文本框 38"/>
          <p:cNvSpPr txBox="1"/>
          <p:nvPr/>
        </p:nvSpPr>
        <p:spPr>
          <a:xfrm>
            <a:off x="8623859" y="3527824"/>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8629200" y="3811744"/>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
        <p:nvSpPr>
          <p:cNvPr id="41" name="文本框 40"/>
          <p:cNvSpPr txBox="1"/>
          <p:nvPr/>
        </p:nvSpPr>
        <p:spPr>
          <a:xfrm>
            <a:off x="7578879" y="4831479"/>
            <a:ext cx="3600400" cy="307777"/>
          </a:xfrm>
          <a:prstGeom prst="rect">
            <a:avLst/>
          </a:prstGeom>
          <a:noFill/>
        </p:spPr>
        <p:txBody>
          <a:bodyPr wrap="square" rtlCol="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在这里添加标题</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7584220" y="5115399"/>
            <a:ext cx="3064203"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补充详细内容补充详细内容补充详细内容补充详细内容补充详细内</a:t>
            </a:r>
          </a:p>
        </p:txBody>
      </p:sp>
    </p:spTree>
    <p:extLst>
      <p:ext uri="{BB962C8B-B14F-4D97-AF65-F5344CB8AC3E}">
        <p14:creationId xmlns:p14="http://schemas.microsoft.com/office/powerpoint/2010/main" val="20499084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ISPRING_PLAYER_PLAYLIST_ID" val="fc44c98e9fb55df0de39baf58361d1373052d439"/>
</p:tagLst>
</file>

<file path=ppt/theme/theme1.xml><?xml version="1.0" encoding="utf-8"?>
<a:theme xmlns:a="http://schemas.openxmlformats.org/drawingml/2006/main" name="Office Theme">
  <a:themeElements>
    <a:clrScheme name="Project 4">
      <a:dk1>
        <a:sysClr val="windowText" lastClr="000000"/>
      </a:dk1>
      <a:lt1>
        <a:sysClr val="window" lastClr="FFFFFF"/>
      </a:lt1>
      <a:dk2>
        <a:srgbClr val="44546A"/>
      </a:dk2>
      <a:lt2>
        <a:srgbClr val="E7E6E6"/>
      </a:lt2>
      <a:accent1>
        <a:srgbClr val="6C2B43"/>
      </a:accent1>
      <a:accent2>
        <a:srgbClr val="DF361F"/>
      </a:accent2>
      <a:accent3>
        <a:srgbClr val="FA9C00"/>
      </a:accent3>
      <a:accent4>
        <a:srgbClr val="90BC33"/>
      </a:accent4>
      <a:accent5>
        <a:srgbClr val="00B09B"/>
      </a:accent5>
      <a:accent6>
        <a:srgbClr val="0175BE"/>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506</TotalTime>
  <Words>1746</Words>
  <Application>Microsoft Office PowerPoint</Application>
  <PresentationFormat>宽屏</PresentationFormat>
  <Paragraphs>232</Paragraphs>
  <Slides>15</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Kozuka Gothic Pr6N M</vt:lpstr>
      <vt:lpstr>方正兰亭纤黑简体</vt:lpstr>
      <vt:lpstr>宋体</vt:lpstr>
      <vt:lpstr>微软雅黑</vt:lpstr>
      <vt:lpstr>Arial</vt:lpstr>
      <vt:lpstr>Calibri</vt:lpstr>
      <vt:lpstr>Calibri Light</vt:lpstr>
      <vt:lpstr>Lato</vt:lpstr>
      <vt:lpstr>Lato Light</vt:lpstr>
      <vt:lpstr>Open Sans</vt:lpstr>
      <vt:lpstr>Roboto</vt:lpstr>
      <vt:lpstr>Office Theme</vt:lpstr>
      <vt:lpstr>PowerPoint 演示文稿</vt:lpstr>
      <vt:lpstr>单击此处添加标题</vt:lpstr>
      <vt:lpstr>PowerPoint 演示文稿</vt:lpstr>
      <vt:lpstr>地面推广方案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靖琳 张</cp:lastModifiedBy>
  <cp:revision>195</cp:revision>
  <dcterms:created xsi:type="dcterms:W3CDTF">2015-04-13T00:30:35Z</dcterms:created>
  <dcterms:modified xsi:type="dcterms:W3CDTF">2025-10-21T09:04:28Z</dcterms:modified>
</cp:coreProperties>
</file>